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4" r:id="rId1"/>
  </p:sldMasterIdLst>
  <p:notesMasterIdLst>
    <p:notesMasterId r:id="rId14"/>
  </p:notesMasterIdLst>
  <p:sldIdLst>
    <p:sldId id="258" r:id="rId2"/>
    <p:sldId id="260" r:id="rId3"/>
    <p:sldId id="273" r:id="rId4"/>
    <p:sldId id="268" r:id="rId5"/>
    <p:sldId id="261" r:id="rId6"/>
    <p:sldId id="262" r:id="rId7"/>
    <p:sldId id="272" r:id="rId8"/>
    <p:sldId id="264" r:id="rId9"/>
    <p:sldId id="269" r:id="rId10"/>
    <p:sldId id="274" r:id="rId11"/>
    <p:sldId id="275" r:id="rId12"/>
    <p:sldId id="276" r:id="rId13"/>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B3F61F37-F883-4C57-BFEC-C6B7F0667F4E}">
          <p14:sldIdLst>
            <p14:sldId id="258"/>
            <p14:sldId id="260"/>
            <p14:sldId id="273"/>
            <p14:sldId id="268"/>
            <p14:sldId id="261"/>
            <p14:sldId id="262"/>
            <p14:sldId id="272"/>
            <p14:sldId id="264"/>
            <p14:sldId id="269"/>
            <p14:sldId id="274"/>
            <p14:sldId id="275"/>
            <p14:sldId id="276"/>
          </p14:sldIdLst>
        </p14:section>
        <p14:section name="Backup" id="{D5765BE3-6058-4501-86B1-CC40E64FAC1D}">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B819"/>
    <a:srgbClr val="73B843"/>
    <a:srgbClr val="FFFFFF"/>
    <a:srgbClr val="344C05"/>
    <a:srgbClr val="FBB600"/>
    <a:srgbClr val="84B818"/>
    <a:srgbClr val="565656"/>
    <a:srgbClr val="00CC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86" autoAdjust="0"/>
    <p:restoredTop sz="77861" autoAdjust="0"/>
  </p:normalViewPr>
  <p:slideViewPr>
    <p:cSldViewPr showGuides="1">
      <p:cViewPr>
        <p:scale>
          <a:sx n="112" d="100"/>
          <a:sy n="112" d="100"/>
        </p:scale>
        <p:origin x="1272" y="264"/>
      </p:cViewPr>
      <p:guideLst>
        <p:guide orient="horz" pos="1620"/>
        <p:guide pos="2880"/>
      </p:guideLst>
    </p:cSldViewPr>
  </p:slideViewPr>
  <p:outlineViewPr>
    <p:cViewPr>
      <p:scale>
        <a:sx n="33" d="100"/>
        <a:sy n="33" d="100"/>
      </p:scale>
      <p:origin x="0" y="0"/>
    </p:cViewPr>
  </p:outlineViewPr>
  <p:notesTextViewPr>
    <p:cViewPr>
      <p:scale>
        <a:sx n="300" d="100"/>
        <a:sy n="300" d="100"/>
      </p:scale>
      <p:origin x="0" y="-408"/>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342DD7-6712-45F0-90F4-295F786127BE}" type="datetimeFigureOut">
              <a:rPr lang="de-DE" smtClean="0"/>
              <a:t>18.07.25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961880-C36E-4296-A48B-46535A98D5B9}" type="slidenum">
              <a:rPr lang="de-DE" smtClean="0"/>
              <a:t>‹Nr.›</a:t>
            </a:fld>
            <a:endParaRPr lang="de-DE"/>
          </a:p>
        </p:txBody>
      </p:sp>
    </p:spTree>
    <p:extLst>
      <p:ext uri="{BB962C8B-B14F-4D97-AF65-F5344CB8AC3E}">
        <p14:creationId xmlns:p14="http://schemas.microsoft.com/office/powerpoint/2010/main" val="697728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38961880-C36E-4296-A48B-46535A98D5B9}" type="slidenum">
              <a:rPr lang="de-DE" smtClean="0"/>
              <a:t>1</a:t>
            </a:fld>
            <a:endParaRPr lang="de-DE"/>
          </a:p>
        </p:txBody>
      </p:sp>
    </p:spTree>
    <p:extLst>
      <p:ext uri="{BB962C8B-B14F-4D97-AF65-F5344CB8AC3E}">
        <p14:creationId xmlns:p14="http://schemas.microsoft.com/office/powerpoint/2010/main" val="2624773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38961880-C36E-4296-A48B-46535A98D5B9}" type="slidenum">
              <a:rPr lang="de-DE" smtClean="0"/>
              <a:t>2</a:t>
            </a:fld>
            <a:endParaRPr lang="de-DE"/>
          </a:p>
        </p:txBody>
      </p:sp>
    </p:spTree>
    <p:extLst>
      <p:ext uri="{BB962C8B-B14F-4D97-AF65-F5344CB8AC3E}">
        <p14:creationId xmlns:p14="http://schemas.microsoft.com/office/powerpoint/2010/main" val="1201854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quantify prediction uncertainty, we applied </a:t>
            </a:r>
            <a:r>
              <a:rPr lang="en-US" dirty="0" err="1"/>
              <a:t>Conformalised</a:t>
            </a:r>
            <a:r>
              <a:rPr lang="en-US" dirty="0"/>
              <a:t> Quantile Regression, or CQR.</a:t>
            </a:r>
            <a:br>
              <a:rPr lang="en-US" dirty="0"/>
            </a:br>
            <a:r>
              <a:rPr lang="en-US" dirty="0"/>
              <a:t>Unlike standard neural networks, which produce single-point estimates, CQR adds confidence intervals by training two quantile regressors — one for the 10th and one for the 90th percentile of the error distribution.</a:t>
            </a:r>
            <a:br>
              <a:rPr lang="en-US" dirty="0"/>
            </a:br>
            <a:r>
              <a:rPr lang="en-US" dirty="0"/>
              <a:t>These models were trained using the pinball loss function on the residuals between predicted and true values, allowing asymmetric handling of over- and underestimation.</a:t>
            </a:r>
            <a:br>
              <a:rPr lang="en-US" dirty="0"/>
            </a:br>
            <a:r>
              <a:rPr lang="en-US" dirty="0"/>
              <a:t>To avoid the effort of re-tuning, we reused the hyperparameters from the NARX model, since the residual data shares similar structure and dynamics.</a:t>
            </a:r>
            <a:br>
              <a:rPr lang="en-US" dirty="0"/>
            </a:br>
            <a:r>
              <a:rPr lang="en-US" dirty="0"/>
              <a:t>Finally, a calibration step following Romano (2019) was applied to ensure 80% coverage.</a:t>
            </a:r>
            <a:endParaRPr lang="de-DE" dirty="0"/>
          </a:p>
        </p:txBody>
      </p:sp>
      <p:sp>
        <p:nvSpPr>
          <p:cNvPr id="4" name="Foliennummernplatzhalter 3"/>
          <p:cNvSpPr>
            <a:spLocks noGrp="1"/>
          </p:cNvSpPr>
          <p:nvPr>
            <p:ph type="sldNum" sz="quarter" idx="5"/>
          </p:nvPr>
        </p:nvSpPr>
        <p:spPr/>
        <p:txBody>
          <a:bodyPr/>
          <a:lstStyle/>
          <a:p>
            <a:fld id="{38961880-C36E-4296-A48B-46535A98D5B9}" type="slidenum">
              <a:rPr lang="de-DE" smtClean="0"/>
              <a:t>8</a:t>
            </a:fld>
            <a:endParaRPr lang="de-DE"/>
          </a:p>
        </p:txBody>
      </p:sp>
    </p:spTree>
    <p:extLst>
      <p:ext uri="{BB962C8B-B14F-4D97-AF65-F5344CB8AC3E}">
        <p14:creationId xmlns:p14="http://schemas.microsoft.com/office/powerpoint/2010/main" val="410310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71A8F-ECCE-419F-FD0D-A566DFC9BFF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5D2B64E-6B34-6F1F-D1DD-D73F844A939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78BD9E2-1D2F-9DF5-4690-EDD8E0A55FA1}"/>
              </a:ext>
            </a:extLst>
          </p:cNvPr>
          <p:cNvSpPr>
            <a:spLocks noGrp="1"/>
          </p:cNvSpPr>
          <p:nvPr>
            <p:ph type="body" idx="1"/>
          </p:nvPr>
        </p:nvSpPr>
        <p:spPr/>
        <p:txBody>
          <a:bodyPr/>
          <a:lstStyle/>
          <a:p>
            <a:r>
              <a:rPr lang="en-US" dirty="0"/>
              <a:t>To assess the effectiveness of </a:t>
            </a:r>
            <a:r>
              <a:rPr lang="en-US" dirty="0" err="1"/>
              <a:t>Conformalized</a:t>
            </a:r>
            <a:r>
              <a:rPr lang="en-US" dirty="0"/>
              <a:t> Quantile Regression, we evaluated its performance across all target variables.</a:t>
            </a:r>
            <a:br>
              <a:rPr lang="en-US" dirty="0"/>
            </a:br>
            <a:r>
              <a:rPr lang="en-US" dirty="0"/>
              <a:t>This table summarizes the results. For concentration and particle sizes, coverage was close to the 80 percent target.</a:t>
            </a:r>
            <a:br>
              <a:rPr lang="en-US" dirty="0"/>
            </a:br>
            <a:r>
              <a:rPr lang="en-US" dirty="0"/>
              <a:t>The best result was achieved for d50, with 97.3 percent coverage and a very narrow interval of 0.002.</a:t>
            </a:r>
            <a:br>
              <a:rPr lang="en-US" dirty="0"/>
            </a:br>
            <a:r>
              <a:rPr lang="en-US" dirty="0"/>
              <a:t>The temperature variables, however, show lower coverage. This is due to large fluctuations in the measurements and very small residuals from the NARX model, which make quantile regression more challenging.</a:t>
            </a:r>
            <a:br>
              <a:rPr lang="en-US" dirty="0"/>
            </a:br>
            <a:r>
              <a:rPr lang="en-US" dirty="0"/>
              <a:t>In principle, performance could be improved through hyperparameter optimization. However, this was not carried out due to limited computational resources.</a:t>
            </a:r>
            <a:br>
              <a:rPr lang="en-US" dirty="0"/>
            </a:br>
            <a:r>
              <a:rPr lang="en-US" dirty="0"/>
              <a:t>Overall, the results show that CQR performs well for stable targets and provides reliable uncertainty estimates.</a:t>
            </a:r>
            <a:endParaRPr lang="de-DE" dirty="0"/>
          </a:p>
        </p:txBody>
      </p:sp>
      <p:sp>
        <p:nvSpPr>
          <p:cNvPr id="4" name="Foliennummernplatzhalter 3">
            <a:extLst>
              <a:ext uri="{FF2B5EF4-FFF2-40B4-BE49-F238E27FC236}">
                <a16:creationId xmlns:a16="http://schemas.microsoft.com/office/drawing/2014/main" id="{5CF57AAE-7DD3-AE5B-F9B7-378C566E8B01}"/>
              </a:ext>
            </a:extLst>
          </p:cNvPr>
          <p:cNvSpPr>
            <a:spLocks noGrp="1"/>
          </p:cNvSpPr>
          <p:nvPr>
            <p:ph type="sldNum" sz="quarter" idx="5"/>
          </p:nvPr>
        </p:nvSpPr>
        <p:spPr/>
        <p:txBody>
          <a:bodyPr/>
          <a:lstStyle/>
          <a:p>
            <a:fld id="{38961880-C36E-4296-A48B-46535A98D5B9}" type="slidenum">
              <a:rPr lang="de-DE" smtClean="0"/>
              <a:t>9</a:t>
            </a:fld>
            <a:endParaRPr lang="de-DE"/>
          </a:p>
        </p:txBody>
      </p:sp>
    </p:spTree>
    <p:extLst>
      <p:ext uri="{BB962C8B-B14F-4D97-AF65-F5344CB8AC3E}">
        <p14:creationId xmlns:p14="http://schemas.microsoft.com/office/powerpoint/2010/main" val="78499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EA1BE-2C12-41C8-AB9D-946C495AD2D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8951842-3895-95F8-D14B-D5A4101736B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6EFCBF5-3FEC-2EE1-16B4-51C36E1D5EB2}"/>
              </a:ext>
            </a:extLst>
          </p:cNvPr>
          <p:cNvSpPr>
            <a:spLocks noGrp="1"/>
          </p:cNvSpPr>
          <p:nvPr>
            <p:ph type="body" idx="1"/>
          </p:nvPr>
        </p:nvSpPr>
        <p:spPr/>
        <p:txBody>
          <a:bodyPr/>
          <a:lstStyle/>
          <a:p>
            <a:r>
              <a:rPr lang="en-US" dirty="0"/>
              <a:t>To illustrate the results from the table, the following plots show prediction intervals for four selected targets, focusing on the first 100 time steps.</a:t>
            </a:r>
            <a:br>
              <a:rPr lang="en-US" dirty="0"/>
            </a:br>
            <a:r>
              <a:rPr lang="en-US" dirty="0"/>
              <a:t>The blue dots are the true values, the orange line is the prediction, and the gray area shows the 80 percent interval.</a:t>
            </a:r>
            <a:br>
              <a:rPr lang="en-US" dirty="0"/>
            </a:br>
            <a:r>
              <a:rPr lang="en-US" dirty="0"/>
              <a:t>For T_PM and T_TM, intervals widen with increasing fluctuation, but coverage stays limited.</a:t>
            </a:r>
            <a:br>
              <a:rPr lang="en-US" dirty="0"/>
            </a:br>
            <a:r>
              <a:rPr lang="en-US" dirty="0"/>
              <a:t>For concentration, the interval remains narrow and covers most values.</a:t>
            </a:r>
            <a:br>
              <a:rPr lang="en-US" dirty="0"/>
            </a:br>
            <a:r>
              <a:rPr lang="en-US" dirty="0"/>
              <a:t>The best result is seen for d50, with a tight interval and near-perfect coverage.</a:t>
            </a:r>
            <a:br>
              <a:rPr lang="en-US" dirty="0"/>
            </a:br>
            <a:r>
              <a:rPr lang="en-US" dirty="0"/>
              <a:t>These examples show that CQR adapts to local uncertainty and performs best on stable targets.</a:t>
            </a:r>
            <a:endParaRPr lang="de-DE" dirty="0"/>
          </a:p>
        </p:txBody>
      </p:sp>
      <p:sp>
        <p:nvSpPr>
          <p:cNvPr id="4" name="Foliennummernplatzhalter 3">
            <a:extLst>
              <a:ext uri="{FF2B5EF4-FFF2-40B4-BE49-F238E27FC236}">
                <a16:creationId xmlns:a16="http://schemas.microsoft.com/office/drawing/2014/main" id="{5EAEBD8C-D583-4A83-771E-0171E96C3C50}"/>
              </a:ext>
            </a:extLst>
          </p:cNvPr>
          <p:cNvSpPr>
            <a:spLocks noGrp="1"/>
          </p:cNvSpPr>
          <p:nvPr>
            <p:ph type="sldNum" sz="quarter" idx="5"/>
          </p:nvPr>
        </p:nvSpPr>
        <p:spPr/>
        <p:txBody>
          <a:bodyPr/>
          <a:lstStyle/>
          <a:p>
            <a:fld id="{38961880-C36E-4296-A48B-46535A98D5B9}" type="slidenum">
              <a:rPr lang="de-DE" smtClean="0"/>
              <a:t>10</a:t>
            </a:fld>
            <a:endParaRPr lang="de-DE"/>
          </a:p>
        </p:txBody>
      </p:sp>
    </p:spTree>
    <p:extLst>
      <p:ext uri="{BB962C8B-B14F-4D97-AF65-F5344CB8AC3E}">
        <p14:creationId xmlns:p14="http://schemas.microsoft.com/office/powerpoint/2010/main" val="3875879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4DAF-6D0D-6B01-5BD0-8762D66DE8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2CE3CEA-9D05-5FD5-19D8-B67D8C4FFB6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954C049-1651-7143-EFFE-E93AB3D29CD8}"/>
              </a:ext>
            </a:extLst>
          </p:cNvPr>
          <p:cNvSpPr>
            <a:spLocks noGrp="1"/>
          </p:cNvSpPr>
          <p:nvPr>
            <p:ph type="body" idx="1"/>
          </p:nvPr>
        </p:nvSpPr>
        <p:spPr/>
        <p:txBody>
          <a:bodyPr/>
          <a:lstStyle/>
          <a:p>
            <a:r>
              <a:rPr lang="en-US" dirty="0"/>
              <a:t>In the Beat the Felix evaluation, the model is tested in both open- and closed-loop mode.</a:t>
            </a:r>
            <a:br>
              <a:rPr lang="en-US" dirty="0"/>
            </a:br>
            <a:r>
              <a:rPr lang="en-US" dirty="0"/>
              <a:t>In open-loop, it receives correct inputs at each step, resulting in accurate predictions — as seen by the orange line closely matching the blue ground truth.</a:t>
            </a:r>
            <a:br>
              <a:rPr lang="en-US" dirty="0"/>
            </a:br>
            <a:r>
              <a:rPr lang="en-US" dirty="0"/>
              <a:t>In closed-loop, shown by the green line, only one initial input is given. The model then relies on its own outputs, which leads to an initial error.</a:t>
            </a:r>
            <a:br>
              <a:rPr lang="en-US" dirty="0"/>
            </a:br>
            <a:r>
              <a:rPr lang="en-US" dirty="0"/>
              <a:t>Since it was trained only on perfect data, it is not calibrated for autonomous prediction.</a:t>
            </a:r>
            <a:br>
              <a:rPr lang="en-US" dirty="0"/>
            </a:br>
            <a:r>
              <a:rPr lang="en-US" dirty="0"/>
              <a:t>These early errors accumulate over time, causing the prediction to drift away from the true values.</a:t>
            </a:r>
            <a:endParaRPr lang="de-DE" dirty="0"/>
          </a:p>
        </p:txBody>
      </p:sp>
      <p:sp>
        <p:nvSpPr>
          <p:cNvPr id="4" name="Foliennummernplatzhalter 3">
            <a:extLst>
              <a:ext uri="{FF2B5EF4-FFF2-40B4-BE49-F238E27FC236}">
                <a16:creationId xmlns:a16="http://schemas.microsoft.com/office/drawing/2014/main" id="{1693E79E-4BE3-4BFE-3A6F-13368F1224E2}"/>
              </a:ext>
            </a:extLst>
          </p:cNvPr>
          <p:cNvSpPr>
            <a:spLocks noGrp="1"/>
          </p:cNvSpPr>
          <p:nvPr>
            <p:ph type="sldNum" sz="quarter" idx="5"/>
          </p:nvPr>
        </p:nvSpPr>
        <p:spPr/>
        <p:txBody>
          <a:bodyPr/>
          <a:lstStyle/>
          <a:p>
            <a:fld id="{38961880-C36E-4296-A48B-46535A98D5B9}" type="slidenum">
              <a:rPr lang="de-DE" smtClean="0"/>
              <a:t>11</a:t>
            </a:fld>
            <a:endParaRPr lang="de-DE"/>
          </a:p>
        </p:txBody>
      </p:sp>
    </p:spTree>
    <p:extLst>
      <p:ext uri="{BB962C8B-B14F-4D97-AF65-F5344CB8AC3E}">
        <p14:creationId xmlns:p14="http://schemas.microsoft.com/office/powerpoint/2010/main" val="2096613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3DE2-BD15-FD36-9CE7-CEC9AE4B9EE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4DCF827-5A4C-CA8C-B5C2-4AD922CD812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4721400-4998-7138-BE70-C0F68B37B7B7}"/>
              </a:ext>
            </a:extLst>
          </p:cNvPr>
          <p:cNvSpPr>
            <a:spLocks noGrp="1"/>
          </p:cNvSpPr>
          <p:nvPr>
            <p:ph type="body" idx="1"/>
          </p:nvPr>
        </p:nvSpPr>
        <p:spPr/>
        <p:txBody>
          <a:bodyPr/>
          <a:lstStyle/>
          <a:p>
            <a:r>
              <a:rPr lang="en-US" dirty="0"/>
              <a:t>All in all, our model achieved lower errors than the Felix benchmarks. The tables show that our results outperform the benchmarks in almost every point. Thank you for listening to our final project presentation. </a:t>
            </a:r>
            <a:endParaRPr lang="de-DE" dirty="0"/>
          </a:p>
        </p:txBody>
      </p:sp>
      <p:sp>
        <p:nvSpPr>
          <p:cNvPr id="4" name="Foliennummernplatzhalter 3">
            <a:extLst>
              <a:ext uri="{FF2B5EF4-FFF2-40B4-BE49-F238E27FC236}">
                <a16:creationId xmlns:a16="http://schemas.microsoft.com/office/drawing/2014/main" id="{313647DF-99BC-CB77-9EDB-1416FA2B0DFB}"/>
              </a:ext>
            </a:extLst>
          </p:cNvPr>
          <p:cNvSpPr>
            <a:spLocks noGrp="1"/>
          </p:cNvSpPr>
          <p:nvPr>
            <p:ph type="sldNum" sz="quarter" idx="5"/>
          </p:nvPr>
        </p:nvSpPr>
        <p:spPr/>
        <p:txBody>
          <a:bodyPr/>
          <a:lstStyle/>
          <a:p>
            <a:fld id="{38961880-C36E-4296-A48B-46535A98D5B9}" type="slidenum">
              <a:rPr lang="de-DE" smtClean="0"/>
              <a:t>12</a:t>
            </a:fld>
            <a:endParaRPr lang="de-DE"/>
          </a:p>
        </p:txBody>
      </p:sp>
    </p:spTree>
    <p:extLst>
      <p:ext uri="{BB962C8B-B14F-4D97-AF65-F5344CB8AC3E}">
        <p14:creationId xmlns:p14="http://schemas.microsoft.com/office/powerpoint/2010/main" val="14635705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aster Slide Title">
    <p:spTree>
      <p:nvGrpSpPr>
        <p:cNvPr id="1" name=""/>
        <p:cNvGrpSpPr/>
        <p:nvPr/>
      </p:nvGrpSpPr>
      <p:grpSpPr>
        <a:xfrm>
          <a:off x="0" y="0"/>
          <a:ext cx="0" cy="0"/>
          <a:chOff x="0" y="0"/>
          <a:chExt cx="0" cy="0"/>
        </a:xfrm>
      </p:grpSpPr>
      <p:sp>
        <p:nvSpPr>
          <p:cNvPr id="6" name="Textplatzhalter 4"/>
          <p:cNvSpPr>
            <a:spLocks noGrp="1"/>
          </p:cNvSpPr>
          <p:nvPr>
            <p:ph type="body" sz="quarter" idx="11" hasCustomPrompt="1"/>
          </p:nvPr>
        </p:nvSpPr>
        <p:spPr>
          <a:xfrm>
            <a:off x="854449" y="949330"/>
            <a:ext cx="8038726" cy="542300"/>
          </a:xfrm>
        </p:spPr>
        <p:txBody>
          <a:bodyPr anchor="ctr"/>
          <a:lstStyle>
            <a:lvl1pPr marL="0" indent="0">
              <a:spcBef>
                <a:spcPts val="0"/>
              </a:spcBef>
              <a:buNone/>
              <a:defRPr sz="32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a:t>
            </a:r>
          </a:p>
        </p:txBody>
      </p:sp>
      <p:cxnSp>
        <p:nvCxnSpPr>
          <p:cNvPr id="8" name="Gerade Verbindung 8"/>
          <p:cNvCxnSpPr/>
          <p:nvPr userDrawn="1"/>
        </p:nvCxnSpPr>
        <p:spPr>
          <a:xfrm>
            <a:off x="0" y="808875"/>
            <a:ext cx="9180513" cy="0"/>
          </a:xfrm>
          <a:prstGeom prst="line">
            <a:avLst/>
          </a:prstGeom>
          <a:ln w="12700">
            <a:solidFill>
              <a:srgbClr val="84B819"/>
            </a:solidFill>
          </a:ln>
        </p:spPr>
        <p:style>
          <a:lnRef idx="1">
            <a:schemeClr val="accent3"/>
          </a:lnRef>
          <a:fillRef idx="0">
            <a:schemeClr val="accent3"/>
          </a:fillRef>
          <a:effectRef idx="0">
            <a:schemeClr val="accent3"/>
          </a:effectRef>
          <a:fontRef idx="minor">
            <a:schemeClr val="tx1"/>
          </a:fontRef>
        </p:style>
      </p:cxnSp>
      <p:pic>
        <p:nvPicPr>
          <p:cNvPr id="9" name="Grafik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4483" y="195262"/>
            <a:ext cx="1429819" cy="432271"/>
          </a:xfrm>
          <a:prstGeom prst="rect">
            <a:avLst/>
          </a:prstGeom>
        </p:spPr>
      </p:pic>
      <p:pic>
        <p:nvPicPr>
          <p:cNvPr id="4" name="Grafik 3">
            <a:extLst>
              <a:ext uri="{FF2B5EF4-FFF2-40B4-BE49-F238E27FC236}">
                <a16:creationId xmlns:a16="http://schemas.microsoft.com/office/drawing/2014/main" id="{388208BE-9556-FC9D-11D9-00E06EA6A52B}"/>
              </a:ext>
            </a:extLst>
          </p:cNvPr>
          <p:cNvPicPr>
            <a:picLocks noChangeAspect="1"/>
          </p:cNvPicPr>
          <p:nvPr userDrawn="1"/>
        </p:nvPicPr>
        <p:blipFill>
          <a:blip r:embed="rId3"/>
          <a:stretch>
            <a:fillRect/>
          </a:stretch>
        </p:blipFill>
        <p:spPr>
          <a:xfrm>
            <a:off x="868736" y="1780283"/>
            <a:ext cx="7406527" cy="3166623"/>
          </a:xfrm>
          <a:prstGeom prst="rect">
            <a:avLst/>
          </a:prstGeom>
          <a:ln>
            <a:noFill/>
          </a:ln>
        </p:spPr>
      </p:pic>
      <p:cxnSp>
        <p:nvCxnSpPr>
          <p:cNvPr id="12" name="Gerade Verbindung 8">
            <a:extLst>
              <a:ext uri="{FF2B5EF4-FFF2-40B4-BE49-F238E27FC236}">
                <a16:creationId xmlns:a16="http://schemas.microsoft.com/office/drawing/2014/main" id="{8C2B7D3C-7D7E-D92E-F294-0C6BEE218A93}"/>
              </a:ext>
            </a:extLst>
          </p:cNvPr>
          <p:cNvCxnSpPr/>
          <p:nvPr userDrawn="1"/>
        </p:nvCxnSpPr>
        <p:spPr>
          <a:xfrm>
            <a:off x="0" y="1635646"/>
            <a:ext cx="9180513" cy="0"/>
          </a:xfrm>
          <a:prstGeom prst="line">
            <a:avLst/>
          </a:prstGeom>
          <a:ln w="12700">
            <a:solidFill>
              <a:srgbClr val="84B819"/>
            </a:solidFill>
          </a:ln>
        </p:spPr>
        <p:style>
          <a:lnRef idx="1">
            <a:schemeClr val="accent3"/>
          </a:lnRef>
          <a:fillRef idx="0">
            <a:schemeClr val="accent3"/>
          </a:fillRef>
          <a:effectRef idx="0">
            <a:schemeClr val="accent3"/>
          </a:effectRef>
          <a:fontRef idx="minor">
            <a:schemeClr val="tx1"/>
          </a:fontRef>
        </p:style>
      </p:cxnSp>
      <p:sp>
        <p:nvSpPr>
          <p:cNvPr id="14" name="Inhaltsplatzhalter 7">
            <a:extLst>
              <a:ext uri="{FF2B5EF4-FFF2-40B4-BE49-F238E27FC236}">
                <a16:creationId xmlns:a16="http://schemas.microsoft.com/office/drawing/2014/main" id="{04174DC5-75C0-783C-F2AD-C3965E705E79}"/>
              </a:ext>
            </a:extLst>
          </p:cNvPr>
          <p:cNvSpPr>
            <a:spLocks noGrp="1"/>
          </p:cNvSpPr>
          <p:nvPr>
            <p:ph sz="quarter" idx="12" hasCustomPrompt="1"/>
          </p:nvPr>
        </p:nvSpPr>
        <p:spPr>
          <a:xfrm>
            <a:off x="8805600" y="4179600"/>
            <a:ext cx="176212" cy="262800"/>
          </a:xfrm>
          <a:ln w="0">
            <a:solidFill>
              <a:schemeClr val="bg1"/>
            </a:solidFill>
          </a:ln>
        </p:spPr>
        <p:txBody>
          <a:bodyPr/>
          <a:lstStyle>
            <a:lvl1pPr marL="0" indent="0">
              <a:buFontTx/>
              <a:buNone/>
              <a:defRPr>
                <a:solidFill>
                  <a:srgbClr val="84B819"/>
                </a:solidFill>
              </a:defRPr>
            </a:lvl1pPr>
          </a:lstStyle>
          <a:p>
            <a:pPr lvl="0"/>
            <a:r>
              <a:rPr lang="de-DE" dirty="0"/>
              <a:t>►</a:t>
            </a:r>
          </a:p>
        </p:txBody>
      </p:sp>
    </p:spTree>
    <p:extLst>
      <p:ext uri="{BB962C8B-B14F-4D97-AF65-F5344CB8AC3E}">
        <p14:creationId xmlns:p14="http://schemas.microsoft.com/office/powerpoint/2010/main" val="3449719883"/>
      </p:ext>
    </p:extLst>
  </p:cSld>
  <p:clrMapOvr>
    <a:masterClrMapping/>
  </p:clrMapOvr>
  <p:extLst>
    <p:ext uri="{DCECCB84-F9BA-43D5-87BE-67443E8EF086}">
      <p15:sldGuideLst xmlns:p15="http://schemas.microsoft.com/office/powerpoint/2012/main">
        <p15:guide id="1" pos="5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Master Slide Title - add picture">
    <p:spTree>
      <p:nvGrpSpPr>
        <p:cNvPr id="1" name=""/>
        <p:cNvGrpSpPr/>
        <p:nvPr/>
      </p:nvGrpSpPr>
      <p:grpSpPr>
        <a:xfrm>
          <a:off x="0" y="0"/>
          <a:ext cx="0" cy="0"/>
          <a:chOff x="0" y="0"/>
          <a:chExt cx="0" cy="0"/>
        </a:xfrm>
      </p:grpSpPr>
      <p:sp>
        <p:nvSpPr>
          <p:cNvPr id="6" name="Textplatzhalter 4"/>
          <p:cNvSpPr>
            <a:spLocks noGrp="1"/>
          </p:cNvSpPr>
          <p:nvPr>
            <p:ph type="body" sz="quarter" idx="11" hasCustomPrompt="1"/>
          </p:nvPr>
        </p:nvSpPr>
        <p:spPr>
          <a:xfrm>
            <a:off x="854449" y="949330"/>
            <a:ext cx="8038726" cy="542300"/>
          </a:xfrm>
        </p:spPr>
        <p:txBody>
          <a:bodyPr/>
          <a:lstStyle>
            <a:lvl1pPr marL="0" indent="0">
              <a:spcBef>
                <a:spcPts val="0"/>
              </a:spcBef>
              <a:buNone/>
              <a:defRPr sz="32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a:t>
            </a:r>
          </a:p>
        </p:txBody>
      </p:sp>
      <p:cxnSp>
        <p:nvCxnSpPr>
          <p:cNvPr id="8" name="Gerade Verbindung 8"/>
          <p:cNvCxnSpPr/>
          <p:nvPr userDrawn="1"/>
        </p:nvCxnSpPr>
        <p:spPr>
          <a:xfrm>
            <a:off x="0" y="808875"/>
            <a:ext cx="9144000" cy="0"/>
          </a:xfrm>
          <a:prstGeom prst="line">
            <a:avLst/>
          </a:prstGeom>
          <a:ln w="12700">
            <a:solidFill>
              <a:schemeClr val="accent1"/>
            </a:solidFill>
          </a:ln>
        </p:spPr>
        <p:style>
          <a:lnRef idx="1">
            <a:schemeClr val="accent3"/>
          </a:lnRef>
          <a:fillRef idx="0">
            <a:schemeClr val="accent3"/>
          </a:fillRef>
          <a:effectRef idx="0">
            <a:schemeClr val="accent3"/>
          </a:effectRef>
          <a:fontRef idx="minor">
            <a:schemeClr val="tx1"/>
          </a:fontRef>
        </p:style>
      </p:cxnSp>
      <p:sp>
        <p:nvSpPr>
          <p:cNvPr id="9" name="Inhaltsplatzhalter 8"/>
          <p:cNvSpPr>
            <a:spLocks noGrp="1"/>
          </p:cNvSpPr>
          <p:nvPr>
            <p:ph sz="quarter" idx="14" hasCustomPrompt="1"/>
          </p:nvPr>
        </p:nvSpPr>
        <p:spPr>
          <a:xfrm>
            <a:off x="-8930" y="1563689"/>
            <a:ext cx="9152930" cy="3579812"/>
          </a:xfrm>
          <a:solidFill>
            <a:schemeClr val="bg1">
              <a:lumMod val="95000"/>
            </a:schemeClr>
          </a:solidFill>
        </p:spPr>
        <p:txBody>
          <a:bodyPr anchor="ctr"/>
          <a:lstStyle>
            <a:lvl1pPr marL="0" indent="0" algn="ctr">
              <a:buFontTx/>
              <a:buNone/>
              <a:defRPr/>
            </a:lvl1pPr>
          </a:lstStyle>
          <a:p>
            <a:pPr lvl="0"/>
            <a:r>
              <a:rPr lang="de-DE" dirty="0"/>
              <a:t>Click to </a:t>
            </a:r>
            <a:r>
              <a:rPr lang="de-DE" dirty="0" err="1"/>
              <a:t>add</a:t>
            </a:r>
            <a:r>
              <a:rPr lang="de-DE" dirty="0"/>
              <a:t> </a:t>
            </a:r>
            <a:r>
              <a:rPr lang="de-DE" dirty="0" err="1"/>
              <a:t>picture</a:t>
            </a:r>
            <a:endParaRPr lang="de-DE" dirty="0"/>
          </a:p>
        </p:txBody>
      </p:sp>
      <p:pic>
        <p:nvPicPr>
          <p:cNvPr id="10" name="Grafik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4483" y="195262"/>
            <a:ext cx="1429819" cy="432271"/>
          </a:xfrm>
          <a:prstGeom prst="rect">
            <a:avLst/>
          </a:prstGeom>
        </p:spPr>
      </p:pic>
    </p:spTree>
    <p:extLst>
      <p:ext uri="{BB962C8B-B14F-4D97-AF65-F5344CB8AC3E}">
        <p14:creationId xmlns:p14="http://schemas.microsoft.com/office/powerpoint/2010/main" val="2814726042"/>
      </p:ext>
    </p:extLst>
  </p:cSld>
  <p:clrMapOvr>
    <a:masterClrMapping/>
  </p:clrMapOvr>
  <p:extLst>
    <p:ext uri="{DCECCB84-F9BA-43D5-87BE-67443E8EF086}">
      <p15:sldGuideLst xmlns:p15="http://schemas.microsoft.com/office/powerpoint/2012/main">
        <p15:guide id="1" pos="5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ster Slide Text - two columns">
    <p:spTree>
      <p:nvGrpSpPr>
        <p:cNvPr id="1" name=""/>
        <p:cNvGrpSpPr/>
        <p:nvPr/>
      </p:nvGrpSpPr>
      <p:grpSpPr>
        <a:xfrm>
          <a:off x="0" y="0"/>
          <a:ext cx="0" cy="0"/>
          <a:chOff x="0" y="0"/>
          <a:chExt cx="0" cy="0"/>
        </a:xfrm>
      </p:grpSpPr>
      <p:sp>
        <p:nvSpPr>
          <p:cNvPr id="6" name="Fußzeilenplatzhalter 5"/>
          <p:cNvSpPr>
            <a:spLocks noGrp="1"/>
          </p:cNvSpPr>
          <p:nvPr>
            <p:ph type="ftr" sz="quarter" idx="16"/>
          </p:nvPr>
        </p:nvSpPr>
        <p:spPr/>
        <p:txBody>
          <a:bodyPr/>
          <a:lstStyle/>
          <a:p>
            <a:r>
              <a:rPr lang="en-US" dirty="0"/>
              <a:t>Group G2, PAS | MLME Project</a:t>
            </a:r>
            <a:endParaRPr lang="de-DE" dirty="0"/>
          </a:p>
        </p:txBody>
      </p:sp>
      <p:sp>
        <p:nvSpPr>
          <p:cNvPr id="4" name="Datumsplatzhalter 3"/>
          <p:cNvSpPr>
            <a:spLocks noGrp="1"/>
          </p:cNvSpPr>
          <p:nvPr>
            <p:ph type="dt" sz="half" idx="15"/>
          </p:nvPr>
        </p:nvSpPr>
        <p:spPr/>
        <p:txBody>
          <a:bodyPr/>
          <a:lstStyle/>
          <a:p>
            <a:fld id="{1DFA528A-3D65-425D-A5D2-51494FEA8986}"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7" name="Textplatzhalter 4"/>
          <p:cNvSpPr>
            <a:spLocks noGrp="1"/>
          </p:cNvSpPr>
          <p:nvPr>
            <p:ph type="body" sz="quarter" idx="14" hasCustomPrompt="1"/>
          </p:nvPr>
        </p:nvSpPr>
        <p:spPr>
          <a:xfrm>
            <a:off x="250824" y="464468"/>
            <a:ext cx="8642349" cy="444374"/>
          </a:xfrm>
        </p:spPr>
        <p:txBody>
          <a:bodyPr/>
          <a:lstStyle>
            <a:lvl1pPr marL="0" indent="0">
              <a:spcBef>
                <a:spcPts val="0"/>
              </a:spcBef>
              <a:buNone/>
              <a:defRPr sz="28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a:t>
            </a:r>
          </a:p>
        </p:txBody>
      </p:sp>
      <p:sp>
        <p:nvSpPr>
          <p:cNvPr id="5" name="Inhaltsplatzhalter 4"/>
          <p:cNvSpPr>
            <a:spLocks noGrp="1"/>
          </p:cNvSpPr>
          <p:nvPr>
            <p:ph sz="quarter" idx="11" hasCustomPrompt="1"/>
          </p:nvPr>
        </p:nvSpPr>
        <p:spPr>
          <a:xfrm>
            <a:off x="250825" y="1058863"/>
            <a:ext cx="8642350" cy="2665412"/>
          </a:xfrm>
        </p:spPr>
        <p:txBody>
          <a:bodyPr rIns="0" numCol="2" spcCol="180000"/>
          <a:lstStyle>
            <a:lvl1pPr marL="180000" indent="-180000" defTabSz="0">
              <a:lnSpc>
                <a:spcPct val="100000"/>
              </a:lnSpc>
              <a:spcBef>
                <a:spcPts val="0"/>
              </a:spcBef>
              <a:buFont typeface="Arial" panose="020B0604020202020204" pitchFamily="34" charset="0"/>
              <a:buChar char="•"/>
              <a:tabLst>
                <a:tab pos="180000" algn="l"/>
              </a:tabLst>
              <a:defRPr/>
            </a:lvl1pPr>
          </a:lstStyle>
          <a:p>
            <a:r>
              <a:rPr lang="de-DE" dirty="0"/>
              <a:t>Click to </a:t>
            </a:r>
            <a:r>
              <a:rPr lang="de-DE" dirty="0" err="1"/>
              <a:t>edit</a:t>
            </a:r>
            <a:r>
              <a:rPr lang="de-DE" dirty="0"/>
              <a:t> </a:t>
            </a:r>
            <a:r>
              <a:rPr lang="de-DE" dirty="0" err="1"/>
              <a:t>text</a:t>
            </a:r>
            <a:r>
              <a:rPr lang="de-DE" dirty="0"/>
              <a:t> (</a:t>
            </a:r>
            <a:r>
              <a:rPr lang="de-DE" dirty="0" err="1"/>
              <a:t>two</a:t>
            </a:r>
            <a:r>
              <a:rPr lang="de-DE" dirty="0"/>
              <a:t> </a:t>
            </a:r>
            <a:r>
              <a:rPr lang="de-DE" dirty="0" err="1"/>
              <a:t>columns</a:t>
            </a:r>
            <a:r>
              <a:rPr lang="de-DE" dirty="0"/>
              <a:t>)</a:t>
            </a:r>
          </a:p>
        </p:txBody>
      </p:sp>
      <p:sp>
        <p:nvSpPr>
          <p:cNvPr id="8" name="Inhaltsplatzhalter 7"/>
          <p:cNvSpPr>
            <a:spLocks noGrp="1"/>
          </p:cNvSpPr>
          <p:nvPr>
            <p:ph sz="quarter" idx="12" hasCustomPrompt="1"/>
          </p:nvPr>
        </p:nvSpPr>
        <p:spPr>
          <a:xfrm>
            <a:off x="250825" y="3917547"/>
            <a:ext cx="176212" cy="382588"/>
          </a:xfrm>
          <a:ln w="0">
            <a:solidFill>
              <a:schemeClr val="bg1"/>
            </a:solidFill>
          </a:ln>
        </p:spPr>
        <p:txBody>
          <a:bodyPr/>
          <a:lstStyle>
            <a:lvl1pPr marL="0" indent="0">
              <a:buFontTx/>
              <a:buNone/>
              <a:defRPr>
                <a:solidFill>
                  <a:srgbClr val="84B819"/>
                </a:solidFill>
              </a:defRPr>
            </a:lvl1pPr>
          </a:lstStyle>
          <a:p>
            <a:pPr lvl="0"/>
            <a:r>
              <a:rPr lang="de-DE" dirty="0"/>
              <a:t>►</a:t>
            </a:r>
          </a:p>
        </p:txBody>
      </p:sp>
      <p:sp>
        <p:nvSpPr>
          <p:cNvPr id="2" name="Titel 1"/>
          <p:cNvSpPr>
            <a:spLocks noGrp="1"/>
          </p:cNvSpPr>
          <p:nvPr>
            <p:ph type="title" hasCustomPrompt="1"/>
          </p:nvPr>
        </p:nvSpPr>
        <p:spPr>
          <a:xfrm>
            <a:off x="539552" y="3917547"/>
            <a:ext cx="8353621" cy="553970"/>
          </a:xfrm>
        </p:spPr>
        <p:txBody>
          <a:bodyPr/>
          <a:lstStyle>
            <a:lvl1pPr marL="0" indent="0">
              <a:defRPr baseline="0"/>
            </a:lvl1pPr>
          </a:lstStyle>
          <a:p>
            <a:r>
              <a:rPr lang="de-DE" dirty="0"/>
              <a:t>Click to </a:t>
            </a:r>
            <a:r>
              <a:rPr lang="de-DE" dirty="0" err="1"/>
              <a:t>edit</a:t>
            </a:r>
            <a:r>
              <a:rPr lang="de-DE" dirty="0"/>
              <a:t> </a:t>
            </a:r>
            <a:r>
              <a:rPr lang="de-DE" dirty="0" err="1"/>
              <a:t>conclusion</a:t>
            </a:r>
            <a:r>
              <a:rPr lang="de-DE" dirty="0"/>
              <a:t> (optional)</a:t>
            </a:r>
          </a:p>
        </p:txBody>
      </p:sp>
    </p:spTree>
    <p:extLst>
      <p:ext uri="{BB962C8B-B14F-4D97-AF65-F5344CB8AC3E}">
        <p14:creationId xmlns:p14="http://schemas.microsoft.com/office/powerpoint/2010/main" val="3429216940"/>
      </p:ext>
    </p:extLst>
  </p:cSld>
  <p:clrMapOvr>
    <a:masterClrMapping/>
  </p:clrMapOvr>
  <p:extLst>
    <p:ext uri="{DCECCB84-F9BA-43D5-87BE-67443E8EF086}">
      <p15:sldGuideLst xmlns:p15="http://schemas.microsoft.com/office/powerpoint/2012/main">
        <p15:guide id="1" pos="61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ster Slide Text - two columns + legend">
    <p:spTree>
      <p:nvGrpSpPr>
        <p:cNvPr id="1" name=""/>
        <p:cNvGrpSpPr/>
        <p:nvPr/>
      </p:nvGrpSpPr>
      <p:grpSpPr>
        <a:xfrm>
          <a:off x="0" y="0"/>
          <a:ext cx="0" cy="0"/>
          <a:chOff x="0" y="0"/>
          <a:chExt cx="0" cy="0"/>
        </a:xfrm>
      </p:grpSpPr>
      <p:sp>
        <p:nvSpPr>
          <p:cNvPr id="7" name="Fußzeilenplatzhalter 6"/>
          <p:cNvSpPr>
            <a:spLocks noGrp="1"/>
          </p:cNvSpPr>
          <p:nvPr>
            <p:ph type="ftr" sz="quarter" idx="17"/>
          </p:nvPr>
        </p:nvSpPr>
        <p:spPr/>
        <p:txBody>
          <a:bodyPr/>
          <a:lstStyle/>
          <a:p>
            <a:r>
              <a:rPr lang="en-US" dirty="0"/>
              <a:t>Group G2, PAS | MLME Project</a:t>
            </a:r>
            <a:endParaRPr lang="de-DE" dirty="0"/>
          </a:p>
        </p:txBody>
      </p:sp>
      <p:sp>
        <p:nvSpPr>
          <p:cNvPr id="2" name="Datumsplatzhalter 1"/>
          <p:cNvSpPr>
            <a:spLocks noGrp="1"/>
          </p:cNvSpPr>
          <p:nvPr>
            <p:ph type="dt" sz="half" idx="16"/>
          </p:nvPr>
        </p:nvSpPr>
        <p:spPr/>
        <p:txBody>
          <a:bodyPr/>
          <a:lstStyle/>
          <a:p>
            <a:fld id="{ED5C422D-0043-4048-8FB6-2CDB4B7E3357}"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8" name="Textplatzhalter 4"/>
          <p:cNvSpPr>
            <a:spLocks noGrp="1"/>
          </p:cNvSpPr>
          <p:nvPr>
            <p:ph type="body" sz="quarter" idx="15" hasCustomPrompt="1"/>
          </p:nvPr>
        </p:nvSpPr>
        <p:spPr>
          <a:xfrm>
            <a:off x="250825" y="464468"/>
            <a:ext cx="8642350" cy="444374"/>
          </a:xfrm>
        </p:spPr>
        <p:txBody>
          <a:bodyPr/>
          <a:lstStyle>
            <a:lvl1pPr marL="0" indent="0">
              <a:spcBef>
                <a:spcPts val="0"/>
              </a:spcBef>
              <a:buNone/>
              <a:defRPr sz="28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a:t>
            </a:r>
          </a:p>
        </p:txBody>
      </p:sp>
      <p:sp>
        <p:nvSpPr>
          <p:cNvPr id="6" name="Inhaltsplatzhalter 4"/>
          <p:cNvSpPr>
            <a:spLocks noGrp="1"/>
          </p:cNvSpPr>
          <p:nvPr>
            <p:ph sz="quarter" idx="11" hasCustomPrompt="1"/>
          </p:nvPr>
        </p:nvSpPr>
        <p:spPr>
          <a:xfrm>
            <a:off x="250826" y="1058863"/>
            <a:ext cx="8642348" cy="2665412"/>
          </a:xfrm>
        </p:spPr>
        <p:txBody>
          <a:bodyPr rIns="0" numCol="2" spcCol="180000"/>
          <a:lstStyle>
            <a:lvl1pPr marL="180000" indent="-180000" defTabSz="0">
              <a:lnSpc>
                <a:spcPct val="100000"/>
              </a:lnSpc>
              <a:spcBef>
                <a:spcPts val="0"/>
              </a:spcBef>
              <a:buFont typeface="Arial" panose="020B0604020202020204" pitchFamily="34" charset="0"/>
              <a:buChar char="•"/>
              <a:tabLst>
                <a:tab pos="180000" algn="l"/>
              </a:tabLst>
              <a:defRPr/>
            </a:lvl1pPr>
          </a:lstStyle>
          <a:p>
            <a:r>
              <a:rPr lang="de-DE" dirty="0"/>
              <a:t>Click to </a:t>
            </a:r>
            <a:r>
              <a:rPr lang="de-DE" dirty="0" err="1"/>
              <a:t>edit</a:t>
            </a:r>
            <a:r>
              <a:rPr lang="de-DE" dirty="0"/>
              <a:t> </a:t>
            </a:r>
            <a:r>
              <a:rPr lang="de-DE" dirty="0" err="1"/>
              <a:t>text</a:t>
            </a:r>
            <a:r>
              <a:rPr lang="de-DE" dirty="0"/>
              <a:t> (</a:t>
            </a:r>
            <a:r>
              <a:rPr lang="de-DE" dirty="0" err="1"/>
              <a:t>two</a:t>
            </a:r>
            <a:r>
              <a:rPr lang="de-DE" dirty="0"/>
              <a:t> </a:t>
            </a:r>
            <a:r>
              <a:rPr lang="de-DE" dirty="0" err="1"/>
              <a:t>columns</a:t>
            </a:r>
            <a:r>
              <a:rPr lang="de-DE" dirty="0"/>
              <a:t>)</a:t>
            </a:r>
          </a:p>
        </p:txBody>
      </p:sp>
      <p:sp>
        <p:nvSpPr>
          <p:cNvPr id="9" name="Inhaltsplatzhalter 8"/>
          <p:cNvSpPr>
            <a:spLocks noGrp="1"/>
          </p:cNvSpPr>
          <p:nvPr>
            <p:ph sz="quarter" idx="14" hasCustomPrompt="1"/>
          </p:nvPr>
        </p:nvSpPr>
        <p:spPr>
          <a:xfrm>
            <a:off x="6805586" y="3435846"/>
            <a:ext cx="2087588" cy="936129"/>
          </a:xfrm>
          <a:solidFill>
            <a:schemeClr val="accent5">
              <a:lumMod val="40000"/>
              <a:lumOff val="60000"/>
            </a:schemeClr>
          </a:solidFill>
        </p:spPr>
        <p:txBody>
          <a:bodyPr lIns="72000" tIns="72000" bIns="72000"/>
          <a:lstStyle>
            <a:lvl1pPr marL="0" indent="0" defTabSz="0">
              <a:spcBef>
                <a:spcPts val="0"/>
              </a:spcBef>
              <a:buClr>
                <a:schemeClr val="tx1"/>
              </a:buClr>
              <a:buFontTx/>
              <a:buNone/>
              <a:tabLst>
                <a:tab pos="180000" algn="l"/>
              </a:tabLst>
              <a:defRPr sz="1000" b="0"/>
            </a:lvl1pPr>
            <a:lvl2pPr marL="0" indent="0">
              <a:buClr>
                <a:schemeClr val="tx1"/>
              </a:buClr>
              <a:buFont typeface="+mj-lt"/>
              <a:buNone/>
              <a:defRPr sz="1000"/>
            </a:lvl2pPr>
            <a:lvl3pPr marL="228600" indent="-228600">
              <a:buClr>
                <a:schemeClr val="tx1"/>
              </a:buClr>
              <a:buFont typeface="+mj-lt"/>
              <a:buAutoNum type="arabicPeriod"/>
              <a:defRPr sz="1000"/>
            </a:lvl3pPr>
            <a:lvl4pPr marL="228600" indent="-228600">
              <a:buClr>
                <a:schemeClr val="tx1"/>
              </a:buClr>
              <a:buFont typeface="+mj-lt"/>
              <a:buAutoNum type="arabicPeriod"/>
              <a:defRPr sz="1000"/>
            </a:lvl4pPr>
            <a:lvl5pPr marL="228600" indent="-228600">
              <a:buClr>
                <a:schemeClr val="tx1"/>
              </a:buClr>
              <a:buFont typeface="+mj-lt"/>
              <a:buAutoNum type="arabicPeriod"/>
              <a:defRPr sz="1000"/>
            </a:lvl5pPr>
          </a:lstStyle>
          <a:p>
            <a:pPr defTabSz="0">
              <a:spcBef>
                <a:spcPts val="0"/>
              </a:spcBef>
              <a:buClr>
                <a:schemeClr val="tx1"/>
              </a:buClr>
              <a:tabLst>
                <a:tab pos="180000" algn="l"/>
              </a:tabLst>
            </a:pPr>
            <a:r>
              <a:rPr lang="de-DE" dirty="0"/>
              <a:t>Click to </a:t>
            </a:r>
            <a:r>
              <a:rPr lang="de-DE" dirty="0" err="1"/>
              <a:t>edit</a:t>
            </a:r>
            <a:r>
              <a:rPr lang="de-DE" dirty="0"/>
              <a:t> legend</a:t>
            </a:r>
          </a:p>
          <a:p>
            <a:pPr lvl="1"/>
            <a:endParaRPr lang="de-DE" dirty="0"/>
          </a:p>
        </p:txBody>
      </p:sp>
      <p:sp>
        <p:nvSpPr>
          <p:cNvPr id="10" name="Inhaltsplatzhalter 7"/>
          <p:cNvSpPr>
            <a:spLocks noGrp="1"/>
          </p:cNvSpPr>
          <p:nvPr>
            <p:ph sz="quarter" idx="12" hasCustomPrompt="1"/>
          </p:nvPr>
        </p:nvSpPr>
        <p:spPr>
          <a:xfrm>
            <a:off x="250825" y="3917547"/>
            <a:ext cx="142337" cy="382588"/>
          </a:xfrm>
          <a:ln w="0">
            <a:solidFill>
              <a:schemeClr val="bg1"/>
            </a:solidFill>
          </a:ln>
        </p:spPr>
        <p:txBody>
          <a:bodyPr/>
          <a:lstStyle>
            <a:lvl1pPr marL="0" indent="0">
              <a:buFontTx/>
              <a:buNone/>
              <a:defRPr>
                <a:solidFill>
                  <a:srgbClr val="84B819"/>
                </a:solidFill>
              </a:defRPr>
            </a:lvl1pPr>
          </a:lstStyle>
          <a:p>
            <a:pPr lvl="0"/>
            <a:r>
              <a:rPr lang="de-DE" dirty="0"/>
              <a:t>►</a:t>
            </a:r>
          </a:p>
        </p:txBody>
      </p:sp>
      <p:sp>
        <p:nvSpPr>
          <p:cNvPr id="11" name="Titel 1"/>
          <p:cNvSpPr>
            <a:spLocks noGrp="1"/>
          </p:cNvSpPr>
          <p:nvPr>
            <p:ph type="title" hasCustomPrompt="1"/>
          </p:nvPr>
        </p:nvSpPr>
        <p:spPr>
          <a:xfrm>
            <a:off x="539553" y="3917547"/>
            <a:ext cx="6048672" cy="553970"/>
          </a:xfrm>
        </p:spPr>
        <p:txBody>
          <a:bodyPr/>
          <a:lstStyle>
            <a:lvl1pPr marL="0" indent="0">
              <a:defRPr baseline="0"/>
            </a:lvl1pPr>
          </a:lstStyle>
          <a:p>
            <a:r>
              <a:rPr lang="de-DE" dirty="0"/>
              <a:t>Click to </a:t>
            </a:r>
            <a:r>
              <a:rPr lang="de-DE" dirty="0" err="1"/>
              <a:t>edit</a:t>
            </a:r>
            <a:r>
              <a:rPr lang="de-DE" dirty="0"/>
              <a:t> </a:t>
            </a:r>
            <a:r>
              <a:rPr lang="de-DE" dirty="0" err="1"/>
              <a:t>conclusion</a:t>
            </a:r>
            <a:r>
              <a:rPr lang="de-DE" dirty="0"/>
              <a:t> (optional)</a:t>
            </a:r>
          </a:p>
        </p:txBody>
      </p:sp>
    </p:spTree>
    <p:extLst>
      <p:ext uri="{BB962C8B-B14F-4D97-AF65-F5344CB8AC3E}">
        <p14:creationId xmlns:p14="http://schemas.microsoft.com/office/powerpoint/2010/main" val="1902296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aster Slide Text - three columns">
    <p:spTree>
      <p:nvGrpSpPr>
        <p:cNvPr id="1" name=""/>
        <p:cNvGrpSpPr/>
        <p:nvPr/>
      </p:nvGrpSpPr>
      <p:grpSpPr>
        <a:xfrm>
          <a:off x="0" y="0"/>
          <a:ext cx="0" cy="0"/>
          <a:chOff x="0" y="0"/>
          <a:chExt cx="0" cy="0"/>
        </a:xfrm>
      </p:grpSpPr>
      <p:sp>
        <p:nvSpPr>
          <p:cNvPr id="7" name="Fußzeilenplatzhalter 6"/>
          <p:cNvSpPr>
            <a:spLocks noGrp="1"/>
          </p:cNvSpPr>
          <p:nvPr>
            <p:ph type="ftr" sz="quarter" idx="16"/>
          </p:nvPr>
        </p:nvSpPr>
        <p:spPr/>
        <p:txBody>
          <a:bodyPr/>
          <a:lstStyle/>
          <a:p>
            <a:r>
              <a:rPr lang="en-US" dirty="0"/>
              <a:t>Group G2, PAS | MLME Project</a:t>
            </a:r>
            <a:endParaRPr lang="de-DE" dirty="0"/>
          </a:p>
        </p:txBody>
      </p:sp>
      <p:sp>
        <p:nvSpPr>
          <p:cNvPr id="2" name="Datumsplatzhalter 1"/>
          <p:cNvSpPr>
            <a:spLocks noGrp="1"/>
          </p:cNvSpPr>
          <p:nvPr>
            <p:ph type="dt" sz="half" idx="15"/>
          </p:nvPr>
        </p:nvSpPr>
        <p:spPr/>
        <p:txBody>
          <a:bodyPr/>
          <a:lstStyle/>
          <a:p>
            <a:fld id="{5E871DD7-F014-4238-ABB8-38A075B5760E}"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8" name="Textplatzhalter 4"/>
          <p:cNvSpPr>
            <a:spLocks noGrp="1"/>
          </p:cNvSpPr>
          <p:nvPr>
            <p:ph type="body" sz="quarter" idx="14" hasCustomPrompt="1"/>
          </p:nvPr>
        </p:nvSpPr>
        <p:spPr>
          <a:xfrm>
            <a:off x="250825" y="464468"/>
            <a:ext cx="8642350" cy="444374"/>
          </a:xfrm>
        </p:spPr>
        <p:txBody>
          <a:bodyPr/>
          <a:lstStyle>
            <a:lvl1pPr marL="0" indent="0">
              <a:spcBef>
                <a:spcPts val="0"/>
              </a:spcBef>
              <a:buNone/>
              <a:defRPr sz="28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a:t>
            </a:r>
          </a:p>
        </p:txBody>
      </p:sp>
      <p:sp>
        <p:nvSpPr>
          <p:cNvPr id="6" name="Inhaltsplatzhalter 4"/>
          <p:cNvSpPr>
            <a:spLocks noGrp="1"/>
          </p:cNvSpPr>
          <p:nvPr>
            <p:ph sz="quarter" idx="11" hasCustomPrompt="1"/>
          </p:nvPr>
        </p:nvSpPr>
        <p:spPr>
          <a:xfrm>
            <a:off x="250825" y="1058863"/>
            <a:ext cx="8642350" cy="2665412"/>
          </a:xfrm>
        </p:spPr>
        <p:txBody>
          <a:bodyPr rIns="0" numCol="3" spcCol="180000"/>
          <a:lstStyle>
            <a:lvl1pPr marL="180000" indent="-180000" defTabSz="0">
              <a:lnSpc>
                <a:spcPct val="100000"/>
              </a:lnSpc>
              <a:spcBef>
                <a:spcPts val="0"/>
              </a:spcBef>
              <a:buFont typeface="Arial" panose="020B0604020202020204" pitchFamily="34" charset="0"/>
              <a:buChar char="•"/>
              <a:tabLst>
                <a:tab pos="180000" algn="l"/>
              </a:tabLst>
              <a:defRPr/>
            </a:lvl1pPr>
          </a:lstStyle>
          <a:p>
            <a:r>
              <a:rPr lang="de-DE" dirty="0"/>
              <a:t>Click to </a:t>
            </a:r>
            <a:r>
              <a:rPr lang="de-DE" dirty="0" err="1"/>
              <a:t>edit</a:t>
            </a:r>
            <a:r>
              <a:rPr lang="de-DE" dirty="0"/>
              <a:t> </a:t>
            </a:r>
            <a:r>
              <a:rPr lang="de-DE" dirty="0" err="1"/>
              <a:t>text</a:t>
            </a:r>
            <a:r>
              <a:rPr lang="de-DE" dirty="0"/>
              <a:t> (</a:t>
            </a:r>
            <a:r>
              <a:rPr lang="de-DE" dirty="0" err="1"/>
              <a:t>three</a:t>
            </a:r>
            <a:r>
              <a:rPr lang="de-DE" dirty="0"/>
              <a:t> </a:t>
            </a:r>
            <a:r>
              <a:rPr lang="de-DE" dirty="0" err="1"/>
              <a:t>columns</a:t>
            </a:r>
            <a:r>
              <a:rPr lang="de-DE" dirty="0"/>
              <a:t>) </a:t>
            </a:r>
          </a:p>
          <a:p>
            <a:pPr marL="180000" indent="-180000" defTabSz="0">
              <a:lnSpc>
                <a:spcPct val="100000"/>
              </a:lnSpc>
              <a:spcBef>
                <a:spcPts val="0"/>
              </a:spcBef>
              <a:buFont typeface="Arial" panose="020B0604020202020204" pitchFamily="34" charset="0"/>
              <a:buChar char="•"/>
              <a:tabLst>
                <a:tab pos="180000" algn="l"/>
              </a:tabLst>
            </a:pPr>
            <a:endParaRPr lang="de-DE" sz="1650" dirty="0">
              <a:solidFill>
                <a:schemeClr val="tx1"/>
              </a:solidFill>
            </a:endParaRPr>
          </a:p>
        </p:txBody>
      </p:sp>
      <p:sp>
        <p:nvSpPr>
          <p:cNvPr id="9" name="Inhaltsplatzhalter 7"/>
          <p:cNvSpPr>
            <a:spLocks noGrp="1"/>
          </p:cNvSpPr>
          <p:nvPr>
            <p:ph sz="quarter" idx="12" hasCustomPrompt="1"/>
          </p:nvPr>
        </p:nvSpPr>
        <p:spPr>
          <a:xfrm>
            <a:off x="250825" y="3917547"/>
            <a:ext cx="176212" cy="382588"/>
          </a:xfrm>
          <a:ln w="0">
            <a:solidFill>
              <a:schemeClr val="bg1"/>
            </a:solidFill>
          </a:ln>
        </p:spPr>
        <p:txBody>
          <a:bodyPr/>
          <a:lstStyle>
            <a:lvl1pPr marL="0" indent="0">
              <a:buFontTx/>
              <a:buNone/>
              <a:defRPr>
                <a:solidFill>
                  <a:srgbClr val="84B819"/>
                </a:solidFill>
              </a:defRPr>
            </a:lvl1pPr>
          </a:lstStyle>
          <a:p>
            <a:pPr lvl="0"/>
            <a:r>
              <a:rPr lang="de-DE" dirty="0"/>
              <a:t>►</a:t>
            </a:r>
          </a:p>
        </p:txBody>
      </p:sp>
      <p:sp>
        <p:nvSpPr>
          <p:cNvPr id="10" name="Titel 1"/>
          <p:cNvSpPr>
            <a:spLocks noGrp="1"/>
          </p:cNvSpPr>
          <p:nvPr>
            <p:ph type="title" hasCustomPrompt="1"/>
          </p:nvPr>
        </p:nvSpPr>
        <p:spPr>
          <a:xfrm>
            <a:off x="539552" y="3917547"/>
            <a:ext cx="8353623" cy="553970"/>
          </a:xfrm>
        </p:spPr>
        <p:txBody>
          <a:bodyPr/>
          <a:lstStyle>
            <a:lvl1pPr marL="0" indent="0">
              <a:defRPr baseline="0"/>
            </a:lvl1pPr>
          </a:lstStyle>
          <a:p>
            <a:r>
              <a:rPr lang="de-DE" dirty="0"/>
              <a:t>Click to </a:t>
            </a:r>
            <a:r>
              <a:rPr lang="de-DE" dirty="0" err="1"/>
              <a:t>edit</a:t>
            </a:r>
            <a:r>
              <a:rPr lang="de-DE" dirty="0"/>
              <a:t> </a:t>
            </a:r>
            <a:r>
              <a:rPr lang="de-DE" dirty="0" err="1"/>
              <a:t>conclusion</a:t>
            </a:r>
            <a:r>
              <a:rPr lang="de-DE" dirty="0"/>
              <a:t> (optional)</a:t>
            </a:r>
          </a:p>
        </p:txBody>
      </p:sp>
    </p:spTree>
    <p:extLst>
      <p:ext uri="{BB962C8B-B14F-4D97-AF65-F5344CB8AC3E}">
        <p14:creationId xmlns:p14="http://schemas.microsoft.com/office/powerpoint/2010/main" val="1230625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ster Slide Text - subline, two columns of text">
    <p:spTree>
      <p:nvGrpSpPr>
        <p:cNvPr id="1" name=""/>
        <p:cNvGrpSpPr/>
        <p:nvPr/>
      </p:nvGrpSpPr>
      <p:grpSpPr>
        <a:xfrm>
          <a:off x="0" y="0"/>
          <a:ext cx="0" cy="0"/>
          <a:chOff x="0" y="0"/>
          <a:chExt cx="0" cy="0"/>
        </a:xfrm>
      </p:grpSpPr>
      <p:sp>
        <p:nvSpPr>
          <p:cNvPr id="4" name="Fußzeilenplatzhalter 3"/>
          <p:cNvSpPr>
            <a:spLocks noGrp="1"/>
          </p:cNvSpPr>
          <p:nvPr>
            <p:ph type="ftr" sz="quarter" idx="18"/>
          </p:nvPr>
        </p:nvSpPr>
        <p:spPr/>
        <p:txBody>
          <a:bodyPr/>
          <a:lstStyle/>
          <a:p>
            <a:r>
              <a:rPr lang="en-US" dirty="0"/>
              <a:t>Group G2, PAS | MLME Project</a:t>
            </a:r>
            <a:endParaRPr lang="de-DE" dirty="0"/>
          </a:p>
        </p:txBody>
      </p:sp>
      <p:sp>
        <p:nvSpPr>
          <p:cNvPr id="2" name="Datumsplatzhalter 1"/>
          <p:cNvSpPr>
            <a:spLocks noGrp="1"/>
          </p:cNvSpPr>
          <p:nvPr>
            <p:ph type="dt" sz="half" idx="17"/>
          </p:nvPr>
        </p:nvSpPr>
        <p:spPr/>
        <p:txBody>
          <a:bodyPr/>
          <a:lstStyle/>
          <a:p>
            <a:fld id="{39626A3B-31EF-436A-ADB5-442F8F97EB21}"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13" name="Textplatzhalter 4"/>
          <p:cNvSpPr>
            <a:spLocks noGrp="1"/>
          </p:cNvSpPr>
          <p:nvPr>
            <p:ph type="body" sz="quarter" idx="15" hasCustomPrompt="1"/>
          </p:nvPr>
        </p:nvSpPr>
        <p:spPr>
          <a:xfrm>
            <a:off x="270300" y="464468"/>
            <a:ext cx="8622129" cy="444374"/>
          </a:xfrm>
        </p:spPr>
        <p:txBody>
          <a:bodyPr/>
          <a:lstStyle>
            <a:lvl1pPr marL="0" indent="0">
              <a:spcBef>
                <a:spcPts val="0"/>
              </a:spcBef>
              <a:buNone/>
              <a:defRPr sz="28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a:t>
            </a:r>
          </a:p>
        </p:txBody>
      </p:sp>
      <p:sp>
        <p:nvSpPr>
          <p:cNvPr id="14" name="Textplatzhalter 12"/>
          <p:cNvSpPr>
            <a:spLocks noGrp="1"/>
          </p:cNvSpPr>
          <p:nvPr>
            <p:ph type="body" sz="quarter" idx="16" hasCustomPrompt="1"/>
          </p:nvPr>
        </p:nvSpPr>
        <p:spPr>
          <a:xfrm>
            <a:off x="263576" y="1016714"/>
            <a:ext cx="8629598" cy="666750"/>
          </a:xfrm>
        </p:spPr>
        <p:txBody>
          <a:bodyPr/>
          <a:lstStyle>
            <a:lvl1pPr marL="0" indent="0">
              <a:spcBef>
                <a:spcPts val="0"/>
              </a:spcBef>
              <a:buNone/>
              <a:defRPr sz="1850"/>
            </a:lvl1pPr>
            <a:lvl2pPr marL="0" indent="0">
              <a:buNone/>
              <a:defRPr sz="1850"/>
            </a:lvl2pPr>
            <a:lvl3pPr marL="0" indent="0">
              <a:buNone/>
              <a:defRPr sz="1850"/>
            </a:lvl3pPr>
            <a:lvl4pPr marL="0" indent="0">
              <a:buNone/>
              <a:defRPr sz="1850"/>
            </a:lvl4pPr>
            <a:lvl5pPr marL="0" indent="0">
              <a:buNone/>
              <a:defRPr sz="1850"/>
            </a:lvl5pPr>
          </a:lstStyle>
          <a:p>
            <a:pPr lvl="0"/>
            <a:r>
              <a:rPr lang="de-DE" dirty="0"/>
              <a:t>Click to </a:t>
            </a:r>
            <a:r>
              <a:rPr lang="de-DE" dirty="0" err="1"/>
              <a:t>edit</a:t>
            </a:r>
            <a:r>
              <a:rPr lang="de-DE" dirty="0"/>
              <a:t> </a:t>
            </a:r>
            <a:r>
              <a:rPr lang="de-DE" dirty="0" err="1"/>
              <a:t>subline</a:t>
            </a:r>
            <a:r>
              <a:rPr lang="de-DE" dirty="0"/>
              <a:t> (</a:t>
            </a:r>
            <a:r>
              <a:rPr lang="de-DE" dirty="0" err="1"/>
              <a:t>one</a:t>
            </a:r>
            <a:r>
              <a:rPr lang="de-DE" dirty="0"/>
              <a:t> </a:t>
            </a:r>
            <a:r>
              <a:rPr lang="de-DE" dirty="0" err="1"/>
              <a:t>or</a:t>
            </a:r>
            <a:r>
              <a:rPr lang="de-DE" dirty="0"/>
              <a:t> </a:t>
            </a:r>
            <a:r>
              <a:rPr lang="de-DE" dirty="0" err="1"/>
              <a:t>two</a:t>
            </a:r>
            <a:r>
              <a:rPr lang="de-DE" dirty="0"/>
              <a:t> </a:t>
            </a:r>
            <a:r>
              <a:rPr lang="de-DE" dirty="0" err="1"/>
              <a:t>lines</a:t>
            </a:r>
            <a:r>
              <a:rPr lang="de-DE" dirty="0"/>
              <a:t>)</a:t>
            </a:r>
          </a:p>
        </p:txBody>
      </p:sp>
      <p:sp>
        <p:nvSpPr>
          <p:cNvPr id="11" name="Inhaltsplatzhalter 4"/>
          <p:cNvSpPr>
            <a:spLocks noGrp="1"/>
          </p:cNvSpPr>
          <p:nvPr>
            <p:ph sz="quarter" idx="11" hasCustomPrompt="1"/>
          </p:nvPr>
        </p:nvSpPr>
        <p:spPr>
          <a:xfrm>
            <a:off x="256853" y="1851669"/>
            <a:ext cx="8637066" cy="1872605"/>
          </a:xfrm>
        </p:spPr>
        <p:txBody>
          <a:bodyPr rIns="0" numCol="2" spcCol="180000"/>
          <a:lstStyle>
            <a:lvl1pPr marL="180000" indent="-180000" defTabSz="0">
              <a:lnSpc>
                <a:spcPct val="100000"/>
              </a:lnSpc>
              <a:spcBef>
                <a:spcPts val="0"/>
              </a:spcBef>
              <a:buFont typeface="Arial" panose="020B0604020202020204" pitchFamily="34" charset="0"/>
              <a:buChar char="•"/>
              <a:tabLst>
                <a:tab pos="180000" algn="l"/>
              </a:tabLst>
              <a:defRPr baseline="0"/>
            </a:lvl1pPr>
          </a:lstStyle>
          <a:p>
            <a:r>
              <a:rPr lang="en-US" dirty="0"/>
              <a:t>Click to edit text (two columns)</a:t>
            </a:r>
            <a:endParaRPr lang="de-DE" dirty="0"/>
          </a:p>
        </p:txBody>
      </p:sp>
      <p:sp>
        <p:nvSpPr>
          <p:cNvPr id="10" name="Inhaltsplatzhalter 7"/>
          <p:cNvSpPr>
            <a:spLocks noGrp="1"/>
          </p:cNvSpPr>
          <p:nvPr>
            <p:ph sz="quarter" idx="12" hasCustomPrompt="1"/>
          </p:nvPr>
        </p:nvSpPr>
        <p:spPr>
          <a:xfrm>
            <a:off x="250825" y="3917547"/>
            <a:ext cx="176212" cy="382588"/>
          </a:xfrm>
          <a:ln w="0">
            <a:solidFill>
              <a:schemeClr val="bg1"/>
            </a:solidFill>
          </a:ln>
        </p:spPr>
        <p:txBody>
          <a:bodyPr/>
          <a:lstStyle>
            <a:lvl1pPr marL="0" indent="0">
              <a:buFontTx/>
              <a:buNone/>
              <a:defRPr>
                <a:solidFill>
                  <a:srgbClr val="84B819"/>
                </a:solidFill>
              </a:defRPr>
            </a:lvl1pPr>
          </a:lstStyle>
          <a:p>
            <a:pPr lvl="0"/>
            <a:r>
              <a:rPr lang="de-DE" dirty="0"/>
              <a:t>►</a:t>
            </a:r>
          </a:p>
        </p:txBody>
      </p:sp>
      <p:sp>
        <p:nvSpPr>
          <p:cNvPr id="15" name="Titel 1"/>
          <p:cNvSpPr>
            <a:spLocks noGrp="1"/>
          </p:cNvSpPr>
          <p:nvPr>
            <p:ph type="title" hasCustomPrompt="1"/>
          </p:nvPr>
        </p:nvSpPr>
        <p:spPr>
          <a:xfrm>
            <a:off x="539552" y="3917547"/>
            <a:ext cx="8353623" cy="553970"/>
          </a:xfrm>
        </p:spPr>
        <p:txBody>
          <a:bodyPr/>
          <a:lstStyle>
            <a:lvl1pPr marL="0" indent="0">
              <a:defRPr baseline="0"/>
            </a:lvl1pPr>
          </a:lstStyle>
          <a:p>
            <a:r>
              <a:rPr lang="de-DE" dirty="0"/>
              <a:t>Click to </a:t>
            </a:r>
            <a:r>
              <a:rPr lang="de-DE" dirty="0" err="1"/>
              <a:t>edit</a:t>
            </a:r>
            <a:r>
              <a:rPr lang="de-DE" dirty="0"/>
              <a:t> </a:t>
            </a:r>
            <a:r>
              <a:rPr lang="de-DE" dirty="0" err="1"/>
              <a:t>conclusion</a:t>
            </a:r>
            <a:r>
              <a:rPr lang="de-DE" dirty="0"/>
              <a:t> (optional)</a:t>
            </a:r>
          </a:p>
        </p:txBody>
      </p:sp>
    </p:spTree>
    <p:extLst>
      <p:ext uri="{BB962C8B-B14F-4D97-AF65-F5344CB8AC3E}">
        <p14:creationId xmlns:p14="http://schemas.microsoft.com/office/powerpoint/2010/main" val="1462122532"/>
      </p:ext>
    </p:extLst>
  </p:cSld>
  <p:clrMapOvr>
    <a:masterClrMapping/>
  </p:clrMapOvr>
  <p:extLst>
    <p:ext uri="{DCECCB84-F9BA-43D5-87BE-67443E8EF086}">
      <p15:sldGuideLst xmlns:p15="http://schemas.microsoft.com/office/powerpoint/2012/main">
        <p15:guide id="1" orient="horz" pos="960" userDrawn="1">
          <p15:clr>
            <a:srgbClr val="FBAE40"/>
          </p15:clr>
        </p15:guide>
        <p15:guide id="2" orient="horz" pos="121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aster Slide Text - subline, two columns of text #b">
    <p:spTree>
      <p:nvGrpSpPr>
        <p:cNvPr id="1" name=""/>
        <p:cNvGrpSpPr/>
        <p:nvPr/>
      </p:nvGrpSpPr>
      <p:grpSpPr>
        <a:xfrm>
          <a:off x="0" y="0"/>
          <a:ext cx="0" cy="0"/>
          <a:chOff x="0" y="0"/>
          <a:chExt cx="0" cy="0"/>
        </a:xfrm>
      </p:grpSpPr>
      <p:sp>
        <p:nvSpPr>
          <p:cNvPr id="4" name="Fußzeilenplatzhalter 3"/>
          <p:cNvSpPr>
            <a:spLocks noGrp="1"/>
          </p:cNvSpPr>
          <p:nvPr>
            <p:ph type="ftr" sz="quarter" idx="18"/>
          </p:nvPr>
        </p:nvSpPr>
        <p:spPr/>
        <p:txBody>
          <a:bodyPr/>
          <a:lstStyle/>
          <a:p>
            <a:r>
              <a:rPr lang="en-US" dirty="0"/>
              <a:t>Group G2, PAS | MLME Project</a:t>
            </a:r>
            <a:endParaRPr lang="de-DE" dirty="0"/>
          </a:p>
        </p:txBody>
      </p:sp>
      <p:sp>
        <p:nvSpPr>
          <p:cNvPr id="2" name="Datumsplatzhalter 1"/>
          <p:cNvSpPr>
            <a:spLocks noGrp="1"/>
          </p:cNvSpPr>
          <p:nvPr>
            <p:ph type="dt" sz="half" idx="17"/>
          </p:nvPr>
        </p:nvSpPr>
        <p:spPr/>
        <p:txBody>
          <a:bodyPr/>
          <a:lstStyle/>
          <a:p>
            <a:fld id="{41D6C291-AF0D-4236-A0FC-4A40B7923779}"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11" name="Textplatzhalter 4"/>
          <p:cNvSpPr>
            <a:spLocks noGrp="1"/>
          </p:cNvSpPr>
          <p:nvPr>
            <p:ph type="body" sz="quarter" idx="15" hasCustomPrompt="1"/>
          </p:nvPr>
        </p:nvSpPr>
        <p:spPr>
          <a:xfrm>
            <a:off x="261355" y="464468"/>
            <a:ext cx="8631819" cy="883146"/>
          </a:xfrm>
        </p:spPr>
        <p:txBody>
          <a:bodyPr/>
          <a:lstStyle>
            <a:lvl1pPr marL="0" indent="0">
              <a:spcBef>
                <a:spcPts val="0"/>
              </a:spcBef>
              <a:buNone/>
              <a:defRPr sz="28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 (</a:t>
            </a:r>
            <a:r>
              <a:rPr lang="de-DE" dirty="0" err="1"/>
              <a:t>one</a:t>
            </a:r>
            <a:r>
              <a:rPr lang="de-DE" dirty="0"/>
              <a:t> </a:t>
            </a:r>
            <a:r>
              <a:rPr lang="de-DE" dirty="0" err="1"/>
              <a:t>or</a:t>
            </a:r>
            <a:r>
              <a:rPr lang="de-DE" dirty="0"/>
              <a:t> </a:t>
            </a:r>
            <a:r>
              <a:rPr lang="de-DE" dirty="0" err="1"/>
              <a:t>two</a:t>
            </a:r>
            <a:r>
              <a:rPr lang="de-DE" dirty="0"/>
              <a:t> </a:t>
            </a:r>
            <a:r>
              <a:rPr lang="de-DE" dirty="0" err="1"/>
              <a:t>lines</a:t>
            </a:r>
            <a:r>
              <a:rPr lang="de-DE" dirty="0"/>
              <a:t>)</a:t>
            </a:r>
          </a:p>
        </p:txBody>
      </p:sp>
      <p:sp>
        <p:nvSpPr>
          <p:cNvPr id="13" name="Textplatzhalter 12"/>
          <p:cNvSpPr>
            <a:spLocks noGrp="1"/>
          </p:cNvSpPr>
          <p:nvPr>
            <p:ph type="body" sz="quarter" idx="16" hasCustomPrompt="1"/>
          </p:nvPr>
        </p:nvSpPr>
        <p:spPr>
          <a:xfrm>
            <a:off x="261355" y="1413402"/>
            <a:ext cx="8631819" cy="666750"/>
          </a:xfrm>
        </p:spPr>
        <p:txBody>
          <a:bodyPr/>
          <a:lstStyle>
            <a:lvl1pPr marL="0" indent="0">
              <a:spcBef>
                <a:spcPts val="0"/>
              </a:spcBef>
              <a:buNone/>
              <a:defRPr sz="1850"/>
            </a:lvl1pPr>
            <a:lvl2pPr marL="0" indent="0">
              <a:buNone/>
              <a:defRPr sz="1850"/>
            </a:lvl2pPr>
            <a:lvl3pPr marL="0" indent="0">
              <a:buNone/>
              <a:defRPr sz="1850"/>
            </a:lvl3pPr>
            <a:lvl4pPr marL="0" indent="0">
              <a:buNone/>
              <a:defRPr sz="1850"/>
            </a:lvl4pPr>
            <a:lvl5pPr marL="0" indent="0">
              <a:buNone/>
              <a:defRPr sz="1850"/>
            </a:lvl5pPr>
          </a:lstStyle>
          <a:p>
            <a:pPr lvl="0"/>
            <a:r>
              <a:rPr lang="de-DE" dirty="0"/>
              <a:t>Click to </a:t>
            </a:r>
            <a:r>
              <a:rPr lang="de-DE" dirty="0" err="1"/>
              <a:t>edit</a:t>
            </a:r>
            <a:r>
              <a:rPr lang="de-DE" dirty="0"/>
              <a:t> </a:t>
            </a:r>
            <a:r>
              <a:rPr lang="de-DE" dirty="0" err="1"/>
              <a:t>subline</a:t>
            </a:r>
            <a:r>
              <a:rPr lang="de-DE" dirty="0"/>
              <a:t> (</a:t>
            </a:r>
            <a:r>
              <a:rPr lang="de-DE" dirty="0" err="1"/>
              <a:t>one</a:t>
            </a:r>
            <a:r>
              <a:rPr lang="de-DE" dirty="0"/>
              <a:t> </a:t>
            </a:r>
            <a:r>
              <a:rPr lang="de-DE" dirty="0" err="1"/>
              <a:t>or</a:t>
            </a:r>
            <a:r>
              <a:rPr lang="de-DE" dirty="0"/>
              <a:t> </a:t>
            </a:r>
            <a:r>
              <a:rPr lang="de-DE" dirty="0" err="1"/>
              <a:t>two</a:t>
            </a:r>
            <a:r>
              <a:rPr lang="de-DE" dirty="0"/>
              <a:t> </a:t>
            </a:r>
            <a:r>
              <a:rPr lang="de-DE" dirty="0" err="1"/>
              <a:t>lines</a:t>
            </a:r>
            <a:r>
              <a:rPr lang="de-DE" dirty="0"/>
              <a:t>)</a:t>
            </a:r>
          </a:p>
        </p:txBody>
      </p:sp>
      <p:sp>
        <p:nvSpPr>
          <p:cNvPr id="8" name="Inhaltsplatzhalter 4"/>
          <p:cNvSpPr>
            <a:spLocks noGrp="1"/>
          </p:cNvSpPr>
          <p:nvPr>
            <p:ph sz="quarter" idx="11" hasCustomPrompt="1"/>
          </p:nvPr>
        </p:nvSpPr>
        <p:spPr>
          <a:xfrm>
            <a:off x="261354" y="2226732"/>
            <a:ext cx="8631819" cy="1497543"/>
          </a:xfrm>
        </p:spPr>
        <p:txBody>
          <a:bodyPr numCol="2" spcCol="180000"/>
          <a:lstStyle>
            <a:lvl1pPr marL="180000" indent="-180000" defTabSz="0">
              <a:lnSpc>
                <a:spcPct val="100000"/>
              </a:lnSpc>
              <a:spcBef>
                <a:spcPts val="0"/>
              </a:spcBef>
              <a:buFont typeface="Arial" panose="020B0604020202020204" pitchFamily="34" charset="0"/>
              <a:buChar char="•"/>
              <a:tabLst>
                <a:tab pos="180000" algn="l"/>
              </a:tabLst>
              <a:defRPr/>
            </a:lvl1pPr>
          </a:lstStyle>
          <a:p>
            <a:r>
              <a:rPr lang="en-US" dirty="0"/>
              <a:t>Click to edit text (two columns)</a:t>
            </a:r>
            <a:endParaRPr lang="de-DE" dirty="0"/>
          </a:p>
          <a:p>
            <a:pPr marL="180000" indent="-180000" defTabSz="0">
              <a:lnSpc>
                <a:spcPct val="100000"/>
              </a:lnSpc>
              <a:spcBef>
                <a:spcPts val="0"/>
              </a:spcBef>
              <a:buFont typeface="Arial" panose="020B0604020202020204" pitchFamily="34" charset="0"/>
              <a:buChar char="•"/>
              <a:tabLst>
                <a:tab pos="180000" algn="l"/>
              </a:tabLst>
            </a:pPr>
            <a:endParaRPr lang="de-DE" sz="1650" dirty="0">
              <a:solidFill>
                <a:schemeClr val="tx1"/>
              </a:solidFill>
            </a:endParaRPr>
          </a:p>
        </p:txBody>
      </p:sp>
      <p:sp>
        <p:nvSpPr>
          <p:cNvPr id="12" name="Inhaltsplatzhalter 7"/>
          <p:cNvSpPr>
            <a:spLocks noGrp="1"/>
          </p:cNvSpPr>
          <p:nvPr>
            <p:ph sz="quarter" idx="12" hasCustomPrompt="1"/>
          </p:nvPr>
        </p:nvSpPr>
        <p:spPr>
          <a:xfrm>
            <a:off x="250825" y="3917547"/>
            <a:ext cx="176212" cy="382588"/>
          </a:xfrm>
          <a:ln w="0">
            <a:solidFill>
              <a:schemeClr val="bg1"/>
            </a:solidFill>
          </a:ln>
        </p:spPr>
        <p:txBody>
          <a:bodyPr/>
          <a:lstStyle>
            <a:lvl1pPr marL="0" indent="0">
              <a:buFontTx/>
              <a:buNone/>
              <a:defRPr>
                <a:solidFill>
                  <a:srgbClr val="84B819"/>
                </a:solidFill>
              </a:defRPr>
            </a:lvl1pPr>
          </a:lstStyle>
          <a:p>
            <a:pPr lvl="0"/>
            <a:r>
              <a:rPr lang="de-DE" dirty="0"/>
              <a:t>►</a:t>
            </a:r>
          </a:p>
        </p:txBody>
      </p:sp>
      <p:sp>
        <p:nvSpPr>
          <p:cNvPr id="14" name="Titel 1"/>
          <p:cNvSpPr>
            <a:spLocks noGrp="1"/>
          </p:cNvSpPr>
          <p:nvPr>
            <p:ph type="title" hasCustomPrompt="1"/>
          </p:nvPr>
        </p:nvSpPr>
        <p:spPr>
          <a:xfrm>
            <a:off x="539552" y="3917547"/>
            <a:ext cx="8353623" cy="553970"/>
          </a:xfrm>
        </p:spPr>
        <p:txBody>
          <a:bodyPr/>
          <a:lstStyle>
            <a:lvl1pPr marL="0" indent="0">
              <a:defRPr baseline="0"/>
            </a:lvl1pPr>
          </a:lstStyle>
          <a:p>
            <a:r>
              <a:rPr lang="de-DE" dirty="0"/>
              <a:t>Click to </a:t>
            </a:r>
            <a:r>
              <a:rPr lang="de-DE" dirty="0" err="1"/>
              <a:t>edit</a:t>
            </a:r>
            <a:r>
              <a:rPr lang="de-DE" dirty="0"/>
              <a:t> </a:t>
            </a:r>
            <a:r>
              <a:rPr lang="de-DE" dirty="0" err="1"/>
              <a:t>conclusion</a:t>
            </a:r>
            <a:r>
              <a:rPr lang="de-DE" dirty="0"/>
              <a:t> (optional)</a:t>
            </a:r>
          </a:p>
        </p:txBody>
      </p:sp>
    </p:spTree>
    <p:extLst>
      <p:ext uri="{BB962C8B-B14F-4D97-AF65-F5344CB8AC3E}">
        <p14:creationId xmlns:p14="http://schemas.microsoft.com/office/powerpoint/2010/main" val="825452095"/>
      </p:ext>
    </p:extLst>
  </p:cSld>
  <p:clrMapOvr>
    <a:masterClrMapping/>
  </p:clrMapOvr>
  <p:extLst>
    <p:ext uri="{DCECCB84-F9BA-43D5-87BE-67443E8EF086}">
      <p15:sldGuideLst xmlns:p15="http://schemas.microsoft.com/office/powerpoint/2012/main">
        <p15:guide id="1" orient="horz" pos="1212" userDrawn="1">
          <p15:clr>
            <a:srgbClr val="FBAE40"/>
          </p15:clr>
        </p15:guide>
        <p15:guide id="2" orient="horz" pos="1529" userDrawn="1">
          <p15:clr>
            <a:srgbClr val="FBAE40"/>
          </p15:clr>
        </p15:guide>
        <p15:guide id="3" orient="horz" pos="9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aster Slide Text + Picture">
    <p:spTree>
      <p:nvGrpSpPr>
        <p:cNvPr id="1" name=""/>
        <p:cNvGrpSpPr/>
        <p:nvPr/>
      </p:nvGrpSpPr>
      <p:grpSpPr>
        <a:xfrm>
          <a:off x="0" y="0"/>
          <a:ext cx="0" cy="0"/>
          <a:chOff x="0" y="0"/>
          <a:chExt cx="0" cy="0"/>
        </a:xfrm>
      </p:grpSpPr>
      <p:sp>
        <p:nvSpPr>
          <p:cNvPr id="4" name="Fußzeilenplatzhalter 3"/>
          <p:cNvSpPr>
            <a:spLocks noGrp="1"/>
          </p:cNvSpPr>
          <p:nvPr>
            <p:ph type="ftr" sz="quarter" idx="18"/>
          </p:nvPr>
        </p:nvSpPr>
        <p:spPr/>
        <p:txBody>
          <a:bodyPr/>
          <a:lstStyle/>
          <a:p>
            <a:r>
              <a:rPr lang="en-US" dirty="0"/>
              <a:t>Group G2, PAS | MLME Project</a:t>
            </a:r>
            <a:endParaRPr lang="de-DE" dirty="0"/>
          </a:p>
        </p:txBody>
      </p:sp>
      <p:sp>
        <p:nvSpPr>
          <p:cNvPr id="2" name="Datumsplatzhalter 1"/>
          <p:cNvSpPr>
            <a:spLocks noGrp="1"/>
          </p:cNvSpPr>
          <p:nvPr>
            <p:ph type="dt" sz="half" idx="17"/>
          </p:nvPr>
        </p:nvSpPr>
        <p:spPr/>
        <p:txBody>
          <a:bodyPr/>
          <a:lstStyle/>
          <a:p>
            <a:fld id="{470F8DED-E470-41FD-99B1-A77F5560CF54}"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13" name="Textplatzhalter 4"/>
          <p:cNvSpPr>
            <a:spLocks noGrp="1"/>
          </p:cNvSpPr>
          <p:nvPr>
            <p:ph type="body" sz="quarter" idx="16" hasCustomPrompt="1"/>
          </p:nvPr>
        </p:nvSpPr>
        <p:spPr>
          <a:xfrm>
            <a:off x="260975" y="464468"/>
            <a:ext cx="4171140" cy="444374"/>
          </a:xfrm>
        </p:spPr>
        <p:txBody>
          <a:bodyPr/>
          <a:lstStyle>
            <a:lvl1pPr marL="0" indent="0">
              <a:spcBef>
                <a:spcPts val="0"/>
              </a:spcBef>
              <a:buNone/>
              <a:defRPr sz="28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a:t>
            </a:r>
          </a:p>
        </p:txBody>
      </p:sp>
      <p:sp>
        <p:nvSpPr>
          <p:cNvPr id="11" name="Inhaltsplatzhalter 10"/>
          <p:cNvSpPr>
            <a:spLocks noGrp="1"/>
          </p:cNvSpPr>
          <p:nvPr>
            <p:ph sz="quarter" idx="15" hasCustomPrompt="1"/>
          </p:nvPr>
        </p:nvSpPr>
        <p:spPr>
          <a:xfrm>
            <a:off x="260975" y="1058863"/>
            <a:ext cx="4167010" cy="3313112"/>
          </a:xfrm>
        </p:spPr>
        <p:txBody>
          <a:bodyPr/>
          <a:lstStyle>
            <a:lvl1pPr>
              <a:defRPr/>
            </a:lvl1pPr>
          </a:lstStyle>
          <a:p>
            <a:pPr lvl="0"/>
            <a:r>
              <a:rPr lang="en-US" dirty="0"/>
              <a:t>Click to edit text (one column, next to picture)</a:t>
            </a:r>
          </a:p>
        </p:txBody>
      </p:sp>
      <p:sp>
        <p:nvSpPr>
          <p:cNvPr id="9" name="Inhaltsplatzhalter 8"/>
          <p:cNvSpPr>
            <a:spLocks noGrp="1"/>
          </p:cNvSpPr>
          <p:nvPr>
            <p:ph sz="quarter" idx="14" hasCustomPrompt="1"/>
          </p:nvPr>
        </p:nvSpPr>
        <p:spPr>
          <a:xfrm>
            <a:off x="4572000" y="555625"/>
            <a:ext cx="4572000" cy="3960813"/>
          </a:xfrm>
          <a:solidFill>
            <a:schemeClr val="bg1">
              <a:lumMod val="95000"/>
            </a:schemeClr>
          </a:solidFill>
        </p:spPr>
        <p:txBody>
          <a:bodyPr anchor="ctr"/>
          <a:lstStyle>
            <a:lvl1pPr marL="0" indent="0" algn="ctr">
              <a:buFontTx/>
              <a:buNone/>
              <a:defRPr/>
            </a:lvl1pPr>
          </a:lstStyle>
          <a:p>
            <a:pPr lvl="0"/>
            <a:r>
              <a:rPr lang="de-DE" dirty="0"/>
              <a:t>Click to </a:t>
            </a:r>
            <a:r>
              <a:rPr lang="de-DE" dirty="0" err="1"/>
              <a:t>add</a:t>
            </a:r>
            <a:r>
              <a:rPr lang="de-DE" dirty="0"/>
              <a:t> </a:t>
            </a:r>
            <a:r>
              <a:rPr lang="de-DE" dirty="0" err="1"/>
              <a:t>picture</a:t>
            </a:r>
            <a:endParaRPr lang="de-DE" dirty="0"/>
          </a:p>
        </p:txBody>
      </p:sp>
      <p:sp>
        <p:nvSpPr>
          <p:cNvPr id="8" name="Rechteck 7"/>
          <p:cNvSpPr/>
          <p:nvPr userDrawn="1"/>
        </p:nvSpPr>
        <p:spPr>
          <a:xfrm>
            <a:off x="260974" y="-524594"/>
            <a:ext cx="432048" cy="288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userDrawn="1"/>
        </p:nvSpPr>
        <p:spPr>
          <a:xfrm>
            <a:off x="822776" y="-524594"/>
            <a:ext cx="432048" cy="28803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2" name="Rechteck 11"/>
          <p:cNvSpPr/>
          <p:nvPr userDrawn="1"/>
        </p:nvSpPr>
        <p:spPr>
          <a:xfrm>
            <a:off x="1384578" y="-524594"/>
            <a:ext cx="432048" cy="288032"/>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DE"/>
          </a:p>
        </p:txBody>
      </p:sp>
      <p:sp>
        <p:nvSpPr>
          <p:cNvPr id="14" name="Rechteck 13"/>
          <p:cNvSpPr/>
          <p:nvPr userDrawn="1"/>
        </p:nvSpPr>
        <p:spPr>
          <a:xfrm>
            <a:off x="1946380" y="-524594"/>
            <a:ext cx="432048" cy="288032"/>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de-DE"/>
          </a:p>
        </p:txBody>
      </p:sp>
      <p:sp>
        <p:nvSpPr>
          <p:cNvPr id="15" name="Rechteck 14"/>
          <p:cNvSpPr/>
          <p:nvPr userDrawn="1"/>
        </p:nvSpPr>
        <p:spPr>
          <a:xfrm>
            <a:off x="2508182" y="-524594"/>
            <a:ext cx="432048" cy="288032"/>
          </a:xfrm>
          <a:prstGeom prst="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de-DE"/>
          </a:p>
        </p:txBody>
      </p:sp>
      <p:sp>
        <p:nvSpPr>
          <p:cNvPr id="16" name="Rechteck 15"/>
          <p:cNvSpPr/>
          <p:nvPr userDrawn="1"/>
        </p:nvSpPr>
        <p:spPr>
          <a:xfrm>
            <a:off x="3069984" y="-524594"/>
            <a:ext cx="432048" cy="28803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de-DE"/>
          </a:p>
        </p:txBody>
      </p:sp>
      <p:sp>
        <p:nvSpPr>
          <p:cNvPr id="17" name="Textfeld 16"/>
          <p:cNvSpPr txBox="1"/>
          <p:nvPr userDrawn="1"/>
        </p:nvSpPr>
        <p:spPr>
          <a:xfrm>
            <a:off x="251520" y="-754564"/>
            <a:ext cx="3327534" cy="138499"/>
          </a:xfrm>
          <a:prstGeom prst="rect">
            <a:avLst/>
          </a:prstGeom>
        </p:spPr>
        <p:txBody>
          <a:bodyPr wrap="square" lIns="0" tIns="0" rIns="0" bIns="0" numCol="1" spcCol="216000" rtlCol="0">
            <a:spAutoFit/>
          </a:bodyPr>
          <a:lstStyle/>
          <a:p>
            <a:pPr marL="0" indent="0" defTabSz="0">
              <a:lnSpc>
                <a:spcPct val="100000"/>
              </a:lnSpc>
              <a:spcBef>
                <a:spcPts val="0"/>
              </a:spcBef>
              <a:buFontTx/>
              <a:buNone/>
              <a:tabLst>
                <a:tab pos="180000" algn="l"/>
              </a:tabLst>
            </a:pPr>
            <a:r>
              <a:rPr lang="de-DE" sz="900" dirty="0">
                <a:solidFill>
                  <a:schemeClr val="tx1"/>
                </a:solidFill>
              </a:rPr>
              <a:t>TU </a:t>
            </a:r>
            <a:r>
              <a:rPr lang="de-DE" sz="900" dirty="0" err="1">
                <a:solidFill>
                  <a:schemeClr val="tx1"/>
                </a:solidFill>
              </a:rPr>
              <a:t>colors</a:t>
            </a:r>
            <a:r>
              <a:rPr lang="de-DE" sz="900" dirty="0">
                <a:solidFill>
                  <a:schemeClr val="tx1"/>
                </a:solidFill>
              </a:rPr>
              <a:t> </a:t>
            </a:r>
            <a:r>
              <a:rPr lang="de-DE" sz="900" dirty="0" err="1">
                <a:solidFill>
                  <a:schemeClr val="tx1"/>
                </a:solidFill>
              </a:rPr>
              <a:t>for</a:t>
            </a:r>
            <a:r>
              <a:rPr lang="de-DE" sz="900" dirty="0">
                <a:solidFill>
                  <a:schemeClr val="tx1"/>
                </a:solidFill>
              </a:rPr>
              <a:t> </a:t>
            </a:r>
            <a:r>
              <a:rPr lang="de-DE" sz="900" dirty="0" err="1">
                <a:solidFill>
                  <a:schemeClr val="tx1"/>
                </a:solidFill>
              </a:rPr>
              <a:t>graphics</a:t>
            </a:r>
            <a:r>
              <a:rPr lang="de-DE" sz="900" dirty="0">
                <a:solidFill>
                  <a:schemeClr val="tx1"/>
                </a:solidFill>
              </a:rPr>
              <a:t> </a:t>
            </a:r>
            <a:r>
              <a:rPr lang="de-DE" sz="900" dirty="0" err="1">
                <a:solidFill>
                  <a:schemeClr val="tx1"/>
                </a:solidFill>
              </a:rPr>
              <a:t>and</a:t>
            </a:r>
            <a:r>
              <a:rPr lang="de-DE" sz="900" dirty="0">
                <a:solidFill>
                  <a:schemeClr val="tx1"/>
                </a:solidFill>
              </a:rPr>
              <a:t> </a:t>
            </a:r>
            <a:r>
              <a:rPr lang="de-DE" sz="900" dirty="0" err="1">
                <a:solidFill>
                  <a:schemeClr val="tx1"/>
                </a:solidFill>
              </a:rPr>
              <a:t>diagrams</a:t>
            </a:r>
            <a:endParaRPr lang="de-DE" sz="900" dirty="0">
              <a:solidFill>
                <a:schemeClr val="tx1"/>
              </a:solidFill>
            </a:endParaRPr>
          </a:p>
        </p:txBody>
      </p:sp>
      <p:cxnSp>
        <p:nvCxnSpPr>
          <p:cNvPr id="18" name="Gerade Verbindung 8"/>
          <p:cNvCxnSpPr/>
          <p:nvPr userDrawn="1"/>
        </p:nvCxnSpPr>
        <p:spPr>
          <a:xfrm>
            <a:off x="0" y="4516438"/>
            <a:ext cx="9173881" cy="0"/>
          </a:xfrm>
          <a:prstGeom prst="line">
            <a:avLst/>
          </a:prstGeom>
          <a:ln w="12700">
            <a:solidFill>
              <a:srgbClr val="84B819"/>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855050150"/>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5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ster Slide Text (two columns) + picture">
    <p:spTree>
      <p:nvGrpSpPr>
        <p:cNvPr id="1" name=""/>
        <p:cNvGrpSpPr/>
        <p:nvPr/>
      </p:nvGrpSpPr>
      <p:grpSpPr>
        <a:xfrm>
          <a:off x="0" y="0"/>
          <a:ext cx="0" cy="0"/>
          <a:chOff x="0" y="0"/>
          <a:chExt cx="0" cy="0"/>
        </a:xfrm>
      </p:grpSpPr>
      <p:sp>
        <p:nvSpPr>
          <p:cNvPr id="4" name="Fußzeilenplatzhalter 3"/>
          <p:cNvSpPr>
            <a:spLocks noGrp="1"/>
          </p:cNvSpPr>
          <p:nvPr>
            <p:ph type="ftr" sz="quarter" idx="17"/>
          </p:nvPr>
        </p:nvSpPr>
        <p:spPr/>
        <p:txBody>
          <a:bodyPr/>
          <a:lstStyle>
            <a:lvl1pPr>
              <a:defRPr/>
            </a:lvl1pPr>
          </a:lstStyle>
          <a:p>
            <a:r>
              <a:rPr lang="en-US" dirty="0"/>
              <a:t>Group G2, PAS | MLME Project</a:t>
            </a:r>
            <a:endParaRPr lang="de-DE" dirty="0"/>
          </a:p>
        </p:txBody>
      </p:sp>
      <p:sp>
        <p:nvSpPr>
          <p:cNvPr id="2" name="Datumsplatzhalter 1"/>
          <p:cNvSpPr>
            <a:spLocks noGrp="1"/>
          </p:cNvSpPr>
          <p:nvPr>
            <p:ph type="dt" sz="half" idx="16"/>
          </p:nvPr>
        </p:nvSpPr>
        <p:spPr/>
        <p:txBody>
          <a:bodyPr/>
          <a:lstStyle/>
          <a:p>
            <a:fld id="{750E5CCE-069C-42EC-A5DE-193A9814F8E5}"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8" name="Textplatzhalter 4"/>
          <p:cNvSpPr>
            <a:spLocks noGrp="1"/>
          </p:cNvSpPr>
          <p:nvPr>
            <p:ph type="body" sz="quarter" idx="15" hasCustomPrompt="1"/>
          </p:nvPr>
        </p:nvSpPr>
        <p:spPr>
          <a:xfrm>
            <a:off x="275550" y="464468"/>
            <a:ext cx="5376761" cy="444374"/>
          </a:xfrm>
        </p:spPr>
        <p:txBody>
          <a:bodyPr/>
          <a:lstStyle>
            <a:lvl1pPr marL="0" indent="0">
              <a:spcBef>
                <a:spcPts val="0"/>
              </a:spcBef>
              <a:buNone/>
              <a:defRPr sz="28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a:t>
            </a:r>
          </a:p>
        </p:txBody>
      </p:sp>
      <p:sp>
        <p:nvSpPr>
          <p:cNvPr id="5" name="Inhaltsplatzhalter 4"/>
          <p:cNvSpPr>
            <a:spLocks noGrp="1"/>
          </p:cNvSpPr>
          <p:nvPr>
            <p:ph sz="quarter" idx="11" hasCustomPrompt="1"/>
          </p:nvPr>
        </p:nvSpPr>
        <p:spPr>
          <a:xfrm>
            <a:off x="260975" y="1058863"/>
            <a:ext cx="5391145" cy="3313112"/>
          </a:xfrm>
        </p:spPr>
        <p:txBody>
          <a:bodyPr rIns="0" numCol="2" spcCol="180000"/>
          <a:lstStyle>
            <a:lvl1pPr marL="180000" indent="-180000" defTabSz="0">
              <a:lnSpc>
                <a:spcPct val="100000"/>
              </a:lnSpc>
              <a:spcBef>
                <a:spcPts val="0"/>
              </a:spcBef>
              <a:buFont typeface="Arial" panose="020B0604020202020204" pitchFamily="34" charset="0"/>
              <a:buChar char="•"/>
              <a:tabLst>
                <a:tab pos="180000" algn="l"/>
              </a:tabLst>
              <a:defRPr/>
            </a:lvl1pPr>
          </a:lstStyle>
          <a:p>
            <a:pPr lvl="0"/>
            <a:r>
              <a:rPr lang="en-US" dirty="0"/>
              <a:t>Click to edit text (two columns, next to picture)</a:t>
            </a:r>
          </a:p>
        </p:txBody>
      </p:sp>
      <p:sp>
        <p:nvSpPr>
          <p:cNvPr id="7" name="Inhaltsplatzhalter 8"/>
          <p:cNvSpPr>
            <a:spLocks noGrp="1"/>
          </p:cNvSpPr>
          <p:nvPr>
            <p:ph sz="quarter" idx="14" hasCustomPrompt="1"/>
          </p:nvPr>
        </p:nvSpPr>
        <p:spPr>
          <a:xfrm>
            <a:off x="5795962" y="555625"/>
            <a:ext cx="3348037" cy="3960813"/>
          </a:xfrm>
          <a:solidFill>
            <a:schemeClr val="bg1">
              <a:lumMod val="95000"/>
            </a:schemeClr>
          </a:solidFill>
        </p:spPr>
        <p:txBody>
          <a:bodyPr anchor="ctr"/>
          <a:lstStyle>
            <a:lvl1pPr marL="0" indent="0" algn="ctr">
              <a:buFontTx/>
              <a:buNone/>
              <a:defRPr/>
            </a:lvl1pPr>
          </a:lstStyle>
          <a:p>
            <a:pPr lvl="0"/>
            <a:r>
              <a:rPr lang="de-DE" dirty="0"/>
              <a:t>Click to </a:t>
            </a:r>
            <a:r>
              <a:rPr lang="de-DE" dirty="0" err="1"/>
              <a:t>add</a:t>
            </a:r>
            <a:r>
              <a:rPr lang="de-DE" dirty="0"/>
              <a:t> </a:t>
            </a:r>
            <a:r>
              <a:rPr lang="de-DE" dirty="0" err="1"/>
              <a:t>picture</a:t>
            </a:r>
            <a:endParaRPr lang="de-DE" dirty="0"/>
          </a:p>
        </p:txBody>
      </p:sp>
      <p:sp>
        <p:nvSpPr>
          <p:cNvPr id="9" name="Rechteck 8"/>
          <p:cNvSpPr/>
          <p:nvPr userDrawn="1"/>
        </p:nvSpPr>
        <p:spPr>
          <a:xfrm>
            <a:off x="260974" y="-524594"/>
            <a:ext cx="432048" cy="288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userDrawn="1"/>
        </p:nvSpPr>
        <p:spPr>
          <a:xfrm>
            <a:off x="822776" y="-524594"/>
            <a:ext cx="432048" cy="28803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1" name="Rechteck 10"/>
          <p:cNvSpPr/>
          <p:nvPr userDrawn="1"/>
        </p:nvSpPr>
        <p:spPr>
          <a:xfrm>
            <a:off x="1384578" y="-524594"/>
            <a:ext cx="432048" cy="288032"/>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DE"/>
          </a:p>
        </p:txBody>
      </p:sp>
      <p:sp>
        <p:nvSpPr>
          <p:cNvPr id="12" name="Rechteck 11"/>
          <p:cNvSpPr/>
          <p:nvPr userDrawn="1"/>
        </p:nvSpPr>
        <p:spPr>
          <a:xfrm>
            <a:off x="1946380" y="-524594"/>
            <a:ext cx="432048" cy="288032"/>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de-DE"/>
          </a:p>
        </p:txBody>
      </p:sp>
      <p:sp>
        <p:nvSpPr>
          <p:cNvPr id="13" name="Rechteck 12"/>
          <p:cNvSpPr/>
          <p:nvPr userDrawn="1"/>
        </p:nvSpPr>
        <p:spPr>
          <a:xfrm>
            <a:off x="2508182" y="-524594"/>
            <a:ext cx="432048" cy="288032"/>
          </a:xfrm>
          <a:prstGeom prst="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de-DE"/>
          </a:p>
        </p:txBody>
      </p:sp>
      <p:sp>
        <p:nvSpPr>
          <p:cNvPr id="14" name="Rechteck 13"/>
          <p:cNvSpPr/>
          <p:nvPr userDrawn="1"/>
        </p:nvSpPr>
        <p:spPr>
          <a:xfrm>
            <a:off x="3069984" y="-524594"/>
            <a:ext cx="432048" cy="28803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de-DE"/>
          </a:p>
        </p:txBody>
      </p:sp>
      <p:sp>
        <p:nvSpPr>
          <p:cNvPr id="16" name="Textfeld 15"/>
          <p:cNvSpPr txBox="1"/>
          <p:nvPr userDrawn="1"/>
        </p:nvSpPr>
        <p:spPr>
          <a:xfrm>
            <a:off x="250825" y="-754564"/>
            <a:ext cx="3025031" cy="138499"/>
          </a:xfrm>
          <a:prstGeom prst="rect">
            <a:avLst/>
          </a:prstGeom>
        </p:spPr>
        <p:txBody>
          <a:bodyPr wrap="square" lIns="0" tIns="0" rIns="0" bIns="0" numCol="1" spcCol="216000" rtlCol="0">
            <a:spAutoFit/>
          </a:bodyPr>
          <a:lstStyle/>
          <a:p>
            <a:pPr marL="0" indent="0" defTabSz="0">
              <a:lnSpc>
                <a:spcPct val="100000"/>
              </a:lnSpc>
              <a:spcBef>
                <a:spcPts val="0"/>
              </a:spcBef>
              <a:buFontTx/>
              <a:buNone/>
              <a:tabLst>
                <a:tab pos="180000" algn="l"/>
              </a:tabLst>
            </a:pPr>
            <a:r>
              <a:rPr lang="de-DE" sz="900">
                <a:solidFill>
                  <a:schemeClr val="tx1"/>
                </a:solidFill>
              </a:rPr>
              <a:t>TU colors for graphics and diagrams</a:t>
            </a:r>
            <a:endParaRPr lang="de-DE" sz="900" dirty="0">
              <a:solidFill>
                <a:schemeClr val="tx1"/>
              </a:solidFill>
            </a:endParaRPr>
          </a:p>
        </p:txBody>
      </p:sp>
      <p:cxnSp>
        <p:nvCxnSpPr>
          <p:cNvPr id="15" name="Gerade Verbindung 8"/>
          <p:cNvCxnSpPr/>
          <p:nvPr userDrawn="1"/>
        </p:nvCxnSpPr>
        <p:spPr>
          <a:xfrm>
            <a:off x="0" y="4516438"/>
            <a:ext cx="9173881" cy="0"/>
          </a:xfrm>
          <a:prstGeom prst="line">
            <a:avLst/>
          </a:prstGeom>
          <a:ln w="12700">
            <a:solidFill>
              <a:srgbClr val="84B819"/>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211663157"/>
      </p:ext>
    </p:extLst>
  </p:cSld>
  <p:clrMapOvr>
    <a:masterClrMapping/>
  </p:clrMapOvr>
  <p:extLst>
    <p:ext uri="{DCECCB84-F9BA-43D5-87BE-67443E8EF086}">
      <p15:sldGuideLst xmlns:p15="http://schemas.microsoft.com/office/powerpoint/2012/main">
        <p15:guide id="1" pos="365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ster Slide Picture + Caption">
    <p:spTree>
      <p:nvGrpSpPr>
        <p:cNvPr id="1" name=""/>
        <p:cNvGrpSpPr/>
        <p:nvPr/>
      </p:nvGrpSpPr>
      <p:grpSpPr>
        <a:xfrm>
          <a:off x="0" y="0"/>
          <a:ext cx="0" cy="0"/>
          <a:chOff x="0" y="0"/>
          <a:chExt cx="0" cy="0"/>
        </a:xfrm>
      </p:grpSpPr>
      <p:sp>
        <p:nvSpPr>
          <p:cNvPr id="5" name="Fußzeilenplatzhalter 4"/>
          <p:cNvSpPr>
            <a:spLocks noGrp="1"/>
          </p:cNvSpPr>
          <p:nvPr>
            <p:ph type="ftr" sz="quarter" idx="17"/>
          </p:nvPr>
        </p:nvSpPr>
        <p:spPr/>
        <p:txBody>
          <a:bodyPr/>
          <a:lstStyle/>
          <a:p>
            <a:r>
              <a:rPr lang="en-US" dirty="0"/>
              <a:t>Group G2, PAS | MLME Project</a:t>
            </a:r>
            <a:endParaRPr lang="de-DE" dirty="0"/>
          </a:p>
        </p:txBody>
      </p:sp>
      <p:sp>
        <p:nvSpPr>
          <p:cNvPr id="2" name="Datumsplatzhalter 1"/>
          <p:cNvSpPr>
            <a:spLocks noGrp="1"/>
          </p:cNvSpPr>
          <p:nvPr>
            <p:ph type="dt" sz="half" idx="16"/>
          </p:nvPr>
        </p:nvSpPr>
        <p:spPr/>
        <p:txBody>
          <a:bodyPr/>
          <a:lstStyle/>
          <a:p>
            <a:fld id="{C636E619-829A-4F56-8D6E-D8741D4D65A5}"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4" name="Inhaltsplatzhalter 8"/>
          <p:cNvSpPr>
            <a:spLocks noGrp="1"/>
          </p:cNvSpPr>
          <p:nvPr>
            <p:ph sz="quarter" idx="14" hasCustomPrompt="1"/>
          </p:nvPr>
        </p:nvSpPr>
        <p:spPr>
          <a:xfrm>
            <a:off x="0" y="0"/>
            <a:ext cx="9143999" cy="3724276"/>
          </a:xfrm>
          <a:solidFill>
            <a:schemeClr val="bg1">
              <a:lumMod val="95000"/>
            </a:schemeClr>
          </a:solidFill>
        </p:spPr>
        <p:txBody>
          <a:bodyPr anchor="ctr"/>
          <a:lstStyle>
            <a:lvl1pPr marL="0" indent="0" algn="ctr">
              <a:buFontTx/>
              <a:buNone/>
              <a:defRPr/>
            </a:lvl1pPr>
          </a:lstStyle>
          <a:p>
            <a:pPr lvl="0"/>
            <a:r>
              <a:rPr lang="de-DE" dirty="0"/>
              <a:t>Click to </a:t>
            </a:r>
            <a:r>
              <a:rPr lang="de-DE" dirty="0" err="1"/>
              <a:t>add</a:t>
            </a:r>
            <a:r>
              <a:rPr lang="de-DE" dirty="0"/>
              <a:t> </a:t>
            </a:r>
            <a:r>
              <a:rPr lang="de-DE" dirty="0" err="1"/>
              <a:t>picture</a:t>
            </a:r>
            <a:endParaRPr lang="de-DE" dirty="0"/>
          </a:p>
        </p:txBody>
      </p:sp>
      <p:sp>
        <p:nvSpPr>
          <p:cNvPr id="6" name="Textplatzhalter 5"/>
          <p:cNvSpPr>
            <a:spLocks noGrp="1"/>
          </p:cNvSpPr>
          <p:nvPr>
            <p:ph type="body" sz="quarter" idx="15" hasCustomPrompt="1"/>
          </p:nvPr>
        </p:nvSpPr>
        <p:spPr>
          <a:xfrm>
            <a:off x="250825" y="3853302"/>
            <a:ext cx="8208963" cy="431800"/>
          </a:xfrm>
        </p:spPr>
        <p:txBody>
          <a:bodyPr/>
          <a:lstStyle>
            <a:lvl1pPr marL="177800" indent="-177800">
              <a:defRPr/>
            </a:lvl1pPr>
            <a:lvl2pPr>
              <a:defRPr sz="1150"/>
            </a:lvl2pPr>
            <a:lvl3pPr>
              <a:defRPr sz="1150"/>
            </a:lvl3pPr>
            <a:lvl4pPr>
              <a:defRPr sz="1150"/>
            </a:lvl4pPr>
            <a:lvl5pPr>
              <a:defRPr sz="1150"/>
            </a:lvl5pPr>
          </a:lstStyle>
          <a:p>
            <a:pPr marL="0" indent="0">
              <a:buFontTx/>
              <a:buNone/>
            </a:pPr>
            <a:r>
              <a:rPr lang="de-DE" sz="1150" dirty="0">
                <a:solidFill>
                  <a:schemeClr val="tx1"/>
                </a:solidFill>
              </a:rPr>
              <a:t>Click </a:t>
            </a:r>
            <a:r>
              <a:rPr lang="de-DE" sz="1150" dirty="0" err="1">
                <a:solidFill>
                  <a:schemeClr val="tx1"/>
                </a:solidFill>
              </a:rPr>
              <a:t>to</a:t>
            </a:r>
            <a:r>
              <a:rPr lang="de-DE" sz="1150" dirty="0">
                <a:solidFill>
                  <a:schemeClr val="tx1"/>
                </a:solidFill>
              </a:rPr>
              <a:t> </a:t>
            </a:r>
            <a:r>
              <a:rPr lang="de-DE" sz="1150" dirty="0" err="1">
                <a:solidFill>
                  <a:schemeClr val="tx1"/>
                </a:solidFill>
              </a:rPr>
              <a:t>edit</a:t>
            </a:r>
            <a:r>
              <a:rPr lang="de-DE" sz="1150" dirty="0">
                <a:solidFill>
                  <a:schemeClr val="tx1"/>
                </a:solidFill>
              </a:rPr>
              <a:t> </a:t>
            </a:r>
            <a:r>
              <a:rPr lang="de-DE" sz="1150" dirty="0" err="1">
                <a:solidFill>
                  <a:schemeClr val="tx1"/>
                </a:solidFill>
              </a:rPr>
              <a:t>caption</a:t>
            </a:r>
            <a:r>
              <a:rPr lang="de-DE" sz="1150" dirty="0">
                <a:solidFill>
                  <a:schemeClr val="tx1"/>
                </a:solidFill>
              </a:rPr>
              <a:t> (optional)</a:t>
            </a:r>
          </a:p>
        </p:txBody>
      </p:sp>
      <p:sp>
        <p:nvSpPr>
          <p:cNvPr id="7" name="Rechteck 6"/>
          <p:cNvSpPr/>
          <p:nvPr userDrawn="1"/>
        </p:nvSpPr>
        <p:spPr>
          <a:xfrm>
            <a:off x="260974" y="-524594"/>
            <a:ext cx="432048" cy="288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userDrawn="1"/>
        </p:nvSpPr>
        <p:spPr>
          <a:xfrm>
            <a:off x="822776" y="-524594"/>
            <a:ext cx="432048" cy="28803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9" name="Rechteck 8"/>
          <p:cNvSpPr/>
          <p:nvPr userDrawn="1"/>
        </p:nvSpPr>
        <p:spPr>
          <a:xfrm>
            <a:off x="1384578" y="-524594"/>
            <a:ext cx="432048" cy="288032"/>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DE"/>
          </a:p>
        </p:txBody>
      </p:sp>
      <p:sp>
        <p:nvSpPr>
          <p:cNvPr id="10" name="Rechteck 9"/>
          <p:cNvSpPr/>
          <p:nvPr userDrawn="1"/>
        </p:nvSpPr>
        <p:spPr>
          <a:xfrm>
            <a:off x="1946380" y="-524594"/>
            <a:ext cx="432048" cy="288032"/>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de-DE"/>
          </a:p>
        </p:txBody>
      </p:sp>
      <p:sp>
        <p:nvSpPr>
          <p:cNvPr id="11" name="Rechteck 10"/>
          <p:cNvSpPr/>
          <p:nvPr userDrawn="1"/>
        </p:nvSpPr>
        <p:spPr>
          <a:xfrm>
            <a:off x="2508182" y="-524594"/>
            <a:ext cx="432048" cy="288032"/>
          </a:xfrm>
          <a:prstGeom prst="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de-DE"/>
          </a:p>
        </p:txBody>
      </p:sp>
      <p:sp>
        <p:nvSpPr>
          <p:cNvPr id="12" name="Rechteck 11"/>
          <p:cNvSpPr/>
          <p:nvPr userDrawn="1"/>
        </p:nvSpPr>
        <p:spPr>
          <a:xfrm>
            <a:off x="3069984" y="-524594"/>
            <a:ext cx="432048" cy="28803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de-DE"/>
          </a:p>
        </p:txBody>
      </p:sp>
      <p:sp>
        <p:nvSpPr>
          <p:cNvPr id="14" name="Textfeld 13"/>
          <p:cNvSpPr txBox="1"/>
          <p:nvPr userDrawn="1"/>
        </p:nvSpPr>
        <p:spPr>
          <a:xfrm>
            <a:off x="250825" y="-754564"/>
            <a:ext cx="3025031" cy="138499"/>
          </a:xfrm>
          <a:prstGeom prst="rect">
            <a:avLst/>
          </a:prstGeom>
        </p:spPr>
        <p:txBody>
          <a:bodyPr wrap="square" lIns="0" tIns="0" rIns="0" bIns="0" numCol="1" spcCol="216000" rtlCol="0">
            <a:spAutoFit/>
          </a:bodyPr>
          <a:lstStyle/>
          <a:p>
            <a:pPr marL="0" indent="0" defTabSz="0">
              <a:lnSpc>
                <a:spcPct val="100000"/>
              </a:lnSpc>
              <a:spcBef>
                <a:spcPts val="0"/>
              </a:spcBef>
              <a:buFontTx/>
              <a:buNone/>
              <a:tabLst>
                <a:tab pos="180000" algn="l"/>
              </a:tabLst>
            </a:pPr>
            <a:r>
              <a:rPr lang="de-DE" sz="900" dirty="0">
                <a:solidFill>
                  <a:schemeClr val="tx1"/>
                </a:solidFill>
              </a:rPr>
              <a:t>TU </a:t>
            </a:r>
            <a:r>
              <a:rPr lang="de-DE" sz="900" dirty="0" err="1">
                <a:solidFill>
                  <a:schemeClr val="tx1"/>
                </a:solidFill>
              </a:rPr>
              <a:t>colors</a:t>
            </a:r>
            <a:r>
              <a:rPr lang="de-DE" sz="900" dirty="0">
                <a:solidFill>
                  <a:schemeClr val="tx1"/>
                </a:solidFill>
              </a:rPr>
              <a:t> </a:t>
            </a:r>
            <a:r>
              <a:rPr lang="de-DE" sz="900" dirty="0" err="1">
                <a:solidFill>
                  <a:schemeClr val="tx1"/>
                </a:solidFill>
              </a:rPr>
              <a:t>for</a:t>
            </a:r>
            <a:r>
              <a:rPr lang="de-DE" sz="900" dirty="0">
                <a:solidFill>
                  <a:schemeClr val="tx1"/>
                </a:solidFill>
              </a:rPr>
              <a:t> </a:t>
            </a:r>
            <a:r>
              <a:rPr lang="de-DE" sz="900" dirty="0" err="1">
                <a:solidFill>
                  <a:schemeClr val="tx1"/>
                </a:solidFill>
              </a:rPr>
              <a:t>graphics</a:t>
            </a:r>
            <a:r>
              <a:rPr lang="de-DE" sz="900" dirty="0">
                <a:solidFill>
                  <a:schemeClr val="tx1"/>
                </a:solidFill>
              </a:rPr>
              <a:t> </a:t>
            </a:r>
            <a:r>
              <a:rPr lang="de-DE" sz="900" dirty="0" err="1">
                <a:solidFill>
                  <a:schemeClr val="tx1"/>
                </a:solidFill>
              </a:rPr>
              <a:t>and</a:t>
            </a:r>
            <a:r>
              <a:rPr lang="de-DE" sz="900" dirty="0">
                <a:solidFill>
                  <a:schemeClr val="tx1"/>
                </a:solidFill>
              </a:rPr>
              <a:t> </a:t>
            </a:r>
            <a:r>
              <a:rPr lang="de-DE" sz="900" dirty="0" err="1">
                <a:solidFill>
                  <a:schemeClr val="tx1"/>
                </a:solidFill>
              </a:rPr>
              <a:t>diagrams</a:t>
            </a:r>
            <a:endParaRPr lang="de-DE" sz="900" dirty="0">
              <a:solidFill>
                <a:schemeClr val="tx1"/>
              </a:solidFill>
            </a:endParaRPr>
          </a:p>
        </p:txBody>
      </p:sp>
    </p:spTree>
    <p:extLst>
      <p:ext uri="{BB962C8B-B14F-4D97-AF65-F5344CB8AC3E}">
        <p14:creationId xmlns:p14="http://schemas.microsoft.com/office/powerpoint/2010/main" val="3080734178"/>
      </p:ext>
    </p:extLst>
  </p:cSld>
  <p:clrMapOvr>
    <a:masterClrMapping/>
  </p:clrMapOvr>
  <p:extLst>
    <p:ext uri="{DCECCB84-F9BA-43D5-87BE-67443E8EF086}">
      <p15:sldGuideLst xmlns:p15="http://schemas.microsoft.com/office/powerpoint/2012/main">
        <p15:guide id="1" orient="horz" pos="261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aster Slide Two Pictures + captions">
    <p:spTree>
      <p:nvGrpSpPr>
        <p:cNvPr id="1" name=""/>
        <p:cNvGrpSpPr/>
        <p:nvPr/>
      </p:nvGrpSpPr>
      <p:grpSpPr>
        <a:xfrm>
          <a:off x="0" y="0"/>
          <a:ext cx="0" cy="0"/>
          <a:chOff x="0" y="0"/>
          <a:chExt cx="0" cy="0"/>
        </a:xfrm>
      </p:grpSpPr>
      <p:sp>
        <p:nvSpPr>
          <p:cNvPr id="6" name="Fußzeilenplatzhalter 5"/>
          <p:cNvSpPr>
            <a:spLocks noGrp="1"/>
          </p:cNvSpPr>
          <p:nvPr>
            <p:ph type="ftr" sz="quarter" idx="19"/>
          </p:nvPr>
        </p:nvSpPr>
        <p:spPr/>
        <p:txBody>
          <a:bodyPr/>
          <a:lstStyle/>
          <a:p>
            <a:r>
              <a:rPr lang="en-US" dirty="0"/>
              <a:t>Group G2, PAS | MLME Project</a:t>
            </a:r>
            <a:endParaRPr lang="de-DE" dirty="0"/>
          </a:p>
        </p:txBody>
      </p:sp>
      <p:sp>
        <p:nvSpPr>
          <p:cNvPr id="2" name="Datumsplatzhalter 1"/>
          <p:cNvSpPr>
            <a:spLocks noGrp="1"/>
          </p:cNvSpPr>
          <p:nvPr>
            <p:ph type="dt" sz="half" idx="18"/>
          </p:nvPr>
        </p:nvSpPr>
        <p:spPr/>
        <p:txBody>
          <a:bodyPr/>
          <a:lstStyle/>
          <a:p>
            <a:fld id="{52881A47-CEF9-4669-A5B6-716FAA3F8A03}"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4" name="Inhaltsplatzhalter 8"/>
          <p:cNvSpPr>
            <a:spLocks noGrp="1"/>
          </p:cNvSpPr>
          <p:nvPr>
            <p:ph sz="quarter" idx="14" hasCustomPrompt="1"/>
          </p:nvPr>
        </p:nvSpPr>
        <p:spPr>
          <a:xfrm>
            <a:off x="1" y="0"/>
            <a:ext cx="4467224" cy="3724276"/>
          </a:xfrm>
          <a:solidFill>
            <a:schemeClr val="bg1">
              <a:lumMod val="95000"/>
            </a:schemeClr>
          </a:solidFill>
        </p:spPr>
        <p:txBody>
          <a:bodyPr anchor="ctr"/>
          <a:lstStyle>
            <a:lvl1pPr marL="0" indent="0" algn="ctr">
              <a:buFontTx/>
              <a:buNone/>
              <a:defRPr/>
            </a:lvl1pPr>
          </a:lstStyle>
          <a:p>
            <a:r>
              <a:rPr lang="de-DE" dirty="0"/>
              <a:t>Click to </a:t>
            </a:r>
            <a:r>
              <a:rPr lang="de-DE" dirty="0" err="1"/>
              <a:t>add</a:t>
            </a:r>
            <a:r>
              <a:rPr lang="de-DE" dirty="0"/>
              <a:t> </a:t>
            </a:r>
            <a:r>
              <a:rPr lang="de-DE" dirty="0" err="1"/>
              <a:t>picture</a:t>
            </a:r>
            <a:endParaRPr lang="de-DE" dirty="0"/>
          </a:p>
        </p:txBody>
      </p:sp>
      <p:sp>
        <p:nvSpPr>
          <p:cNvPr id="5" name="Textplatzhalter 5"/>
          <p:cNvSpPr>
            <a:spLocks noGrp="1"/>
          </p:cNvSpPr>
          <p:nvPr>
            <p:ph type="body" sz="quarter" idx="15" hasCustomPrompt="1"/>
          </p:nvPr>
        </p:nvSpPr>
        <p:spPr>
          <a:xfrm>
            <a:off x="250826" y="3853302"/>
            <a:ext cx="4216400" cy="431800"/>
          </a:xfrm>
        </p:spPr>
        <p:txBody>
          <a:bodyPr/>
          <a:lstStyle>
            <a:lvl1pPr>
              <a:defRPr sz="1150"/>
            </a:lvl1pPr>
            <a:lvl2pPr>
              <a:defRPr sz="1150"/>
            </a:lvl2pPr>
            <a:lvl3pPr>
              <a:defRPr sz="1150"/>
            </a:lvl3pPr>
            <a:lvl4pPr>
              <a:defRPr sz="1150"/>
            </a:lvl4pPr>
            <a:lvl5pPr>
              <a:defRPr sz="1150"/>
            </a:lvl5pPr>
          </a:lstStyle>
          <a:p>
            <a:pPr marL="0" indent="0">
              <a:buFontTx/>
              <a:buNone/>
            </a:pPr>
            <a:r>
              <a:rPr lang="de-DE" sz="1150" dirty="0">
                <a:solidFill>
                  <a:schemeClr val="tx1"/>
                </a:solidFill>
              </a:rPr>
              <a:t>Click </a:t>
            </a:r>
            <a:r>
              <a:rPr lang="de-DE" sz="1150" dirty="0" err="1">
                <a:solidFill>
                  <a:schemeClr val="tx1"/>
                </a:solidFill>
              </a:rPr>
              <a:t>to</a:t>
            </a:r>
            <a:r>
              <a:rPr lang="de-DE" sz="1150" dirty="0">
                <a:solidFill>
                  <a:schemeClr val="tx1"/>
                </a:solidFill>
              </a:rPr>
              <a:t> </a:t>
            </a:r>
            <a:r>
              <a:rPr lang="de-DE" sz="1150" dirty="0" err="1">
                <a:solidFill>
                  <a:schemeClr val="tx1"/>
                </a:solidFill>
              </a:rPr>
              <a:t>edit</a:t>
            </a:r>
            <a:r>
              <a:rPr lang="de-DE" sz="1150" dirty="0">
                <a:solidFill>
                  <a:schemeClr val="tx1"/>
                </a:solidFill>
              </a:rPr>
              <a:t> </a:t>
            </a:r>
            <a:r>
              <a:rPr lang="de-DE" sz="1150" dirty="0" err="1">
                <a:solidFill>
                  <a:schemeClr val="tx1"/>
                </a:solidFill>
              </a:rPr>
              <a:t>caption</a:t>
            </a:r>
            <a:r>
              <a:rPr lang="de-DE" sz="1150" dirty="0">
                <a:solidFill>
                  <a:schemeClr val="tx1"/>
                </a:solidFill>
              </a:rPr>
              <a:t> (optional)</a:t>
            </a:r>
          </a:p>
        </p:txBody>
      </p:sp>
      <p:sp>
        <p:nvSpPr>
          <p:cNvPr id="7" name="Inhaltsplatzhalter 8"/>
          <p:cNvSpPr>
            <a:spLocks noGrp="1"/>
          </p:cNvSpPr>
          <p:nvPr>
            <p:ph sz="quarter" idx="16" hasCustomPrompt="1"/>
          </p:nvPr>
        </p:nvSpPr>
        <p:spPr>
          <a:xfrm>
            <a:off x="4674122" y="-1"/>
            <a:ext cx="4467224" cy="3724276"/>
          </a:xfrm>
          <a:solidFill>
            <a:schemeClr val="bg1">
              <a:lumMod val="95000"/>
            </a:schemeClr>
          </a:solidFill>
        </p:spPr>
        <p:txBody>
          <a:bodyPr anchor="ctr"/>
          <a:lstStyle>
            <a:lvl1pPr marL="0" indent="0" algn="ctr">
              <a:buFontTx/>
              <a:buNone/>
              <a:defRPr/>
            </a:lvl1pPr>
          </a:lstStyle>
          <a:p>
            <a:r>
              <a:rPr lang="de-DE" dirty="0"/>
              <a:t>Click to </a:t>
            </a:r>
            <a:r>
              <a:rPr lang="de-DE" dirty="0" err="1"/>
              <a:t>add</a:t>
            </a:r>
            <a:r>
              <a:rPr lang="de-DE" dirty="0"/>
              <a:t> </a:t>
            </a:r>
            <a:r>
              <a:rPr lang="de-DE" dirty="0" err="1"/>
              <a:t>picture</a:t>
            </a:r>
            <a:endParaRPr lang="de-DE" dirty="0"/>
          </a:p>
        </p:txBody>
      </p:sp>
      <p:sp>
        <p:nvSpPr>
          <p:cNvPr id="8" name="Textplatzhalter 5"/>
          <p:cNvSpPr>
            <a:spLocks noGrp="1"/>
          </p:cNvSpPr>
          <p:nvPr>
            <p:ph type="body" sz="quarter" idx="17" hasCustomPrompt="1"/>
          </p:nvPr>
        </p:nvSpPr>
        <p:spPr>
          <a:xfrm>
            <a:off x="4676775" y="3853302"/>
            <a:ext cx="4216400" cy="431800"/>
          </a:xfrm>
        </p:spPr>
        <p:txBody>
          <a:bodyPr/>
          <a:lstStyle>
            <a:lvl1pPr>
              <a:defRPr sz="1150"/>
            </a:lvl1pPr>
            <a:lvl2pPr>
              <a:defRPr sz="1150"/>
            </a:lvl2pPr>
            <a:lvl3pPr>
              <a:defRPr sz="1150"/>
            </a:lvl3pPr>
            <a:lvl4pPr>
              <a:defRPr sz="1150"/>
            </a:lvl4pPr>
            <a:lvl5pPr>
              <a:defRPr sz="1150"/>
            </a:lvl5pPr>
          </a:lstStyle>
          <a:p>
            <a:pPr marL="0" indent="0">
              <a:buFontTx/>
              <a:buNone/>
            </a:pPr>
            <a:r>
              <a:rPr lang="de-DE" sz="1150" dirty="0">
                <a:solidFill>
                  <a:schemeClr val="tx1"/>
                </a:solidFill>
              </a:rPr>
              <a:t>Click </a:t>
            </a:r>
            <a:r>
              <a:rPr lang="de-DE" sz="1150" dirty="0" err="1">
                <a:solidFill>
                  <a:schemeClr val="tx1"/>
                </a:solidFill>
              </a:rPr>
              <a:t>to</a:t>
            </a:r>
            <a:r>
              <a:rPr lang="de-DE" sz="1150" dirty="0">
                <a:solidFill>
                  <a:schemeClr val="tx1"/>
                </a:solidFill>
              </a:rPr>
              <a:t> </a:t>
            </a:r>
            <a:r>
              <a:rPr lang="de-DE" sz="1150" dirty="0" err="1">
                <a:solidFill>
                  <a:schemeClr val="tx1"/>
                </a:solidFill>
              </a:rPr>
              <a:t>edit</a:t>
            </a:r>
            <a:r>
              <a:rPr lang="de-DE" sz="1150" dirty="0">
                <a:solidFill>
                  <a:schemeClr val="tx1"/>
                </a:solidFill>
              </a:rPr>
              <a:t> </a:t>
            </a:r>
            <a:r>
              <a:rPr lang="de-DE" sz="1150" dirty="0" err="1">
                <a:solidFill>
                  <a:schemeClr val="tx1"/>
                </a:solidFill>
              </a:rPr>
              <a:t>caption</a:t>
            </a:r>
            <a:r>
              <a:rPr lang="de-DE" sz="1150" dirty="0">
                <a:solidFill>
                  <a:schemeClr val="tx1"/>
                </a:solidFill>
              </a:rPr>
              <a:t> (optional)</a:t>
            </a:r>
          </a:p>
        </p:txBody>
      </p:sp>
      <p:sp>
        <p:nvSpPr>
          <p:cNvPr id="9" name="Rechteck 8"/>
          <p:cNvSpPr/>
          <p:nvPr userDrawn="1"/>
        </p:nvSpPr>
        <p:spPr>
          <a:xfrm>
            <a:off x="260974" y="-524594"/>
            <a:ext cx="432048" cy="288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userDrawn="1"/>
        </p:nvSpPr>
        <p:spPr>
          <a:xfrm>
            <a:off x="822776" y="-524594"/>
            <a:ext cx="432048" cy="288032"/>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11" name="Rechteck 10"/>
          <p:cNvSpPr/>
          <p:nvPr userDrawn="1"/>
        </p:nvSpPr>
        <p:spPr>
          <a:xfrm>
            <a:off x="1384578" y="-524594"/>
            <a:ext cx="432048" cy="288032"/>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DE"/>
          </a:p>
        </p:txBody>
      </p:sp>
      <p:sp>
        <p:nvSpPr>
          <p:cNvPr id="12" name="Rechteck 11"/>
          <p:cNvSpPr/>
          <p:nvPr userDrawn="1"/>
        </p:nvSpPr>
        <p:spPr>
          <a:xfrm>
            <a:off x="1946380" y="-524594"/>
            <a:ext cx="432048" cy="288032"/>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de-DE"/>
          </a:p>
        </p:txBody>
      </p:sp>
      <p:sp>
        <p:nvSpPr>
          <p:cNvPr id="13" name="Rechteck 12"/>
          <p:cNvSpPr/>
          <p:nvPr userDrawn="1"/>
        </p:nvSpPr>
        <p:spPr>
          <a:xfrm>
            <a:off x="2508182" y="-524594"/>
            <a:ext cx="432048" cy="288032"/>
          </a:xfrm>
          <a:prstGeom prst="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de-DE"/>
          </a:p>
        </p:txBody>
      </p:sp>
      <p:sp>
        <p:nvSpPr>
          <p:cNvPr id="14" name="Rechteck 13"/>
          <p:cNvSpPr/>
          <p:nvPr userDrawn="1"/>
        </p:nvSpPr>
        <p:spPr>
          <a:xfrm>
            <a:off x="3069984" y="-524594"/>
            <a:ext cx="432048" cy="288032"/>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de-DE"/>
          </a:p>
        </p:txBody>
      </p:sp>
      <p:sp>
        <p:nvSpPr>
          <p:cNvPr id="16" name="Textfeld 15"/>
          <p:cNvSpPr txBox="1"/>
          <p:nvPr userDrawn="1"/>
        </p:nvSpPr>
        <p:spPr>
          <a:xfrm>
            <a:off x="250825" y="-754564"/>
            <a:ext cx="3025031" cy="138499"/>
          </a:xfrm>
          <a:prstGeom prst="rect">
            <a:avLst/>
          </a:prstGeom>
        </p:spPr>
        <p:txBody>
          <a:bodyPr wrap="square" lIns="0" tIns="0" rIns="0" bIns="0" numCol="1" spcCol="216000" rtlCol="0">
            <a:spAutoFit/>
          </a:bodyPr>
          <a:lstStyle/>
          <a:p>
            <a:pPr marL="0" indent="0" defTabSz="0">
              <a:lnSpc>
                <a:spcPct val="100000"/>
              </a:lnSpc>
              <a:spcBef>
                <a:spcPts val="0"/>
              </a:spcBef>
              <a:buFontTx/>
              <a:buNone/>
              <a:tabLst>
                <a:tab pos="180000" algn="l"/>
              </a:tabLst>
            </a:pPr>
            <a:r>
              <a:rPr lang="de-DE" sz="900">
                <a:solidFill>
                  <a:schemeClr val="tx1"/>
                </a:solidFill>
              </a:rPr>
              <a:t>TU colors for graphics and diagrams</a:t>
            </a:r>
            <a:endParaRPr lang="de-DE" sz="900" dirty="0">
              <a:solidFill>
                <a:schemeClr val="tx1"/>
              </a:solidFill>
            </a:endParaRPr>
          </a:p>
        </p:txBody>
      </p:sp>
    </p:spTree>
    <p:extLst>
      <p:ext uri="{BB962C8B-B14F-4D97-AF65-F5344CB8AC3E}">
        <p14:creationId xmlns:p14="http://schemas.microsoft.com/office/powerpoint/2010/main" val="3808379435"/>
      </p:ext>
    </p:extLst>
  </p:cSld>
  <p:clrMapOvr>
    <a:masterClrMapping/>
  </p:clrMapOvr>
  <p:extLst>
    <p:ext uri="{DCECCB84-F9BA-43D5-87BE-67443E8EF086}">
      <p15:sldGuideLst xmlns:p15="http://schemas.microsoft.com/office/powerpoint/2012/main">
        <p15:guide id="1" pos="2880" userDrawn="1">
          <p15:clr>
            <a:srgbClr val="FBAE40"/>
          </p15:clr>
        </p15:guide>
        <p15:guide id="2" pos="2944" userDrawn="1">
          <p15:clr>
            <a:srgbClr val="FBAE40"/>
          </p15:clr>
        </p15:guide>
        <p15:guide id="3" pos="2816" userDrawn="1">
          <p15:clr>
            <a:srgbClr val="FBAE40"/>
          </p15:clr>
        </p15:guide>
        <p15:guide id="4" orient="horz" pos="261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ster Slide Chapter Break">
    <p:spTree>
      <p:nvGrpSpPr>
        <p:cNvPr id="1" name=""/>
        <p:cNvGrpSpPr/>
        <p:nvPr/>
      </p:nvGrpSpPr>
      <p:grpSpPr>
        <a:xfrm>
          <a:off x="0" y="0"/>
          <a:ext cx="0" cy="0"/>
          <a:chOff x="0" y="0"/>
          <a:chExt cx="0" cy="0"/>
        </a:xfrm>
      </p:grpSpPr>
      <p:sp>
        <p:nvSpPr>
          <p:cNvPr id="4" name="Fußzeilenplatzhalter 3"/>
          <p:cNvSpPr>
            <a:spLocks noGrp="1"/>
          </p:cNvSpPr>
          <p:nvPr>
            <p:ph type="ftr" sz="quarter" idx="18"/>
          </p:nvPr>
        </p:nvSpPr>
        <p:spPr/>
        <p:txBody>
          <a:bodyPr/>
          <a:lstStyle/>
          <a:p>
            <a:r>
              <a:rPr lang="en-US" dirty="0"/>
              <a:t>Group G2, PAS | MLME Project</a:t>
            </a:r>
            <a:endParaRPr lang="de-DE" dirty="0"/>
          </a:p>
        </p:txBody>
      </p:sp>
      <p:sp>
        <p:nvSpPr>
          <p:cNvPr id="2" name="Datumsplatzhalter 1"/>
          <p:cNvSpPr>
            <a:spLocks noGrp="1"/>
          </p:cNvSpPr>
          <p:nvPr>
            <p:ph type="dt" sz="half" idx="17"/>
          </p:nvPr>
        </p:nvSpPr>
        <p:spPr/>
        <p:txBody>
          <a:bodyPr/>
          <a:lstStyle/>
          <a:p>
            <a:fld id="{BDAA4B11-B4B0-49B5-A03B-13E36C198DFC}"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12" name="Rechteck 11"/>
          <p:cNvSpPr/>
          <p:nvPr userDrawn="1"/>
        </p:nvSpPr>
        <p:spPr>
          <a:xfrm>
            <a:off x="0" y="0"/>
            <a:ext cx="9144000" cy="4516438"/>
          </a:xfrm>
          <a:prstGeom prst="rect">
            <a:avLst/>
          </a:prstGeom>
          <a:solidFill>
            <a:srgbClr val="84B81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extplatzhalter 9"/>
          <p:cNvSpPr>
            <a:spLocks noGrp="1"/>
          </p:cNvSpPr>
          <p:nvPr>
            <p:ph type="body" sz="quarter" idx="15" hasCustomPrompt="1"/>
          </p:nvPr>
        </p:nvSpPr>
        <p:spPr>
          <a:xfrm>
            <a:off x="688827" y="2742739"/>
            <a:ext cx="3600251" cy="576064"/>
          </a:xfrm>
        </p:spPr>
        <p:txBody>
          <a:bodyPr/>
          <a:lstStyle>
            <a:lvl1pPr marL="0" indent="0">
              <a:buFontTx/>
              <a:buNone/>
              <a:defRPr sz="3200">
                <a:solidFill>
                  <a:schemeClr val="bg1"/>
                </a:solidFill>
              </a:defRPr>
            </a:lvl1pPr>
          </a:lstStyle>
          <a:p>
            <a:pPr lvl="0"/>
            <a:r>
              <a:rPr lang="de-DE" dirty="0"/>
              <a:t>CHAPTER 01</a:t>
            </a:r>
          </a:p>
        </p:txBody>
      </p:sp>
      <p:sp>
        <p:nvSpPr>
          <p:cNvPr id="11" name="Textplatzhalter 9"/>
          <p:cNvSpPr>
            <a:spLocks noGrp="1"/>
          </p:cNvSpPr>
          <p:nvPr>
            <p:ph type="body" sz="quarter" idx="16" hasCustomPrompt="1"/>
          </p:nvPr>
        </p:nvSpPr>
        <p:spPr>
          <a:xfrm>
            <a:off x="684213" y="3436243"/>
            <a:ext cx="7775575" cy="576064"/>
          </a:xfrm>
        </p:spPr>
        <p:txBody>
          <a:bodyPr/>
          <a:lstStyle>
            <a:lvl1pPr marL="0" indent="0">
              <a:buFontTx/>
              <a:buNone/>
              <a:defRPr sz="2200">
                <a:solidFill>
                  <a:schemeClr val="bg1"/>
                </a:solidFill>
              </a:defRPr>
            </a:lvl1pPr>
          </a:lstStyle>
          <a:p>
            <a:pPr lvl="0"/>
            <a:r>
              <a:rPr lang="de-DE" dirty="0"/>
              <a:t>Click </a:t>
            </a:r>
            <a:r>
              <a:rPr lang="de-DE" dirty="0" err="1"/>
              <a:t>to</a:t>
            </a:r>
            <a:r>
              <a:rPr lang="de-DE" dirty="0"/>
              <a:t> </a:t>
            </a:r>
            <a:r>
              <a:rPr lang="de-DE" dirty="0" err="1"/>
              <a:t>edit</a:t>
            </a:r>
            <a:r>
              <a:rPr lang="de-DE" dirty="0"/>
              <a:t> </a:t>
            </a:r>
            <a:r>
              <a:rPr lang="de-DE" dirty="0" err="1"/>
              <a:t>subline</a:t>
            </a:r>
            <a:r>
              <a:rPr lang="de-DE" dirty="0"/>
              <a:t> (optional)</a:t>
            </a:r>
          </a:p>
        </p:txBody>
      </p:sp>
    </p:spTree>
    <p:extLst>
      <p:ext uri="{BB962C8B-B14F-4D97-AF65-F5344CB8AC3E}">
        <p14:creationId xmlns:p14="http://schemas.microsoft.com/office/powerpoint/2010/main" val="2919096858"/>
      </p:ext>
    </p:extLst>
  </p:cSld>
  <p:clrMapOvr>
    <a:masterClrMapping/>
  </p:clrMapOvr>
  <p:extLst>
    <p:ext uri="{DCECCB84-F9BA-43D5-87BE-67443E8EF086}">
      <p15:sldGuideLst xmlns:p15="http://schemas.microsoft.com/office/powerpoint/2012/main">
        <p15:guide id="1" orient="horz" pos="259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ster Slide Chapter Break + Picture">
    <p:spTree>
      <p:nvGrpSpPr>
        <p:cNvPr id="1" name=""/>
        <p:cNvGrpSpPr/>
        <p:nvPr/>
      </p:nvGrpSpPr>
      <p:grpSpPr>
        <a:xfrm>
          <a:off x="0" y="0"/>
          <a:ext cx="0" cy="0"/>
          <a:chOff x="0" y="0"/>
          <a:chExt cx="0" cy="0"/>
        </a:xfrm>
      </p:grpSpPr>
      <p:sp>
        <p:nvSpPr>
          <p:cNvPr id="4" name="Fußzeilenplatzhalter 3"/>
          <p:cNvSpPr>
            <a:spLocks noGrp="1"/>
          </p:cNvSpPr>
          <p:nvPr>
            <p:ph type="ftr" sz="quarter" idx="19"/>
          </p:nvPr>
        </p:nvSpPr>
        <p:spPr/>
        <p:txBody>
          <a:bodyPr/>
          <a:lstStyle/>
          <a:p>
            <a:r>
              <a:rPr lang="en-US" dirty="0"/>
              <a:t>Group G2, PAS | MLME Project</a:t>
            </a:r>
            <a:endParaRPr lang="de-DE" dirty="0"/>
          </a:p>
        </p:txBody>
      </p:sp>
      <p:sp>
        <p:nvSpPr>
          <p:cNvPr id="2" name="Datumsplatzhalter 1"/>
          <p:cNvSpPr>
            <a:spLocks noGrp="1"/>
          </p:cNvSpPr>
          <p:nvPr>
            <p:ph type="dt" sz="half" idx="18"/>
          </p:nvPr>
        </p:nvSpPr>
        <p:spPr/>
        <p:txBody>
          <a:bodyPr/>
          <a:lstStyle/>
          <a:p>
            <a:fld id="{A7DE7521-E1C3-41F3-AA5C-FE982A513A48}"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8" name="Bildplatzhalter 7"/>
          <p:cNvSpPr>
            <a:spLocks noGrp="1"/>
          </p:cNvSpPr>
          <p:nvPr>
            <p:ph type="pic" sz="quarter" idx="17" hasCustomPrompt="1"/>
          </p:nvPr>
        </p:nvSpPr>
        <p:spPr>
          <a:xfrm>
            <a:off x="0" y="0"/>
            <a:ext cx="9144000" cy="4516438"/>
          </a:xfrm>
          <a:solidFill>
            <a:schemeClr val="bg1">
              <a:lumMod val="95000"/>
            </a:schemeClr>
          </a:solidFill>
        </p:spPr>
        <p:txBody>
          <a:bodyPr anchor="ctr"/>
          <a:lstStyle>
            <a:lvl1pPr marL="0" indent="0" algn="ctr">
              <a:buFontTx/>
              <a:buNone/>
              <a:defRPr/>
            </a:lvl1pPr>
          </a:lstStyle>
          <a:p>
            <a:r>
              <a:rPr lang="de-DE" dirty="0"/>
              <a:t>Click to </a:t>
            </a:r>
            <a:r>
              <a:rPr lang="de-DE" dirty="0" err="1"/>
              <a:t>add</a:t>
            </a:r>
            <a:r>
              <a:rPr lang="de-DE" dirty="0"/>
              <a:t> </a:t>
            </a:r>
            <a:r>
              <a:rPr lang="de-DE" dirty="0" err="1"/>
              <a:t>picture</a:t>
            </a:r>
            <a:endParaRPr lang="de-DE" dirty="0"/>
          </a:p>
        </p:txBody>
      </p:sp>
      <p:sp>
        <p:nvSpPr>
          <p:cNvPr id="5" name="Textplatzhalter 9"/>
          <p:cNvSpPr>
            <a:spLocks noGrp="1"/>
          </p:cNvSpPr>
          <p:nvPr>
            <p:ph type="body" sz="quarter" idx="15" hasCustomPrompt="1"/>
          </p:nvPr>
        </p:nvSpPr>
        <p:spPr>
          <a:xfrm>
            <a:off x="688827" y="2742739"/>
            <a:ext cx="3600251" cy="576064"/>
          </a:xfrm>
        </p:spPr>
        <p:txBody>
          <a:bodyPr/>
          <a:lstStyle>
            <a:lvl1pPr marL="0" indent="0">
              <a:buFontTx/>
              <a:buNone/>
              <a:defRPr sz="3200">
                <a:solidFill>
                  <a:schemeClr val="bg1"/>
                </a:solidFill>
              </a:defRPr>
            </a:lvl1pPr>
          </a:lstStyle>
          <a:p>
            <a:pPr lvl="0"/>
            <a:r>
              <a:rPr lang="de-DE" dirty="0"/>
              <a:t>CHAPTER 01</a:t>
            </a:r>
          </a:p>
        </p:txBody>
      </p:sp>
      <p:sp>
        <p:nvSpPr>
          <p:cNvPr id="6" name="Textplatzhalter 9"/>
          <p:cNvSpPr>
            <a:spLocks noGrp="1"/>
          </p:cNvSpPr>
          <p:nvPr>
            <p:ph type="body" sz="quarter" idx="16" hasCustomPrompt="1"/>
          </p:nvPr>
        </p:nvSpPr>
        <p:spPr>
          <a:xfrm>
            <a:off x="684213" y="3436243"/>
            <a:ext cx="7775575" cy="576064"/>
          </a:xfrm>
        </p:spPr>
        <p:txBody>
          <a:bodyPr/>
          <a:lstStyle>
            <a:lvl1pPr marL="0" indent="0">
              <a:buFontTx/>
              <a:buNone/>
              <a:defRPr sz="2200">
                <a:solidFill>
                  <a:schemeClr val="bg1"/>
                </a:solidFill>
              </a:defRPr>
            </a:lvl1pPr>
          </a:lstStyle>
          <a:p>
            <a:pPr lvl="0"/>
            <a:r>
              <a:rPr lang="de-DE" dirty="0"/>
              <a:t>Click </a:t>
            </a:r>
            <a:r>
              <a:rPr lang="de-DE" dirty="0" err="1"/>
              <a:t>to</a:t>
            </a:r>
            <a:r>
              <a:rPr lang="de-DE" dirty="0"/>
              <a:t> </a:t>
            </a:r>
            <a:r>
              <a:rPr lang="de-DE" dirty="0" err="1"/>
              <a:t>edit</a:t>
            </a:r>
            <a:r>
              <a:rPr lang="de-DE" dirty="0"/>
              <a:t> </a:t>
            </a:r>
            <a:r>
              <a:rPr lang="de-DE" dirty="0" err="1"/>
              <a:t>subline</a:t>
            </a:r>
            <a:r>
              <a:rPr lang="de-DE" dirty="0"/>
              <a:t> (optional)</a:t>
            </a:r>
          </a:p>
        </p:txBody>
      </p:sp>
      <p:cxnSp>
        <p:nvCxnSpPr>
          <p:cNvPr id="9" name="Gerade Verbindung 8"/>
          <p:cNvCxnSpPr/>
          <p:nvPr userDrawn="1"/>
        </p:nvCxnSpPr>
        <p:spPr>
          <a:xfrm>
            <a:off x="-126937" y="4515960"/>
            <a:ext cx="9300818" cy="478"/>
          </a:xfrm>
          <a:prstGeom prst="line">
            <a:avLst/>
          </a:prstGeom>
          <a:ln w="12700">
            <a:solidFill>
              <a:srgbClr val="84B819"/>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2744289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ster Slide End / Contact">
    <p:spTree>
      <p:nvGrpSpPr>
        <p:cNvPr id="1" name=""/>
        <p:cNvGrpSpPr/>
        <p:nvPr/>
      </p:nvGrpSpPr>
      <p:grpSpPr>
        <a:xfrm>
          <a:off x="0" y="0"/>
          <a:ext cx="0" cy="0"/>
          <a:chOff x="0" y="0"/>
          <a:chExt cx="0" cy="0"/>
        </a:xfrm>
      </p:grpSpPr>
      <p:sp>
        <p:nvSpPr>
          <p:cNvPr id="4" name="Fußzeilenplatzhalter 3"/>
          <p:cNvSpPr>
            <a:spLocks noGrp="1"/>
          </p:cNvSpPr>
          <p:nvPr>
            <p:ph type="ftr" sz="quarter" idx="14"/>
          </p:nvPr>
        </p:nvSpPr>
        <p:spPr/>
        <p:txBody>
          <a:bodyPr/>
          <a:lstStyle/>
          <a:p>
            <a:r>
              <a:rPr lang="en-US" dirty="0"/>
              <a:t>Group G2, PAS | MLME Project</a:t>
            </a:r>
            <a:endParaRPr lang="de-DE" dirty="0"/>
          </a:p>
        </p:txBody>
      </p:sp>
      <p:sp>
        <p:nvSpPr>
          <p:cNvPr id="2" name="Datumsplatzhalter 1"/>
          <p:cNvSpPr>
            <a:spLocks noGrp="1"/>
          </p:cNvSpPr>
          <p:nvPr>
            <p:ph type="dt" sz="half" idx="13"/>
          </p:nvPr>
        </p:nvSpPr>
        <p:spPr/>
        <p:txBody>
          <a:bodyPr/>
          <a:lstStyle/>
          <a:p>
            <a:fld id="{5D9E04B5-CB26-4E6C-B931-A7DF7A4B9FD8}" type="datetime1">
              <a:rPr lang="en-US" smtClean="0"/>
              <a:t>7/18/25</a:t>
            </a:fld>
            <a:endParaRPr lang="de-DE" dirty="0"/>
          </a:p>
        </p:txBody>
      </p:sp>
      <p:sp>
        <p:nvSpPr>
          <p:cNvPr id="3" name="Foliennummernplatzhalter 2"/>
          <p:cNvSpPr>
            <a:spLocks noGrp="1"/>
          </p:cNvSpPr>
          <p:nvPr>
            <p:ph type="sldNum" sz="quarter" idx="10"/>
          </p:nvPr>
        </p:nvSpPr>
        <p:spPr/>
        <p:txBody>
          <a:bodyPr/>
          <a:lstStyle/>
          <a:p>
            <a:fld id="{63CECEBB-547B-4598-95D8-3FB4D608B5D5}" type="slidenum">
              <a:rPr lang="de-DE" smtClean="0"/>
              <a:pPr/>
              <a:t>‹Nr.›</a:t>
            </a:fld>
            <a:endParaRPr lang="de-DE" dirty="0"/>
          </a:p>
        </p:txBody>
      </p:sp>
      <p:sp>
        <p:nvSpPr>
          <p:cNvPr id="5" name="Textplatzhalter 4"/>
          <p:cNvSpPr>
            <a:spLocks noGrp="1"/>
          </p:cNvSpPr>
          <p:nvPr>
            <p:ph type="body" sz="quarter" idx="11" hasCustomPrompt="1"/>
          </p:nvPr>
        </p:nvSpPr>
        <p:spPr>
          <a:xfrm>
            <a:off x="975472" y="471192"/>
            <a:ext cx="6192738" cy="914400"/>
          </a:xfrm>
        </p:spPr>
        <p:txBody>
          <a:bodyPr/>
          <a:lstStyle>
            <a:lvl1pPr marL="0" indent="0">
              <a:spcBef>
                <a:spcPts val="0"/>
              </a:spcBef>
              <a:buNone/>
              <a:defRPr sz="2800" baseline="0">
                <a:solidFill>
                  <a:srgbClr val="84B819"/>
                </a:solidFill>
              </a:defRPr>
            </a:lvl1pPr>
            <a:lvl2pPr>
              <a:defRPr sz="2800"/>
            </a:lvl2pPr>
            <a:lvl3pPr>
              <a:defRPr sz="2800"/>
            </a:lvl3pPr>
            <a:lvl4pPr>
              <a:defRPr sz="2800"/>
            </a:lvl4pPr>
            <a:lvl5pPr>
              <a:defRPr sz="2800"/>
            </a:lvl5pPr>
          </a:lstStyle>
          <a:p>
            <a:pPr lvl="0"/>
            <a:r>
              <a:rPr lang="de-DE" dirty="0"/>
              <a:t>Click to </a:t>
            </a:r>
            <a:r>
              <a:rPr lang="de-DE" dirty="0" err="1"/>
              <a:t>edit</a:t>
            </a:r>
            <a:r>
              <a:rPr lang="de-DE" dirty="0"/>
              <a:t> title: </a:t>
            </a:r>
            <a:r>
              <a:rPr lang="de-DE" dirty="0" err="1"/>
              <a:t>Thank</a:t>
            </a:r>
            <a:r>
              <a:rPr lang="de-DE" dirty="0"/>
              <a:t> </a:t>
            </a:r>
            <a:r>
              <a:rPr lang="de-DE" dirty="0" err="1"/>
              <a:t>you</a:t>
            </a:r>
            <a:r>
              <a:rPr lang="de-DE" dirty="0"/>
              <a:t> </a:t>
            </a:r>
            <a:r>
              <a:rPr lang="de-DE" dirty="0" err="1"/>
              <a:t>for</a:t>
            </a:r>
            <a:r>
              <a:rPr lang="de-DE" dirty="0"/>
              <a:t> </a:t>
            </a:r>
            <a:r>
              <a:rPr lang="de-DE" dirty="0" err="1"/>
              <a:t>your</a:t>
            </a:r>
            <a:r>
              <a:rPr lang="de-DE" dirty="0"/>
              <a:t> </a:t>
            </a:r>
            <a:r>
              <a:rPr lang="de-DE" dirty="0" err="1"/>
              <a:t>attention</a:t>
            </a:r>
            <a:endParaRPr lang="de-DE" dirty="0"/>
          </a:p>
        </p:txBody>
      </p:sp>
      <p:sp>
        <p:nvSpPr>
          <p:cNvPr id="7" name="Textplatzhalter 6"/>
          <p:cNvSpPr>
            <a:spLocks noGrp="1"/>
          </p:cNvSpPr>
          <p:nvPr>
            <p:ph type="body" sz="quarter" idx="12" hasCustomPrompt="1"/>
          </p:nvPr>
        </p:nvSpPr>
        <p:spPr>
          <a:xfrm>
            <a:off x="977899" y="1725613"/>
            <a:ext cx="6190311" cy="1998662"/>
          </a:xfrm>
        </p:spPr>
        <p:txBody>
          <a:bodyPr/>
          <a:lstStyle>
            <a:lvl1pPr marL="0" indent="0">
              <a:buNone/>
              <a:defRPr baseline="0"/>
            </a:lvl1pPr>
          </a:lstStyle>
          <a:p>
            <a:pPr defTabSz="0">
              <a:spcBef>
                <a:spcPts val="50"/>
              </a:spcBef>
              <a:tabLst>
                <a:tab pos="180000" algn="l"/>
              </a:tabLst>
            </a:pPr>
            <a:r>
              <a:rPr lang="de-DE" dirty="0"/>
              <a:t>Click to </a:t>
            </a:r>
            <a:r>
              <a:rPr lang="de-DE" dirty="0" err="1"/>
              <a:t>add</a:t>
            </a:r>
            <a:r>
              <a:rPr lang="de-DE" dirty="0"/>
              <a:t> </a:t>
            </a:r>
            <a:r>
              <a:rPr lang="de-DE" dirty="0" err="1"/>
              <a:t>your</a:t>
            </a:r>
            <a:r>
              <a:rPr lang="de-DE" dirty="0"/>
              <a:t> </a:t>
            </a:r>
            <a:r>
              <a:rPr lang="de-DE" dirty="0" err="1"/>
              <a:t>contact</a:t>
            </a:r>
            <a:r>
              <a:rPr lang="de-DE" dirty="0"/>
              <a:t> </a:t>
            </a:r>
            <a:r>
              <a:rPr lang="de-DE" dirty="0" err="1"/>
              <a:t>data</a:t>
            </a:r>
            <a:endParaRPr lang="de-DE" dirty="0"/>
          </a:p>
          <a:p>
            <a:pPr lvl="0"/>
            <a:endParaRPr lang="de-DE" dirty="0"/>
          </a:p>
        </p:txBody>
      </p:sp>
    </p:spTree>
    <p:extLst>
      <p:ext uri="{BB962C8B-B14F-4D97-AF65-F5344CB8AC3E}">
        <p14:creationId xmlns:p14="http://schemas.microsoft.com/office/powerpoint/2010/main" val="3741102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liennummernplatzhalter 5"/>
          <p:cNvSpPr>
            <a:spLocks noGrp="1"/>
          </p:cNvSpPr>
          <p:nvPr>
            <p:ph type="sldNum" sz="quarter" idx="4"/>
          </p:nvPr>
        </p:nvSpPr>
        <p:spPr>
          <a:xfrm>
            <a:off x="8505371" y="4633878"/>
            <a:ext cx="387803" cy="209938"/>
          </a:xfrm>
          <a:prstGeom prst="rect">
            <a:avLst/>
          </a:prstGeom>
        </p:spPr>
        <p:txBody>
          <a:bodyPr vert="horz" lIns="0" tIns="45720" rIns="0" bIns="45720" rtlCol="0" anchor="ctr"/>
          <a:lstStyle>
            <a:lvl1pPr algn="r">
              <a:defRPr sz="1100" b="1">
                <a:solidFill>
                  <a:srgbClr val="84B818"/>
                </a:solidFill>
                <a:latin typeface="Arial" panose="020B0604020202020204" pitchFamily="34" charset="0"/>
                <a:cs typeface="Arial" panose="020B0604020202020204" pitchFamily="34" charset="0"/>
              </a:defRPr>
            </a:lvl1pPr>
          </a:lstStyle>
          <a:p>
            <a:fld id="{63CECEBB-547B-4598-95D8-3FB4D608B5D5}" type="slidenum">
              <a:rPr lang="de-DE" smtClean="0"/>
              <a:pPr/>
              <a:t>‹Nr.›</a:t>
            </a:fld>
            <a:endParaRPr lang="de-DE" dirty="0"/>
          </a:p>
        </p:txBody>
      </p:sp>
      <p:cxnSp>
        <p:nvCxnSpPr>
          <p:cNvPr id="9" name="Gerade Verbindung 8"/>
          <p:cNvCxnSpPr/>
          <p:nvPr userDrawn="1"/>
        </p:nvCxnSpPr>
        <p:spPr>
          <a:xfrm>
            <a:off x="0" y="4516438"/>
            <a:ext cx="9144000" cy="0"/>
          </a:xfrm>
          <a:prstGeom prst="line">
            <a:avLst/>
          </a:prstGeom>
          <a:ln w="12700">
            <a:solidFill>
              <a:srgbClr val="84B819"/>
            </a:solidFill>
          </a:ln>
        </p:spPr>
        <p:style>
          <a:lnRef idx="1">
            <a:schemeClr val="accent3"/>
          </a:lnRef>
          <a:fillRef idx="0">
            <a:schemeClr val="accent3"/>
          </a:fillRef>
          <a:effectRef idx="0">
            <a:schemeClr val="accent3"/>
          </a:effectRef>
          <a:fontRef idx="minor">
            <a:schemeClr val="tx1"/>
          </a:fontRef>
        </p:style>
      </p:cxnSp>
      <p:sp>
        <p:nvSpPr>
          <p:cNvPr id="3" name="Titelplatzhalter 2"/>
          <p:cNvSpPr>
            <a:spLocks noGrp="1"/>
          </p:cNvSpPr>
          <p:nvPr>
            <p:ph type="title"/>
          </p:nvPr>
        </p:nvSpPr>
        <p:spPr>
          <a:xfrm>
            <a:off x="971600" y="3917547"/>
            <a:ext cx="7488187" cy="553970"/>
          </a:xfrm>
          <a:prstGeom prst="rect">
            <a:avLst/>
          </a:prstGeom>
        </p:spPr>
        <p:txBody>
          <a:bodyPr vert="horz" lIns="0" tIns="0" rIns="0" bIns="0" rtlCol="0" anchor="t">
            <a:noAutofit/>
          </a:bodyPr>
          <a:lstStyle/>
          <a:p>
            <a:r>
              <a:rPr lang="de-DE"/>
              <a:t>Mastertitelformat bearbeiten</a:t>
            </a:r>
            <a:endParaRPr lang="de-DE" dirty="0"/>
          </a:p>
        </p:txBody>
      </p:sp>
      <p:sp>
        <p:nvSpPr>
          <p:cNvPr id="4" name="Textplatzhalter 3"/>
          <p:cNvSpPr>
            <a:spLocks noGrp="1"/>
          </p:cNvSpPr>
          <p:nvPr>
            <p:ph type="body" idx="1"/>
          </p:nvPr>
        </p:nvSpPr>
        <p:spPr>
          <a:xfrm>
            <a:off x="684213" y="1058863"/>
            <a:ext cx="7775574" cy="2665412"/>
          </a:xfrm>
          <a:prstGeom prst="rect">
            <a:avLst/>
          </a:prstGeom>
        </p:spPr>
        <p:txBody>
          <a:bodyPr vert="horz" lIns="0" tIns="0" rIns="72000" bIns="0" rtlCol="0">
            <a:noAutofit/>
          </a:body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Fifith</a:t>
            </a:r>
            <a:r>
              <a:rPr lang="de-DE" dirty="0"/>
              <a:t> </a:t>
            </a:r>
            <a:r>
              <a:rPr lang="de-DE" dirty="0" err="1"/>
              <a:t>level</a:t>
            </a:r>
            <a:endParaRPr lang="de-DE" dirty="0"/>
          </a:p>
        </p:txBody>
      </p:sp>
      <p:sp>
        <p:nvSpPr>
          <p:cNvPr id="17" name="Datumsplatzhalter 16"/>
          <p:cNvSpPr>
            <a:spLocks noGrp="1"/>
          </p:cNvSpPr>
          <p:nvPr>
            <p:ph type="dt" sz="half" idx="2"/>
          </p:nvPr>
        </p:nvSpPr>
        <p:spPr>
          <a:xfrm>
            <a:off x="7554515" y="4656026"/>
            <a:ext cx="905272" cy="274637"/>
          </a:xfrm>
          <a:prstGeom prst="rect">
            <a:avLst/>
          </a:prstGeom>
        </p:spPr>
        <p:txBody>
          <a:bodyPr vert="horz" wrap="none" lIns="0" tIns="0" rIns="0" bIns="0" rtlCol="0" anchor="t"/>
          <a:lstStyle>
            <a:lvl1pPr algn="r">
              <a:defRPr sz="1100">
                <a:solidFill>
                  <a:schemeClr val="accent3">
                    <a:lumMod val="75000"/>
                  </a:schemeClr>
                </a:solidFill>
              </a:defRPr>
            </a:lvl1pPr>
          </a:lstStyle>
          <a:p>
            <a:fld id="{BCF4BDB0-F1F8-4F93-AFE6-575F74E1B40A}" type="datetime1">
              <a:rPr lang="en-US" smtClean="0"/>
              <a:t>7/18/25</a:t>
            </a:fld>
            <a:endParaRPr lang="de-DE" dirty="0"/>
          </a:p>
        </p:txBody>
      </p:sp>
      <p:sp>
        <p:nvSpPr>
          <p:cNvPr id="18" name="Fußzeilenplatzhalter 17"/>
          <p:cNvSpPr>
            <a:spLocks noGrp="1"/>
          </p:cNvSpPr>
          <p:nvPr>
            <p:ph type="ftr" sz="quarter" idx="3"/>
          </p:nvPr>
        </p:nvSpPr>
        <p:spPr>
          <a:xfrm>
            <a:off x="3377086" y="4658618"/>
            <a:ext cx="4034902" cy="274637"/>
          </a:xfrm>
          <a:prstGeom prst="rect">
            <a:avLst/>
          </a:prstGeom>
        </p:spPr>
        <p:txBody>
          <a:bodyPr vert="horz" lIns="0" tIns="0" rIns="0" bIns="0" rtlCol="0" anchor="t" anchorCtr="0"/>
          <a:lstStyle>
            <a:lvl1pPr algn="r">
              <a:defRPr sz="1100">
                <a:solidFill>
                  <a:schemeClr val="accent3">
                    <a:lumMod val="75000"/>
                  </a:schemeClr>
                </a:solidFill>
              </a:defRPr>
            </a:lvl1pPr>
          </a:lstStyle>
          <a:p>
            <a:r>
              <a:rPr lang="de-DE" dirty="0"/>
              <a:t>Name, </a:t>
            </a:r>
            <a:r>
              <a:rPr lang="de-DE" dirty="0" err="1"/>
              <a:t>Organizational</a:t>
            </a:r>
            <a:r>
              <a:rPr lang="de-DE" dirty="0"/>
              <a:t> Unit | </a:t>
            </a:r>
            <a:r>
              <a:rPr lang="de-DE" dirty="0" err="1"/>
              <a:t>Presentation</a:t>
            </a:r>
            <a:r>
              <a:rPr lang="de-DE" dirty="0"/>
              <a:t> Title</a:t>
            </a:r>
          </a:p>
        </p:txBody>
      </p:sp>
      <p:pic>
        <p:nvPicPr>
          <p:cNvPr id="10" name="Grafik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256283" y="4613653"/>
            <a:ext cx="1224781" cy="370283"/>
          </a:xfrm>
          <a:prstGeom prst="rect">
            <a:avLst/>
          </a:prstGeom>
        </p:spPr>
      </p:pic>
    </p:spTree>
    <p:extLst>
      <p:ext uri="{BB962C8B-B14F-4D97-AF65-F5344CB8AC3E}">
        <p14:creationId xmlns:p14="http://schemas.microsoft.com/office/powerpoint/2010/main" val="2499342420"/>
      </p:ext>
    </p:extLst>
  </p:cSld>
  <p:clrMap bg1="lt1" tx1="dk1" bg2="lt2" tx2="dk2" accent1="accent1" accent2="accent2" accent3="accent3" accent4="accent4" accent5="accent5" accent6="accent6" hlink="hlink" folHlink="folHlink"/>
  <p:sldLayoutIdLst>
    <p:sldLayoutId id="2147483721" r:id="rId1"/>
    <p:sldLayoutId id="2147483780"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Lst>
  <p:hf hdr="0"/>
  <p:txStyles>
    <p:titleStyle>
      <a:lvl1pPr marL="0" indent="0" algn="l" defTabSz="914400" rtl="0" eaLnBrk="1" latinLnBrk="0" hangingPunct="1">
        <a:spcBef>
          <a:spcPct val="0"/>
        </a:spcBef>
        <a:buNone/>
        <a:tabLst>
          <a:tab pos="449263" algn="l"/>
        </a:tabLst>
        <a:defRPr sz="1650" kern="1200">
          <a:solidFill>
            <a:srgbClr val="84B819"/>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baseline="0">
          <a:solidFill>
            <a:schemeClr val="tx1"/>
          </a:solidFill>
          <a:latin typeface="Arial" panose="020B0604020202020204" pitchFamily="34" charset="0"/>
          <a:ea typeface="+mn-ea"/>
          <a:cs typeface="Arial" panose="020B0604020202020204" pitchFamily="34" charset="0"/>
        </a:defRPr>
      </a:lvl1pPr>
      <a:lvl2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2pPr>
      <a:lvl3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3pPr>
      <a:lvl4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baseline="0">
          <a:solidFill>
            <a:schemeClr val="tx1"/>
          </a:solidFill>
          <a:latin typeface="Arial" panose="020B0604020202020204" pitchFamily="34" charset="0"/>
          <a:ea typeface="+mn-ea"/>
          <a:cs typeface="Arial" panose="020B0604020202020204" pitchFamily="34" charset="0"/>
        </a:defRPr>
      </a:lvl4pPr>
      <a:lvl5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userDrawn="1">
          <p15:clr>
            <a:srgbClr val="F26B43"/>
          </p15:clr>
        </p15:guide>
        <p15:guide id="2" pos="5602" userDrawn="1">
          <p15:clr>
            <a:srgbClr val="F26B43"/>
          </p15:clr>
        </p15:guide>
        <p15:guide id="3" orient="horz" pos="123" userDrawn="1">
          <p15:clr>
            <a:srgbClr val="F26B43"/>
          </p15:clr>
        </p15:guide>
        <p15:guide id="4" orient="horz" pos="3117" userDrawn="1">
          <p15:clr>
            <a:srgbClr val="F26B43"/>
          </p15:clr>
        </p15:guide>
        <p15:guide id="5" orient="horz" pos="2845" userDrawn="1">
          <p15:clr>
            <a:srgbClr val="F26B43"/>
          </p15:clr>
        </p15:guide>
        <p15:guide id="6" pos="431" userDrawn="1">
          <p15:clr>
            <a:srgbClr val="F26B43"/>
          </p15:clr>
        </p15:guide>
        <p15:guide id="7" pos="5329" userDrawn="1">
          <p15:clr>
            <a:srgbClr val="F26B43"/>
          </p15:clr>
        </p15:guide>
        <p15:guide id="8" orient="horz" pos="3014" userDrawn="1">
          <p15:clr>
            <a:srgbClr val="F26B43"/>
          </p15:clr>
        </p15:guide>
        <p15:guide id="9" orient="horz" pos="510" userDrawn="1">
          <p15:clr>
            <a:srgbClr val="F26B43"/>
          </p15:clr>
        </p15:guide>
        <p15:guide id="10" orient="horz" pos="2346" userDrawn="1">
          <p15:clr>
            <a:srgbClr val="F26B43"/>
          </p15:clr>
        </p15:guide>
        <p15:guide id="11" orient="horz" pos="2754" userDrawn="1">
          <p15:clr>
            <a:srgbClr val="F26B43"/>
          </p15:clr>
        </p15:guide>
        <p15:guide id="12" orient="horz" pos="667" userDrawn="1">
          <p15:clr>
            <a:srgbClr val="F26B43"/>
          </p15:clr>
        </p15:guide>
        <p15:guide id="13" pos="61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notesSlide" Target="../notesSlides/notesSlide2.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5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4.png"/><Relationship Id="rId4" Type="http://schemas.openxmlformats.org/officeDocument/2006/relationships/image" Target="../media/image7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70.png"/><Relationship Id="rId5" Type="http://schemas.openxmlformats.org/officeDocument/2006/relationships/image" Target="../media/image60.png"/><Relationship Id="rId4" Type="http://schemas.openxmlformats.org/officeDocument/2006/relationships/image" Target="../media/image5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0.png"/><Relationship Id="rId5" Type="http://schemas.openxmlformats.org/officeDocument/2006/relationships/image" Target="../media/image90.png"/><Relationship Id="rId4" Type="http://schemas.openxmlformats.org/officeDocument/2006/relationships/image" Target="../media/image8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4.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notesSlide" Target="../notesSlides/notesSlide5.xml"/><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4.png"/><Relationship Id="rId5" Type="http://schemas.openxmlformats.org/officeDocument/2006/relationships/image" Target="../media/image20.png"/><Relationship Id="rId4"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4.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1"/>
          </p:nvPr>
        </p:nvSpPr>
        <p:spPr>
          <a:xfrm>
            <a:off x="143508" y="805314"/>
            <a:ext cx="8856984" cy="758324"/>
          </a:xfrm>
        </p:spPr>
        <p:txBody>
          <a:bodyPr anchor="ctr"/>
          <a:lstStyle/>
          <a:p>
            <a:pPr algn="ctr"/>
            <a:r>
              <a:rPr lang="en-US" sz="2000" dirty="0"/>
              <a:t>Data-based modeling of slug flow crystallization with uncertainty quantification</a:t>
            </a:r>
          </a:p>
        </p:txBody>
      </p:sp>
      <p:pic>
        <p:nvPicPr>
          <p:cNvPr id="38" name="Audio 37">
            <a:extLst>
              <a:ext uri="{FF2B5EF4-FFF2-40B4-BE49-F238E27FC236}">
                <a16:creationId xmlns:a16="http://schemas.microsoft.com/office/drawing/2014/main" id="{5BC7B845-6EF1-1EF6-E626-B0FA60CBAAF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028384" y="5308054"/>
            <a:ext cx="812800" cy="812800"/>
          </a:xfrm>
          <a:prstGeom prst="rect">
            <a:avLst/>
          </a:prstGeom>
        </p:spPr>
      </p:pic>
    </p:spTree>
    <p:extLst>
      <p:ext uri="{BB962C8B-B14F-4D97-AF65-F5344CB8AC3E}">
        <p14:creationId xmlns:p14="http://schemas.microsoft.com/office/powerpoint/2010/main" val="2136432144"/>
      </p:ext>
    </p:extLst>
  </p:cSld>
  <p:clrMapOvr>
    <a:masterClrMapping/>
  </p:clrMapOvr>
  <mc:AlternateContent xmlns:mc="http://schemas.openxmlformats.org/markup-compatibility/2006" xmlns:p14="http://schemas.microsoft.com/office/powerpoint/2010/main">
    <mc:Choice Requires="p14">
      <p:transition spd="slow" p14:dur="2000" advTm="26734"/>
    </mc:Choice>
    <mc:Fallback xmlns="">
      <p:transition spd="slow" advTm="267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16"/>
          </p:nvPr>
        </p:nvSpPr>
        <p:spPr/>
        <p:txBody>
          <a:bodyPr/>
          <a:lstStyle/>
          <a:p>
            <a:r>
              <a:rPr lang="en-US" dirty="0"/>
              <a:t>Ahmed Tantawy, Group G2 | Data Management</a:t>
            </a:r>
            <a:endParaRPr lang="de-DE" dirty="0"/>
          </a:p>
        </p:txBody>
      </p:sp>
      <p:sp>
        <p:nvSpPr>
          <p:cNvPr id="3" name="Datumsplatzhalter 2"/>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p:cNvSpPr>
            <a:spLocks noGrp="1"/>
          </p:cNvSpPr>
          <p:nvPr>
            <p:ph type="sldNum" sz="quarter" idx="10"/>
          </p:nvPr>
        </p:nvSpPr>
        <p:spPr/>
        <p:txBody>
          <a:bodyPr/>
          <a:lstStyle/>
          <a:p>
            <a:fld id="{63CECEBB-547B-4598-95D8-3FB4D608B5D5}" type="slidenum">
              <a:rPr lang="de-DE" smtClean="0"/>
              <a:pPr/>
              <a:t>2</a:t>
            </a:fld>
            <a:endParaRPr lang="de-DE" dirty="0"/>
          </a:p>
        </p:txBody>
      </p:sp>
      <p:sp>
        <p:nvSpPr>
          <p:cNvPr id="5" name="Textplatzhalter 4"/>
          <p:cNvSpPr>
            <a:spLocks noGrp="1"/>
          </p:cNvSpPr>
          <p:nvPr>
            <p:ph type="body" sz="quarter" idx="14"/>
          </p:nvPr>
        </p:nvSpPr>
        <p:spPr/>
        <p:txBody>
          <a:bodyPr/>
          <a:lstStyle/>
          <a:p>
            <a:r>
              <a:rPr lang="en-US" dirty="0"/>
              <a:t>Loading, Analyzing and Visualizing the Data </a:t>
            </a:r>
          </a:p>
        </p:txBody>
      </p:sp>
      <p:sp>
        <p:nvSpPr>
          <p:cNvPr id="6" name="Inhaltsplatzhalter 5"/>
          <p:cNvSpPr>
            <a:spLocks noGrp="1"/>
          </p:cNvSpPr>
          <p:nvPr>
            <p:ph sz="quarter" idx="11"/>
          </p:nvPr>
        </p:nvSpPr>
        <p:spPr>
          <a:xfrm>
            <a:off x="250825" y="1058862"/>
            <a:ext cx="8642350" cy="3313087"/>
          </a:xfrm>
        </p:spPr>
        <p:txBody>
          <a:bodyPr anchor="ctr"/>
          <a:lstStyle/>
          <a:p>
            <a:pPr marL="268288" indent="-268288">
              <a:spcAft>
                <a:spcPts val="1200"/>
              </a:spcAft>
              <a:buFont typeface="+mj-lt"/>
              <a:buAutoNum type="arabicPeriod"/>
            </a:pPr>
            <a:r>
              <a:rPr lang="en-US" dirty="0"/>
              <a:t>All data files are loaded and merged into one data frame</a:t>
            </a:r>
          </a:p>
          <a:p>
            <a:pPr marL="268288" indent="-268288">
              <a:spcAft>
                <a:spcPts val="1200"/>
              </a:spcAft>
              <a:buFont typeface="+mj-lt"/>
              <a:buAutoNum type="arabicPeriod"/>
            </a:pPr>
            <a:r>
              <a:rPr lang="en-US" dirty="0"/>
              <a:t>Cleaning the data and assigning a unique trajectory IDs</a:t>
            </a:r>
          </a:p>
          <a:p>
            <a:pPr marL="268288" indent="-268288">
              <a:spcAft>
                <a:spcPts val="1200"/>
              </a:spcAft>
              <a:buFont typeface="+mj-lt"/>
              <a:buAutoNum type="arabicPeriod"/>
            </a:pPr>
            <a:r>
              <a:rPr lang="en-US" dirty="0"/>
              <a:t>Generating histograms and boxplots</a:t>
            </a:r>
          </a:p>
          <a:p>
            <a:pPr marL="268288" indent="-268288">
              <a:buFont typeface="+mj-lt"/>
              <a:buAutoNum type="arabicPeriod"/>
            </a:pPr>
            <a:r>
              <a:rPr lang="en-US" dirty="0"/>
              <a:t>Creating correlation matrix</a:t>
            </a:r>
          </a:p>
          <a:p>
            <a:pPr marL="642937" lvl="2" indent="-285750">
              <a:tabLst>
                <a:tab pos="895350" algn="l"/>
                <a:tab pos="1255713" algn="l"/>
              </a:tabLst>
            </a:pPr>
            <a:r>
              <a:rPr lang="en-US" sz="1100" dirty="0"/>
              <a:t>	 → </a:t>
            </a:r>
            <a:r>
              <a:rPr lang="en-US" sz="1100" dirty="0">
                <a:sym typeface="Wingdings" panose="05000000000000000000" pitchFamily="2" charset="2"/>
              </a:rPr>
              <a:t>	</a:t>
            </a:r>
            <a:r>
              <a:rPr lang="en-US" sz="1100" dirty="0"/>
              <a:t>ideal positive correlation</a:t>
            </a:r>
          </a:p>
          <a:p>
            <a:pPr marL="642937" lvl="2" indent="-285750">
              <a:tabLst>
                <a:tab pos="895350" algn="l"/>
                <a:tab pos="1255713" algn="l"/>
              </a:tabLst>
            </a:pPr>
            <a:r>
              <a:rPr lang="en-US" sz="1100" dirty="0"/>
              <a:t>	 → </a:t>
            </a:r>
            <a:r>
              <a:rPr lang="en-US" sz="1100" dirty="0">
                <a:sym typeface="Wingdings" panose="05000000000000000000" pitchFamily="2" charset="2"/>
              </a:rPr>
              <a:t>	ideal negative correlation</a:t>
            </a:r>
          </a:p>
          <a:p>
            <a:pPr marL="642937" lvl="2" indent="-285750">
              <a:spcAft>
                <a:spcPts val="1200"/>
              </a:spcAft>
              <a:tabLst>
                <a:tab pos="895350" algn="l"/>
                <a:tab pos="1255713" algn="l"/>
              </a:tabLst>
            </a:pPr>
            <a:r>
              <a:rPr lang="en-US" sz="1100" dirty="0">
                <a:sym typeface="Wingdings" panose="05000000000000000000" pitchFamily="2" charset="2"/>
              </a:rPr>
              <a:t>	</a:t>
            </a:r>
            <a:r>
              <a:rPr lang="en-US" sz="1100" dirty="0"/>
              <a:t> → </a:t>
            </a:r>
            <a:r>
              <a:rPr lang="en-US" sz="1100" dirty="0">
                <a:sym typeface="Wingdings" panose="05000000000000000000" pitchFamily="2" charset="2"/>
              </a:rPr>
              <a:t>	no correlation</a:t>
            </a:r>
            <a:endParaRPr lang="en-US" dirty="0"/>
          </a:p>
          <a:p>
            <a:pPr marL="268288" indent="-268288">
              <a:buFont typeface="+mj-lt"/>
              <a:buAutoNum type="arabicPeriod"/>
            </a:pPr>
            <a:r>
              <a:rPr lang="en-US" dirty="0"/>
              <a:t>Create pairwise scatter plot between all features</a:t>
            </a:r>
          </a:p>
        </p:txBody>
      </p:sp>
      <p:pic>
        <p:nvPicPr>
          <p:cNvPr id="7" name="Content Placeholder 4">
            <a:extLst>
              <a:ext uri="{FF2B5EF4-FFF2-40B4-BE49-F238E27FC236}">
                <a16:creationId xmlns:a16="http://schemas.microsoft.com/office/drawing/2014/main" id="{B1478D61-78A4-F846-8439-8CE7DF079817}"/>
              </a:ext>
            </a:extLst>
          </p:cNvPr>
          <p:cNvPicPr>
            <a:picLocks noChangeAspect="1"/>
          </p:cNvPicPr>
          <p:nvPr/>
        </p:nvPicPr>
        <p:blipFill>
          <a:blip r:embed="rId5" cstate="print">
            <a:extLst>
              <a:ext uri="{28A0092B-C50C-407E-A947-70E740481C1C}">
                <a14:useLocalDpi xmlns:a14="http://schemas.microsoft.com/office/drawing/2010/main" val="0"/>
              </a:ext>
            </a:extLst>
          </a:blip>
          <a:srcRect r="1088" b="1884"/>
          <a:stretch>
            <a:fillRect/>
          </a:stretch>
        </p:blipFill>
        <p:spPr>
          <a:xfrm>
            <a:off x="4872702" y="1058861"/>
            <a:ext cx="3844261" cy="3313087"/>
          </a:xfrm>
          <a:prstGeom prst="rect">
            <a:avLst/>
          </a:prstGeom>
        </p:spPr>
      </p:pic>
      <p:pic>
        <p:nvPicPr>
          <p:cNvPr id="34" name="Audio 33">
            <a:extLst>
              <a:ext uri="{FF2B5EF4-FFF2-40B4-BE49-F238E27FC236}">
                <a16:creationId xmlns:a16="http://schemas.microsoft.com/office/drawing/2014/main" id="{392B5CBA-79F7-F28E-B2FE-2AAA2786863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080373" y="5452070"/>
            <a:ext cx="812800" cy="812800"/>
          </a:xfrm>
          <a:prstGeom prst="rect">
            <a:avLst/>
          </a:prstGeom>
        </p:spPr>
      </p:pic>
      <p:grpSp>
        <p:nvGrpSpPr>
          <p:cNvPr id="15" name="Gruppieren 14">
            <a:extLst>
              <a:ext uri="{FF2B5EF4-FFF2-40B4-BE49-F238E27FC236}">
                <a16:creationId xmlns:a16="http://schemas.microsoft.com/office/drawing/2014/main" id="{47E1588F-08C1-24BF-CE5F-F4684E626581}"/>
              </a:ext>
            </a:extLst>
          </p:cNvPr>
          <p:cNvGrpSpPr/>
          <p:nvPr/>
        </p:nvGrpSpPr>
        <p:grpSpPr>
          <a:xfrm>
            <a:off x="755576" y="3114000"/>
            <a:ext cx="269420" cy="498202"/>
            <a:chOff x="755576" y="3106921"/>
            <a:chExt cx="269420" cy="498202"/>
          </a:xfrm>
        </p:grpSpPr>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50184EC5-0DC3-AF81-8DE2-9C6B3EEDB3DF}"/>
                    </a:ext>
                  </a:extLst>
                </p:cNvPr>
                <p:cNvSpPr txBox="1"/>
                <p:nvPr/>
              </p:nvSpPr>
              <p:spPr>
                <a:xfrm>
                  <a:off x="755576" y="3106921"/>
                  <a:ext cx="269420" cy="169277"/>
                </a:xfrm>
                <a:prstGeom prst="rect">
                  <a:avLst/>
                </a:prstGeom>
              </p:spPr>
              <p:txBody>
                <a:bodyPr wrap="square" lIns="0" tIns="0" rIns="0" bIns="0" numCol="2" spcCol="216000" rtlCol="0">
                  <a:spAutoFit/>
                </a:bodyPr>
                <a:lstStyle/>
                <a:p>
                  <a:pPr defTabSz="0">
                    <a:lnSpc>
                      <a:spcPct val="100000"/>
                    </a:lnSpc>
                    <a:spcBef>
                      <a:spcPts val="0"/>
                    </a:spcBef>
                    <a:tabLst>
                      <a:tab pos="180000" algn="l"/>
                    </a:tabLst>
                  </a:pPr>
                  <a14:m>
                    <m:oMathPara xmlns:m="http://schemas.openxmlformats.org/officeDocument/2006/math">
                      <m:oMathParaPr>
                        <m:jc m:val="right"/>
                      </m:oMathParaPr>
                      <m:oMath xmlns:m="http://schemas.openxmlformats.org/officeDocument/2006/math">
                        <m:r>
                          <a:rPr lang="de-DE" sz="1100" b="0" i="1" smtClean="0">
                            <a:solidFill>
                              <a:schemeClr val="tx1"/>
                            </a:solidFill>
                            <a:latin typeface="Cambria Math" panose="02040503050406030204" pitchFamily="18" charset="0"/>
                          </a:rPr>
                          <m:t>1</m:t>
                        </m:r>
                      </m:oMath>
                    </m:oMathPara>
                  </a14:m>
                  <a:endParaRPr lang="de-DE" sz="1100" dirty="0">
                    <a:solidFill>
                      <a:schemeClr val="tx1"/>
                    </a:solidFill>
                  </a:endParaRPr>
                </a:p>
              </p:txBody>
            </p:sp>
          </mc:Choice>
          <mc:Fallback xmlns="">
            <p:sp>
              <p:nvSpPr>
                <p:cNvPr id="12" name="Textfeld 11">
                  <a:extLst>
                    <a:ext uri="{FF2B5EF4-FFF2-40B4-BE49-F238E27FC236}">
                      <a16:creationId xmlns:a16="http://schemas.microsoft.com/office/drawing/2014/main" id="{50184EC5-0DC3-AF81-8DE2-9C6B3EEDB3DF}"/>
                    </a:ext>
                  </a:extLst>
                </p:cNvPr>
                <p:cNvSpPr txBox="1">
                  <a:spLocks noRot="1" noChangeAspect="1" noMove="1" noResize="1" noEditPoints="1" noAdjustHandles="1" noChangeArrowheads="1" noChangeShapeType="1" noTextEdit="1"/>
                </p:cNvSpPr>
                <p:nvPr/>
              </p:nvSpPr>
              <p:spPr>
                <a:xfrm>
                  <a:off x="755576" y="3106921"/>
                  <a:ext cx="269420" cy="169277"/>
                </a:xfrm>
                <a:prstGeom prst="rect">
                  <a:avLst/>
                </a:prstGeom>
                <a:blipFill>
                  <a:blip r:embed="rId7"/>
                  <a:stretch>
                    <a:fillRect r="-18182" b="-714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CF2B78E6-2240-4325-A0C3-1B29C62909E4}"/>
                    </a:ext>
                  </a:extLst>
                </p:cNvPr>
                <p:cNvSpPr txBox="1"/>
                <p:nvPr/>
              </p:nvSpPr>
              <p:spPr>
                <a:xfrm>
                  <a:off x="755576" y="3270374"/>
                  <a:ext cx="269420" cy="169277"/>
                </a:xfrm>
                <a:prstGeom prst="rect">
                  <a:avLst/>
                </a:prstGeom>
              </p:spPr>
              <p:txBody>
                <a:bodyPr wrap="square" lIns="0" tIns="0" rIns="0" bIns="0" numCol="2" spcCol="216000" rtlCol="0">
                  <a:spAutoFit/>
                </a:bodyPr>
                <a:lstStyle/>
                <a:p>
                  <a:pPr defTabSz="0">
                    <a:lnSpc>
                      <a:spcPct val="100000"/>
                    </a:lnSpc>
                    <a:spcBef>
                      <a:spcPts val="0"/>
                    </a:spcBef>
                    <a:tabLst>
                      <a:tab pos="180000" algn="l"/>
                    </a:tabLst>
                  </a:pPr>
                  <a14:m>
                    <m:oMathPara xmlns:m="http://schemas.openxmlformats.org/officeDocument/2006/math">
                      <m:oMathParaPr>
                        <m:jc m:val="right"/>
                      </m:oMathParaPr>
                      <m:oMath xmlns:m="http://schemas.openxmlformats.org/officeDocument/2006/math">
                        <m:r>
                          <a:rPr lang="de-DE" sz="1100" b="0" i="1" smtClean="0">
                            <a:solidFill>
                              <a:schemeClr val="tx1"/>
                            </a:solidFill>
                            <a:latin typeface="Cambria Math" panose="02040503050406030204" pitchFamily="18" charset="0"/>
                          </a:rPr>
                          <m:t>−1</m:t>
                        </m:r>
                      </m:oMath>
                    </m:oMathPara>
                  </a14:m>
                  <a:endParaRPr lang="de-DE" sz="1100" dirty="0">
                    <a:solidFill>
                      <a:schemeClr val="tx1"/>
                    </a:solidFill>
                  </a:endParaRPr>
                </a:p>
              </p:txBody>
            </p:sp>
          </mc:Choice>
          <mc:Fallback xmlns="">
            <p:sp>
              <p:nvSpPr>
                <p:cNvPr id="13" name="Textfeld 12">
                  <a:extLst>
                    <a:ext uri="{FF2B5EF4-FFF2-40B4-BE49-F238E27FC236}">
                      <a16:creationId xmlns:a16="http://schemas.microsoft.com/office/drawing/2014/main" id="{CF2B78E6-2240-4325-A0C3-1B29C62909E4}"/>
                    </a:ext>
                  </a:extLst>
                </p:cNvPr>
                <p:cNvSpPr txBox="1">
                  <a:spLocks noRot="1" noChangeAspect="1" noMove="1" noResize="1" noEditPoints="1" noAdjustHandles="1" noChangeArrowheads="1" noChangeShapeType="1" noTextEdit="1"/>
                </p:cNvSpPr>
                <p:nvPr/>
              </p:nvSpPr>
              <p:spPr>
                <a:xfrm>
                  <a:off x="755576" y="3270374"/>
                  <a:ext cx="269420" cy="169277"/>
                </a:xfrm>
                <a:prstGeom prst="rect">
                  <a:avLst/>
                </a:prstGeom>
                <a:blipFill>
                  <a:blip r:embed="rId8"/>
                  <a:stretch>
                    <a:fillRect r="-18182" b="-11111"/>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31F87918-6DFA-17F0-5891-53EF18EEB640}"/>
                    </a:ext>
                  </a:extLst>
                </p:cNvPr>
                <p:cNvSpPr txBox="1"/>
                <p:nvPr/>
              </p:nvSpPr>
              <p:spPr>
                <a:xfrm>
                  <a:off x="755576" y="3435846"/>
                  <a:ext cx="269420" cy="169277"/>
                </a:xfrm>
                <a:prstGeom prst="rect">
                  <a:avLst/>
                </a:prstGeom>
              </p:spPr>
              <p:txBody>
                <a:bodyPr wrap="square" lIns="0" tIns="0" rIns="0" bIns="0" numCol="2" spcCol="216000" rtlCol="0">
                  <a:spAutoFit/>
                </a:bodyPr>
                <a:lstStyle/>
                <a:p>
                  <a:pPr defTabSz="0">
                    <a:lnSpc>
                      <a:spcPct val="100000"/>
                    </a:lnSpc>
                    <a:spcBef>
                      <a:spcPts val="0"/>
                    </a:spcBef>
                    <a:tabLst>
                      <a:tab pos="180000" algn="l"/>
                    </a:tabLst>
                  </a:pPr>
                  <a14:m>
                    <m:oMathPara xmlns:m="http://schemas.openxmlformats.org/officeDocument/2006/math">
                      <m:oMathParaPr>
                        <m:jc m:val="right"/>
                      </m:oMathParaPr>
                      <m:oMath xmlns:m="http://schemas.openxmlformats.org/officeDocument/2006/math">
                        <m:r>
                          <a:rPr lang="de-DE" sz="1100" b="0" i="1" smtClean="0">
                            <a:solidFill>
                              <a:schemeClr val="tx1"/>
                            </a:solidFill>
                            <a:latin typeface="Cambria Math" panose="02040503050406030204" pitchFamily="18" charset="0"/>
                          </a:rPr>
                          <m:t>0</m:t>
                        </m:r>
                      </m:oMath>
                    </m:oMathPara>
                  </a14:m>
                  <a:endParaRPr lang="de-DE" sz="1100" dirty="0">
                    <a:solidFill>
                      <a:schemeClr val="tx1"/>
                    </a:solidFill>
                  </a:endParaRPr>
                </a:p>
              </p:txBody>
            </p:sp>
          </mc:Choice>
          <mc:Fallback xmlns="">
            <p:sp>
              <p:nvSpPr>
                <p:cNvPr id="14" name="Textfeld 13">
                  <a:extLst>
                    <a:ext uri="{FF2B5EF4-FFF2-40B4-BE49-F238E27FC236}">
                      <a16:creationId xmlns:a16="http://schemas.microsoft.com/office/drawing/2014/main" id="{31F87918-6DFA-17F0-5891-53EF18EEB640}"/>
                    </a:ext>
                  </a:extLst>
                </p:cNvPr>
                <p:cNvSpPr txBox="1">
                  <a:spLocks noRot="1" noChangeAspect="1" noMove="1" noResize="1" noEditPoints="1" noAdjustHandles="1" noChangeArrowheads="1" noChangeShapeType="1" noTextEdit="1"/>
                </p:cNvSpPr>
                <p:nvPr/>
              </p:nvSpPr>
              <p:spPr>
                <a:xfrm>
                  <a:off x="755576" y="3435846"/>
                  <a:ext cx="269420" cy="169277"/>
                </a:xfrm>
                <a:prstGeom prst="rect">
                  <a:avLst/>
                </a:prstGeom>
                <a:blipFill>
                  <a:blip r:embed="rId9"/>
                  <a:stretch>
                    <a:fillRect r="-18182" b="-7143"/>
                  </a:stretch>
                </a:blipFill>
              </p:spPr>
              <p:txBody>
                <a:bodyPr/>
                <a:lstStyle/>
                <a:p>
                  <a:r>
                    <a:rPr lang="de-DE">
                      <a:noFill/>
                    </a:rPr>
                    <a:t> </a:t>
                  </a:r>
                </a:p>
              </p:txBody>
            </p:sp>
          </mc:Fallback>
        </mc:AlternateContent>
      </p:grpSp>
    </p:spTree>
    <p:extLst>
      <p:ext uri="{BB962C8B-B14F-4D97-AF65-F5344CB8AC3E}">
        <p14:creationId xmlns:p14="http://schemas.microsoft.com/office/powerpoint/2010/main" val="443213132"/>
      </p:ext>
    </p:extLst>
  </p:cSld>
  <p:clrMapOvr>
    <a:masterClrMapping/>
  </p:clrMapOvr>
  <mc:AlternateContent xmlns:mc="http://schemas.openxmlformats.org/markup-compatibility/2006" xmlns:p14="http://schemas.microsoft.com/office/powerpoint/2010/main">
    <mc:Choice Requires="p14">
      <p:transition spd="slow" p14:dur="2000" advTm="44000"/>
    </mc:Choice>
    <mc:Fallback xmlns="">
      <p:transition spd="slow" advTm="4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extLst>
    <p:ext uri="{3A86A75C-4F4B-4683-9AE1-C65F6400EC91}">
      <p14:laserTraceLst xmlns:p14="http://schemas.microsoft.com/office/powerpoint/2010/main">
        <p14:tracePtLst>
          <p14:tracePt t="5267" x="0" y="1485900"/>
          <p14:tracePt t="5277" x="38100" y="1492250"/>
          <p14:tracePt t="5283" x="88900" y="1504950"/>
          <p14:tracePt t="5294" x="127000" y="1524000"/>
          <p14:tracePt t="5298" x="152400" y="1524000"/>
          <p14:tracePt t="5320" x="260350" y="1574800"/>
          <p14:tracePt t="5328" x="279400" y="1587500"/>
          <p14:tracePt t="5335" x="311150" y="1593850"/>
          <p14:tracePt t="5343" x="317500" y="1593850"/>
          <p14:tracePt t="5351" x="336550" y="1606550"/>
          <p14:tracePt t="5359" x="349250" y="1606550"/>
          <p14:tracePt t="5368" x="368300" y="1612900"/>
          <p14:tracePt t="5384" x="387350" y="1612900"/>
          <p14:tracePt t="5400" x="400050" y="1612900"/>
          <p14:tracePt t="5407" x="406400" y="1612900"/>
          <p14:tracePt t="5415" x="419100" y="1612900"/>
          <p14:tracePt t="5423" x="431800" y="1612900"/>
          <p14:tracePt t="5431" x="438150" y="1612900"/>
          <p14:tracePt t="5439" x="450850" y="1612900"/>
          <p14:tracePt t="5447" x="457200" y="1612900"/>
          <p14:tracePt t="5455" x="469900" y="1612900"/>
          <p14:tracePt t="5467" x="476250" y="1612900"/>
          <p14:tracePt t="5471" x="488950" y="1612900"/>
          <p14:tracePt t="5484" x="501650" y="1612900"/>
          <p14:tracePt t="5487" x="508000" y="1606550"/>
          <p14:tracePt t="5501" x="520700" y="1606550"/>
          <p14:tracePt t="5503" x="527050" y="1606550"/>
          <p14:tracePt t="5519" x="539750" y="1593850"/>
          <p14:tracePt t="5551" x="546100" y="1593850"/>
          <p14:tracePt t="5575" x="558800" y="1593850"/>
          <p14:tracePt t="5607" x="571500" y="1587500"/>
          <p14:tracePt t="5623" x="577850" y="1587500"/>
          <p14:tracePt t="5639" x="590550" y="1587500"/>
          <p14:tracePt t="5647" x="596900" y="1587500"/>
          <p14:tracePt t="5655" x="609600" y="1574800"/>
          <p14:tracePt t="5663" x="615950" y="1574800"/>
          <p14:tracePt t="5671" x="628650" y="1562100"/>
          <p14:tracePt t="5679" x="641350" y="1562100"/>
          <p14:tracePt t="5687" x="647700" y="1555750"/>
          <p14:tracePt t="5695" x="660400" y="1555750"/>
          <p14:tracePt t="5703" x="666750" y="1555750"/>
          <p14:tracePt t="5711" x="679450" y="1543050"/>
          <p14:tracePt t="5719" x="698500" y="1543050"/>
          <p14:tracePt t="5735" x="704850" y="1536700"/>
          <p14:tracePt t="5743" x="730250" y="1536700"/>
          <p14:tracePt t="5751" x="736600" y="1524000"/>
          <p14:tracePt t="5759" x="749300" y="1524000"/>
          <p14:tracePt t="5775" x="755650" y="1524000"/>
          <p14:tracePt t="5784" x="768350" y="1524000"/>
          <p14:tracePt t="5791" x="768350" y="1517650"/>
          <p14:tracePt t="5800" x="774700" y="1517650"/>
          <p14:tracePt t="5815" x="787400" y="1517650"/>
          <p14:tracePt t="5831" x="800100" y="1517650"/>
          <p14:tracePt t="5848" x="806450" y="1517650"/>
          <p14:tracePt t="5855" x="819150" y="1517650"/>
          <p14:tracePt t="5863" x="838200" y="1517650"/>
          <p14:tracePt t="5872" x="844550" y="1517650"/>
          <p14:tracePt t="5879" x="857250" y="1517650"/>
          <p14:tracePt t="5887" x="869950" y="1517650"/>
          <p14:tracePt t="5895" x="876300" y="1504950"/>
          <p14:tracePt t="5903" x="895350" y="1504950"/>
          <p14:tracePt t="5911" x="908050" y="1504950"/>
          <p14:tracePt t="5920" x="914400" y="1504950"/>
          <p14:tracePt t="5928" x="927100" y="1504950"/>
          <p14:tracePt t="5936" x="939800" y="1504950"/>
          <p14:tracePt t="5944" x="946150" y="1504950"/>
          <p14:tracePt t="5952" x="965200" y="1504950"/>
          <p14:tracePt t="5959" x="977900" y="1504950"/>
          <p14:tracePt t="5968" x="984250" y="1504950"/>
          <p14:tracePt t="5975" x="1009650" y="1504950"/>
          <p14:tracePt t="5984" x="1016000" y="1504950"/>
          <p14:tracePt t="5992" x="1028700" y="1504950"/>
          <p14:tracePt t="6001" x="1035050" y="1504950"/>
          <p14:tracePt t="6008" x="1047750" y="1504950"/>
          <p14:tracePt t="6017" x="1054100" y="1504950"/>
          <p14:tracePt t="6023" x="1066800" y="1504950"/>
          <p14:tracePt t="6034" x="1079500" y="1504950"/>
          <p14:tracePt t="6040" x="1085850" y="1504950"/>
          <p14:tracePt t="6056" x="1098550" y="1504950"/>
          <p14:tracePt t="6072" x="1104900" y="1504950"/>
          <p14:tracePt t="6084" x="1117600" y="1504950"/>
          <p14:tracePt t="6096" x="1123950" y="1504950"/>
          <p14:tracePt t="6128" x="1136650" y="1504950"/>
          <p14:tracePt t="6160" x="1149350" y="1504950"/>
          <p14:tracePt t="6176" x="1155700" y="1504950"/>
          <p14:tracePt t="6192" x="1168400" y="1504950"/>
          <p14:tracePt t="6200" x="1174750" y="1504950"/>
          <p14:tracePt t="6208" x="1187450" y="1504950"/>
          <p14:tracePt t="6224" x="1206500" y="1504950"/>
          <p14:tracePt t="6234" x="1219200" y="1504950"/>
          <p14:tracePt t="6240" x="1225550" y="1504950"/>
          <p14:tracePt t="6251" x="1244600" y="1504950"/>
          <p14:tracePt t="6256" x="1263650" y="1504950"/>
          <p14:tracePt t="6267" x="1289050" y="1504950"/>
          <p14:tracePt t="6272" x="1314450" y="1517650"/>
          <p14:tracePt t="6284" x="1346200" y="1517650"/>
          <p14:tracePt t="6288" x="1377950" y="1517650"/>
          <p14:tracePt t="6301" x="1403350" y="1517650"/>
          <p14:tracePt t="6680" x="1416050" y="1517650"/>
          <p14:tracePt t="6689" x="1435100" y="1517650"/>
          <p14:tracePt t="6696" x="1473200" y="1517650"/>
          <p14:tracePt t="6704" x="1524000" y="1504950"/>
          <p14:tracePt t="6713" x="1587500" y="1492250"/>
          <p14:tracePt t="6720" x="1644650" y="1492250"/>
          <p14:tracePt t="6729" x="1708150" y="1485900"/>
          <p14:tracePt t="6737" x="1765300" y="1485900"/>
          <p14:tracePt t="6744" x="1822450" y="1485900"/>
          <p14:tracePt t="6752" x="1873250" y="1473200"/>
          <p14:tracePt t="6760" x="1924050" y="1473200"/>
          <p14:tracePt t="6768" x="1974850" y="1473200"/>
          <p14:tracePt t="6777" x="2012950" y="1473200"/>
          <p14:tracePt t="6785" x="2063750" y="1473200"/>
          <p14:tracePt t="6792" x="2114550" y="1473200"/>
          <p14:tracePt t="6801" x="2152650" y="1466850"/>
          <p14:tracePt t="6809" x="2203450" y="1466850"/>
          <p14:tracePt t="6817" x="2222500" y="1466850"/>
          <p14:tracePt t="6824" x="2260600" y="1466850"/>
          <p14:tracePt t="6834" x="2292350" y="1466850"/>
          <p14:tracePt t="6840" x="2324100" y="1466850"/>
          <p14:tracePt t="6851" x="2355850" y="1466850"/>
          <p14:tracePt t="6857" x="2374900" y="1466850"/>
          <p14:tracePt t="6867" x="2393950" y="1466850"/>
          <p14:tracePt t="6873" x="2400300" y="1466850"/>
          <p14:tracePt t="6884" x="2413000" y="1466850"/>
          <p14:tracePt t="6889" x="2425700" y="1466850"/>
          <p14:tracePt t="6901" x="2432050" y="1466850"/>
          <p14:tracePt t="6905" x="2444750" y="1466850"/>
          <p14:tracePt t="6921" x="2451100" y="1466850"/>
          <p14:tracePt t="6937" x="2451100" y="1473200"/>
          <p14:tracePt t="6969" x="2451100" y="1485900"/>
          <p14:tracePt t="6992" x="2444750" y="1492250"/>
          <p14:tracePt t="7001" x="2432050" y="1504950"/>
          <p14:tracePt t="7009" x="2413000" y="1517650"/>
          <p14:tracePt t="7017" x="2393950" y="1524000"/>
          <p14:tracePt t="7025" x="2374900" y="1536700"/>
          <p14:tracePt t="7034" x="2311400" y="1555750"/>
          <p14:tracePt t="7041" x="2254250" y="1574800"/>
          <p14:tracePt t="7050" x="2190750" y="1606550"/>
          <p14:tracePt t="7057" x="2120900" y="1625600"/>
          <p14:tracePt t="7065" x="2076450" y="1631950"/>
          <p14:tracePt t="7073" x="1943100" y="1676400"/>
          <p14:tracePt t="7081" x="1847850" y="1701800"/>
          <p14:tracePt t="7089" x="1746250" y="1727200"/>
          <p14:tracePt t="7097" x="1644650" y="1733550"/>
          <p14:tracePt t="7105" x="1593850" y="1733550"/>
          <p14:tracePt t="7113" x="1504950" y="1752600"/>
          <p14:tracePt t="7121" x="1435100" y="1752600"/>
          <p14:tracePt t="7129" x="1377950" y="1765300"/>
          <p14:tracePt t="7137" x="1314450" y="1765300"/>
          <p14:tracePt t="7145" x="1295400" y="1771650"/>
          <p14:tracePt t="7153" x="1244600" y="1771650"/>
          <p14:tracePt t="7161" x="1219200" y="1771650"/>
          <p14:tracePt t="7169" x="1193800" y="1771650"/>
          <p14:tracePt t="7177" x="1174750" y="1771650"/>
          <p14:tracePt t="7185" x="1155700" y="1771650"/>
          <p14:tracePt t="7193" x="1149350" y="1771650"/>
          <p14:tracePt t="7201" x="1136650" y="1771650"/>
          <p14:tracePt t="7209" x="1123950" y="1771650"/>
          <p14:tracePt t="7225" x="1117600" y="1771650"/>
          <p14:tracePt t="7257" x="1104900" y="1771650"/>
          <p14:tracePt t="7329" x="1117600" y="1771650"/>
          <p14:tracePt t="7345" x="1123950" y="1771650"/>
          <p14:tracePt t="7353" x="1149350" y="1771650"/>
          <p14:tracePt t="7361" x="1174750" y="1771650"/>
          <p14:tracePt t="7369" x="1219200" y="1771650"/>
          <p14:tracePt t="7377" x="1263650" y="1771650"/>
          <p14:tracePt t="7385" x="1327150" y="1771650"/>
          <p14:tracePt t="7393" x="1377950" y="1771650"/>
          <p14:tracePt t="7401" x="1435100" y="1771650"/>
          <p14:tracePt t="7409" x="1498600" y="1771650"/>
          <p14:tracePt t="7417" x="1524000" y="1771650"/>
          <p14:tracePt t="7425" x="1574800" y="1771650"/>
          <p14:tracePt t="7434" x="1606550" y="1784350"/>
          <p14:tracePt t="7441" x="1638300" y="1784350"/>
          <p14:tracePt t="7451" x="1657350" y="1797050"/>
          <p14:tracePt t="7457" x="1663700" y="1797050"/>
          <p14:tracePt t="7467" x="1676400" y="1797050"/>
          <p14:tracePt t="7473" x="1682750" y="1803400"/>
          <p14:tracePt t="7484" x="1695450" y="1803400"/>
          <p14:tracePt t="7505" x="1708150" y="1803400"/>
          <p14:tracePt t="7794" x="1708150" y="1797050"/>
          <p14:tracePt t="7842" x="1708150" y="1784350"/>
          <p14:tracePt t="7874" x="1714500" y="1784350"/>
          <p14:tracePt t="7938" x="1714500" y="1771650"/>
          <p14:tracePt t="7978" x="1727200" y="1771650"/>
          <p14:tracePt t="8667" x="1714500" y="1771650"/>
          <p14:tracePt t="8700" x="1708150" y="1771650"/>
          <p14:tracePt t="8731" x="1695450" y="1771650"/>
          <p14:tracePt t="8747" x="1682750" y="1771650"/>
          <p14:tracePt t="8763" x="1682750" y="1784350"/>
          <p14:tracePt t="8771" x="1676400" y="1784350"/>
          <p14:tracePt t="8795" x="1663700" y="1797050"/>
          <p14:tracePt t="8819" x="1657350" y="1797050"/>
          <p14:tracePt t="8843" x="1657350" y="1803400"/>
          <p14:tracePt t="8867" x="1644650" y="1803400"/>
          <p14:tracePt t="8899" x="1638300" y="1803400"/>
          <p14:tracePt t="8908" x="1638300" y="1816100"/>
          <p14:tracePt t="8923" x="1625600" y="1816100"/>
          <p14:tracePt t="8939" x="1612900" y="1816100"/>
          <p14:tracePt t="8963" x="1606550" y="1816100"/>
          <p14:tracePt t="8971" x="1606550" y="1822450"/>
          <p14:tracePt t="8987" x="1593850" y="1822450"/>
          <p14:tracePt t="8995" x="1587500" y="1822450"/>
          <p14:tracePt t="9003" x="1574800" y="1822450"/>
          <p14:tracePt t="9011" x="1568450" y="1822450"/>
          <p14:tracePt t="9019" x="1555750" y="1822450"/>
          <p14:tracePt t="9027" x="1524000" y="1835150"/>
          <p14:tracePt t="9035" x="1504950" y="1835150"/>
          <p14:tracePt t="9043" x="1485900" y="1835150"/>
          <p14:tracePt t="9051" x="1454150" y="1835150"/>
          <p14:tracePt t="9059" x="1428750" y="1835150"/>
          <p14:tracePt t="9067" x="1403350" y="1835150"/>
          <p14:tracePt t="9075" x="1377950" y="1835150"/>
          <p14:tracePt t="9083" x="1346200" y="1835150"/>
          <p14:tracePt t="9091" x="1314450" y="1835150"/>
          <p14:tracePt t="9100" x="1308100" y="1835150"/>
          <p14:tracePt t="9107" x="1289050" y="1835150"/>
          <p14:tracePt t="9117" x="1276350" y="1835150"/>
          <p14:tracePt t="9124" x="1263650" y="1835150"/>
          <p14:tracePt t="9147" x="1263650" y="1822450"/>
          <p14:tracePt t="9171" x="1263650" y="1816100"/>
          <p14:tracePt t="9188" x="1276350" y="1816100"/>
          <p14:tracePt t="9195" x="1289050" y="1803400"/>
          <p14:tracePt t="9204" x="1295400" y="1803400"/>
          <p14:tracePt t="9212" x="1327150" y="1803400"/>
          <p14:tracePt t="9220" x="1358900" y="1797050"/>
          <p14:tracePt t="9227" x="1397000" y="1797050"/>
          <p14:tracePt t="9236" x="1454150" y="1784350"/>
          <p14:tracePt t="9244" x="1555750" y="1784350"/>
          <p14:tracePt t="9252" x="1638300" y="1784350"/>
          <p14:tracePt t="9260" x="1733550" y="1784350"/>
          <p14:tracePt t="9268" x="1778000" y="1784350"/>
          <p14:tracePt t="9276" x="1866900" y="1784350"/>
          <p14:tracePt t="9284" x="1943100" y="1784350"/>
          <p14:tracePt t="9292" x="1974850" y="1784350"/>
          <p14:tracePt t="9300" x="2032000" y="1797050"/>
          <p14:tracePt t="9308" x="2076450" y="1803400"/>
          <p14:tracePt t="9317" x="2101850" y="1816100"/>
          <p14:tracePt t="9324" x="2120900" y="1816100"/>
          <p14:tracePt t="9332" x="2146300" y="1822450"/>
          <p14:tracePt t="9340" x="2152650" y="1835150"/>
          <p14:tracePt t="9348" x="2165350" y="1835150"/>
          <p14:tracePt t="9356" x="2165350" y="1841500"/>
          <p14:tracePt t="9372" x="2171700" y="1854200"/>
          <p14:tracePt t="9388" x="2171700" y="1866900"/>
          <p14:tracePt t="9396" x="2171700" y="1873250"/>
          <p14:tracePt t="9404" x="2171700" y="1892300"/>
          <p14:tracePt t="9412" x="2171700" y="1905000"/>
          <p14:tracePt t="9420" x="2165350" y="1936750"/>
          <p14:tracePt t="9428" x="2152650" y="1962150"/>
          <p14:tracePt t="9436" x="2152650" y="1993900"/>
          <p14:tracePt t="9444" x="2146300" y="2012950"/>
          <p14:tracePt t="9452" x="2133600" y="2044700"/>
          <p14:tracePt t="9460" x="2120900" y="2076450"/>
          <p14:tracePt t="9468" x="2114550" y="2095500"/>
          <p14:tracePt t="9476" x="2095500" y="2114550"/>
          <p14:tracePt t="9484" x="2082800" y="2133600"/>
          <p14:tracePt t="9492" x="2076450" y="2152650"/>
          <p14:tracePt t="9500" x="2051050" y="2165350"/>
          <p14:tracePt t="9508" x="2044700" y="2184400"/>
          <p14:tracePt t="9517" x="2025650" y="2184400"/>
          <p14:tracePt t="9524" x="2006600" y="2203450"/>
          <p14:tracePt t="9533" x="1981200" y="2203450"/>
          <p14:tracePt t="9540" x="1955800" y="2209800"/>
          <p14:tracePt t="9548" x="1924050" y="2222500"/>
          <p14:tracePt t="9556" x="1917700" y="2222500"/>
          <p14:tracePt t="9564" x="1885950" y="2222500"/>
          <p14:tracePt t="9572" x="1854200" y="2222500"/>
          <p14:tracePt t="9580" x="1847850" y="2222500"/>
          <p14:tracePt t="9588" x="1816100" y="2222500"/>
          <p14:tracePt t="9596" x="1797050" y="2222500"/>
          <p14:tracePt t="9604" x="1784350" y="2222500"/>
          <p14:tracePt t="9612" x="1778000" y="2222500"/>
          <p14:tracePt t="9620" x="1765300" y="2222500"/>
          <p14:tracePt t="9628" x="1752600" y="2222500"/>
          <p14:tracePt t="9644" x="1746250" y="2222500"/>
          <p14:tracePt t="9708" x="1752600" y="2209800"/>
          <p14:tracePt t="9732" x="1765300" y="2209800"/>
          <p14:tracePt t="9742" x="1778000" y="2209800"/>
          <p14:tracePt t="9764" x="1784350" y="2209800"/>
          <p14:tracePt t="9780" x="1797050" y="2209800"/>
          <p14:tracePt t="9796" x="1803400" y="2209800"/>
          <p14:tracePt t="9804" x="1816100" y="2209800"/>
          <p14:tracePt t="9812" x="1822450" y="2209800"/>
          <p14:tracePt t="9820" x="1847850" y="2209800"/>
          <p14:tracePt t="9828" x="1854200" y="2209800"/>
          <p14:tracePt t="9836" x="1873250" y="2209800"/>
          <p14:tracePt t="9844" x="1892300" y="2209800"/>
          <p14:tracePt t="9852" x="1905000" y="2209800"/>
          <p14:tracePt t="9860" x="1917700" y="2209800"/>
          <p14:tracePt t="9868" x="1924050" y="2222500"/>
          <p14:tracePt t="9876" x="1936750" y="2222500"/>
          <p14:tracePt t="9884" x="1943100" y="2222500"/>
          <p14:tracePt t="9892" x="1955800" y="2235200"/>
          <p14:tracePt t="9900" x="1962150" y="2235200"/>
          <p14:tracePt t="9924" x="1974850" y="2235200"/>
          <p14:tracePt t="9941" x="1981200" y="2235200"/>
          <p14:tracePt t="10109" x="1993900" y="2235200"/>
          <p14:tracePt t="10117" x="2006600" y="2235200"/>
          <p14:tracePt t="10125" x="2032000" y="2235200"/>
          <p14:tracePt t="10133" x="2051050" y="2235200"/>
          <p14:tracePt t="10141" x="2095500" y="2241550"/>
          <p14:tracePt t="10151" x="2120900" y="2241550"/>
          <p14:tracePt t="10157" x="2171700" y="2254250"/>
          <p14:tracePt t="10165" x="2222500" y="2254250"/>
          <p14:tracePt t="10173" x="2273300" y="2260600"/>
          <p14:tracePt t="10181" x="2330450" y="2260600"/>
          <p14:tracePt t="10192" x="2393950" y="2273300"/>
          <p14:tracePt t="10197" x="2463800" y="2273300"/>
          <p14:tracePt t="10205" x="2520950" y="2279650"/>
          <p14:tracePt t="10213" x="2584450" y="2279650"/>
          <p14:tracePt t="10221" x="2641600" y="2292350"/>
          <p14:tracePt t="10234" x="2692400" y="2292350"/>
          <p14:tracePt t="10237" x="2749550" y="2305050"/>
          <p14:tracePt t="10251" x="2800350" y="2305050"/>
          <p14:tracePt t="10253" x="2851150" y="2305050"/>
          <p14:tracePt t="10267" x="2901950" y="2305050"/>
          <p14:tracePt t="10269" x="2952750" y="2305050"/>
          <p14:tracePt t="10284" x="2990850" y="2305050"/>
          <p14:tracePt t="10286" x="3041650" y="2305050"/>
          <p14:tracePt t="10301" x="3079750" y="2305050"/>
          <p14:tracePt t="10301" x="3124200" y="2305050"/>
          <p14:tracePt t="10309" x="3149600" y="2305050"/>
          <p14:tracePt t="10317" x="3168650" y="2305050"/>
          <p14:tracePt t="10325" x="3200400" y="2305050"/>
          <p14:tracePt t="10334" x="3219450" y="2305050"/>
          <p14:tracePt t="10341" x="3238500" y="2305050"/>
          <p14:tracePt t="10351" x="3263900" y="2305050"/>
          <p14:tracePt t="10357" x="3270250" y="2305050"/>
          <p14:tracePt t="10367" x="3289300" y="2305050"/>
          <p14:tracePt t="10373" x="3302000" y="2292350"/>
          <p14:tracePt t="10384" x="3308350" y="2292350"/>
          <p14:tracePt t="10389" x="3327400" y="2292350"/>
          <p14:tracePt t="10400" x="3340100" y="2292350"/>
          <p14:tracePt t="10413" x="3352800" y="2292350"/>
          <p14:tracePt t="10421" x="3359150" y="2292350"/>
          <p14:tracePt t="10429" x="3371850" y="2292350"/>
          <p14:tracePt t="10445" x="3378200" y="2292350"/>
          <p14:tracePt t="10453" x="3390900" y="2292350"/>
          <p14:tracePt t="10485" x="3397250" y="2292350"/>
          <p14:tracePt t="10597" x="3390900" y="2292350"/>
          <p14:tracePt t="10605" x="3378200" y="2292350"/>
          <p14:tracePt t="10614" x="3371850" y="2292350"/>
          <p14:tracePt t="10621" x="3352800" y="2292350"/>
          <p14:tracePt t="10629" x="3327400" y="2292350"/>
          <p14:tracePt t="10637" x="3270250" y="2292350"/>
          <p14:tracePt t="10645" x="3213100" y="2292350"/>
          <p14:tracePt t="10653" x="3130550" y="2305050"/>
          <p14:tracePt t="10661" x="3054350" y="2324100"/>
          <p14:tracePt t="10669" x="2940050" y="2343150"/>
          <p14:tracePt t="10678" x="2832100" y="2349500"/>
          <p14:tracePt t="10685" x="2711450" y="2374900"/>
          <p14:tracePt t="10693" x="2590800" y="2393950"/>
          <p14:tracePt t="10701" x="2463800" y="2419350"/>
          <p14:tracePt t="10709" x="2324100" y="2444750"/>
          <p14:tracePt t="10717" x="2184400" y="2463800"/>
          <p14:tracePt t="10725" x="2051050" y="2482850"/>
          <p14:tracePt t="10734" x="1917700" y="2501900"/>
          <p14:tracePt t="10741" x="1784350" y="2514600"/>
          <p14:tracePt t="10750" x="1727200" y="2520950"/>
          <p14:tracePt t="10757" x="1625600" y="2540000"/>
          <p14:tracePt t="10767" x="1524000" y="2552700"/>
          <p14:tracePt t="10774" x="1498600" y="2552700"/>
          <p14:tracePt t="10784" x="1384300" y="2571750"/>
          <p14:tracePt t="10789" x="1333500" y="2571750"/>
          <p14:tracePt t="10800" x="1314450" y="2584450"/>
          <p14:tracePt t="10805" x="1276350" y="2584450"/>
          <p14:tracePt t="10817" x="1244600" y="2584450"/>
          <p14:tracePt t="10821" x="1219200" y="2584450"/>
          <p14:tracePt t="10834" x="1174750" y="2584450"/>
          <p14:tracePt t="10837" x="1149350" y="2584450"/>
          <p14:tracePt t="10850" x="1123950" y="2584450"/>
          <p14:tracePt t="10854" x="1104900" y="2584450"/>
          <p14:tracePt t="10867" x="1079500" y="2584450"/>
          <p14:tracePt t="10870" x="1066800" y="2584450"/>
          <p14:tracePt t="10884" x="1047750" y="2584450"/>
          <p14:tracePt t="10886" x="1035050" y="2584450"/>
          <p14:tracePt t="10900" x="1028700" y="2584450"/>
          <p14:tracePt t="10902" x="1016000" y="2584450"/>
          <p14:tracePt t="10918" x="1009650" y="2584450"/>
          <p14:tracePt t="10942" x="996950" y="2584450"/>
          <p14:tracePt t="11062" x="996950" y="2571750"/>
          <p14:tracePt t="11078" x="1009650" y="2571750"/>
          <p14:tracePt t="11086" x="1016000" y="2571750"/>
          <p14:tracePt t="11102" x="1028700" y="2571750"/>
          <p14:tracePt t="11110" x="1035050" y="2571750"/>
          <p14:tracePt t="11118" x="1054100" y="2571750"/>
          <p14:tracePt t="11126" x="1079500" y="2571750"/>
          <p14:tracePt t="11134" x="1117600" y="2571750"/>
          <p14:tracePt t="11142" x="1149350" y="2571750"/>
          <p14:tracePt t="11151" x="1206500" y="2571750"/>
          <p14:tracePt t="11158" x="1257300" y="2571750"/>
          <p14:tracePt t="11167" x="1314450" y="2584450"/>
          <p14:tracePt t="11174" x="1365250" y="2590800"/>
          <p14:tracePt t="11184" x="1428750" y="2603500"/>
          <p14:tracePt t="11190" x="1473200" y="2609850"/>
          <p14:tracePt t="11200" x="1504950" y="2609850"/>
          <p14:tracePt t="11206" x="1543050" y="2622550"/>
          <p14:tracePt t="11217" x="1574800" y="2622550"/>
          <p14:tracePt t="11222" x="1606550" y="2628900"/>
          <p14:tracePt t="11234" x="1625600" y="2628900"/>
          <p14:tracePt t="11238" x="1644650" y="2628900"/>
          <p14:tracePt t="11251" x="1657350" y="2628900"/>
          <p14:tracePt t="11254" x="1663700" y="2628900"/>
          <p14:tracePt t="11278" x="1676400" y="2628900"/>
          <p14:tracePt t="11318" x="1682750" y="2622550"/>
          <p14:tracePt t="11470" x="1695450" y="2622550"/>
          <p14:tracePt t="11478" x="1695450" y="2609850"/>
          <p14:tracePt t="11502" x="1708150" y="2609850"/>
          <p14:tracePt t="11534" x="1714500" y="2609850"/>
          <p14:tracePt t="11542" x="1714500" y="2603500"/>
          <p14:tracePt t="11558" x="1727200" y="2603500"/>
          <p14:tracePt t="11583" x="1733550" y="2603500"/>
          <p14:tracePt t="11606" x="1746250" y="2603500"/>
          <p14:tracePt t="11638" x="1752600" y="2603500"/>
          <p14:tracePt t="11646" x="1752600" y="2590800"/>
          <p14:tracePt t="11670" x="1765300" y="2590800"/>
          <p14:tracePt t="11687" x="1778000" y="2590800"/>
          <p14:tracePt t="11694" x="1778000" y="2584450"/>
          <p14:tracePt t="11702" x="1784350" y="2584450"/>
          <p14:tracePt t="11718" x="1797050" y="2584450"/>
          <p14:tracePt t="11758" x="1803400" y="2584450"/>
          <p14:tracePt t="11815" x="1797050" y="2584450"/>
          <p14:tracePt t="12303" x="1803400" y="2571750"/>
          <p14:tracePt t="12312" x="1822450" y="2559050"/>
          <p14:tracePt t="12319" x="1866900" y="2533650"/>
          <p14:tracePt t="12327" x="1905000" y="2489200"/>
          <p14:tracePt t="12335" x="1962150" y="2470150"/>
          <p14:tracePt t="12343" x="2012950" y="2444750"/>
          <p14:tracePt t="12351" x="2063750" y="2419350"/>
          <p14:tracePt t="12359" x="2114550" y="2400300"/>
          <p14:tracePt t="12367" x="2165350" y="2393950"/>
          <p14:tracePt t="12375" x="2184400" y="2381250"/>
          <p14:tracePt t="12384" x="2222500" y="2374900"/>
          <p14:tracePt t="12391" x="2254250" y="2362200"/>
          <p14:tracePt t="12401" x="2286000" y="2362200"/>
          <p14:tracePt t="12407" x="2311400" y="2349500"/>
          <p14:tracePt t="12417" x="2343150" y="2349500"/>
          <p14:tracePt t="12423" x="2362200" y="2349500"/>
          <p14:tracePt t="12434" x="2400300" y="2349500"/>
          <p14:tracePt t="12439" x="2425700" y="2349500"/>
          <p14:tracePt t="12450" x="2451100" y="2349500"/>
          <p14:tracePt t="12456" x="2482850" y="2349500"/>
          <p14:tracePt t="12467" x="2514600" y="2349500"/>
          <p14:tracePt t="12471" x="2552700" y="2362200"/>
          <p14:tracePt t="12484" x="2590800" y="2362200"/>
          <p14:tracePt t="12487" x="2622550" y="2374900"/>
          <p14:tracePt t="12500" x="2641600" y="2381250"/>
          <p14:tracePt t="12504" x="2679700" y="2393950"/>
          <p14:tracePt t="12517" x="2705100" y="2400300"/>
          <p14:tracePt t="12520" x="2730500" y="2413000"/>
          <p14:tracePt t="12534" x="2749550" y="2413000"/>
          <p14:tracePt t="12536" x="2781300" y="2419350"/>
          <p14:tracePt t="12550" x="2794000" y="2432050"/>
          <p14:tracePt t="12552" x="2813050" y="2432050"/>
          <p14:tracePt t="12567" x="2832100" y="2432050"/>
          <p14:tracePt t="12567" x="2851150" y="2444750"/>
          <p14:tracePt t="12576" x="2870200" y="2444750"/>
          <p14:tracePt t="12584" x="2901950" y="2444750"/>
          <p14:tracePt t="12592" x="2921000" y="2451100"/>
          <p14:tracePt t="12600" x="2940050" y="2451100"/>
          <p14:tracePt t="12608" x="2971800" y="2463800"/>
          <p14:tracePt t="12617" x="2990850" y="2463800"/>
          <p14:tracePt t="12624" x="3009900" y="2463800"/>
          <p14:tracePt t="12634" x="3041650" y="2470150"/>
          <p14:tracePt t="12640" x="3060700" y="2470150"/>
          <p14:tracePt t="12650" x="3079750" y="2482850"/>
          <p14:tracePt t="12656" x="3111500" y="2482850"/>
          <p14:tracePt t="12667" x="3130550" y="2482850"/>
          <p14:tracePt t="12672" x="3149600" y="2489200"/>
          <p14:tracePt t="12685" x="3168650" y="2489200"/>
          <p14:tracePt t="12688" x="3194050" y="2489200"/>
          <p14:tracePt t="12700" x="3200400" y="2501900"/>
          <p14:tracePt t="12704" x="3219450" y="2501900"/>
          <p14:tracePt t="12717" x="3238500" y="2501900"/>
          <p14:tracePt t="12720" x="3251200" y="2514600"/>
          <p14:tracePt t="12734" x="3263900" y="2514600"/>
          <p14:tracePt t="12736" x="3270250" y="2514600"/>
          <p14:tracePt t="12750" x="3289300" y="2514600"/>
          <p14:tracePt t="12752" x="3302000" y="2514600"/>
          <p14:tracePt t="12767" x="3308350" y="2520950"/>
          <p14:tracePt t="12769" x="3321050" y="2520950"/>
          <p14:tracePt t="12784" x="3327400" y="2520950"/>
          <p14:tracePt t="12784" x="3352800" y="2533650"/>
          <p14:tracePt t="12792" x="3359150" y="2533650"/>
          <p14:tracePt t="12800" x="3371850" y="2533650"/>
          <p14:tracePt t="12808" x="3371850" y="2540000"/>
          <p14:tracePt t="12817" x="3378200" y="2540000"/>
          <p14:tracePt t="12824" x="3390900" y="2540000"/>
          <p14:tracePt t="12834" x="3397250" y="2552700"/>
          <p14:tracePt t="12840" x="3422650" y="2552700"/>
          <p14:tracePt t="12850" x="3429000" y="2552700"/>
          <p14:tracePt t="12856" x="3448050" y="2559050"/>
          <p14:tracePt t="12867" x="3467100" y="2559050"/>
          <p14:tracePt t="12872" x="3492500" y="2571750"/>
          <p14:tracePt t="12884" x="3498850" y="2571750"/>
          <p14:tracePt t="12888" x="3517900" y="2571750"/>
          <p14:tracePt t="12900" x="3536950" y="2584450"/>
          <p14:tracePt t="12904" x="3562350" y="2584450"/>
          <p14:tracePt t="12917" x="3581400" y="2584450"/>
          <p14:tracePt t="12920" x="3606800" y="2584450"/>
          <p14:tracePt t="12934" x="3638550" y="2584450"/>
          <p14:tracePt t="12936" x="3657600" y="2584450"/>
          <p14:tracePt t="12950" x="3689350" y="2584450"/>
          <p14:tracePt t="12952" x="3721100" y="2584450"/>
          <p14:tracePt t="12967" x="3746500" y="2571750"/>
          <p14:tracePt t="12969" x="3778250" y="2559050"/>
          <p14:tracePt t="12984" x="3810000" y="2552700"/>
          <p14:tracePt t="12986" x="3829050" y="2552700"/>
          <p14:tracePt t="13000" x="3879850" y="2540000"/>
          <p14:tracePt t="13008" x="3898900" y="2540000"/>
          <p14:tracePt t="13017" x="3917950" y="2533650"/>
          <p14:tracePt t="13024" x="3937000" y="2533650"/>
          <p14:tracePt t="13034" x="3956050" y="2533650"/>
          <p14:tracePt t="13040" x="3968750" y="2533650"/>
          <p14:tracePt t="13050" x="3987800" y="2533650"/>
          <p14:tracePt t="13057" x="4000500" y="2533650"/>
          <p14:tracePt t="13067" x="4006850" y="2533650"/>
          <p14:tracePt t="13072" x="4019550" y="2533650"/>
          <p14:tracePt t="13083" x="4025900" y="2533650"/>
          <p14:tracePt t="13088" x="4038600" y="2533650"/>
          <p14:tracePt t="13100" x="4051300" y="2533650"/>
          <p14:tracePt t="13105" x="4057650" y="2533650"/>
          <p14:tracePt t="13117" x="4076700" y="2540000"/>
          <p14:tracePt t="13128" x="4089400" y="2540000"/>
          <p14:tracePt t="13137" x="4095750" y="2552700"/>
          <p14:tracePt t="13144" x="4108450" y="2552700"/>
          <p14:tracePt t="13153" x="4108450" y="2559050"/>
          <p14:tracePt t="13160" x="4121150" y="2559050"/>
          <p14:tracePt t="13168" x="4127500" y="2559050"/>
          <p14:tracePt t="13177" x="4127500" y="2571750"/>
          <p14:tracePt t="13192" x="4140200" y="2571750"/>
          <p14:tracePt t="13200" x="4140200" y="2584450"/>
          <p14:tracePt t="13208" x="4146550" y="2584450"/>
          <p14:tracePt t="13224" x="4146550" y="2590800"/>
          <p14:tracePt t="13233" x="4159250" y="2590800"/>
          <p14:tracePt t="13250" x="4159250" y="2603500"/>
          <p14:tracePt t="13280" x="4159250" y="2609850"/>
          <p14:tracePt t="13312" x="4146550" y="2622550"/>
          <p14:tracePt t="13328" x="4140200" y="2622550"/>
          <p14:tracePt t="13345" x="4127500" y="2622550"/>
          <p14:tracePt t="13353" x="4121150" y="2622550"/>
          <p14:tracePt t="13360" x="4121150" y="2628900"/>
          <p14:tracePt t="13369" x="4108450" y="2628900"/>
          <p14:tracePt t="13377" x="4095750" y="2628900"/>
          <p14:tracePt t="13385" x="4070350" y="2628900"/>
          <p14:tracePt t="13393" x="4025900" y="2641600"/>
          <p14:tracePt t="13401" x="3981450" y="2660650"/>
          <p14:tracePt t="13409" x="3898900" y="2679700"/>
          <p14:tracePt t="13417" x="3810000" y="2711450"/>
          <p14:tracePt t="13425" x="3759200" y="2724150"/>
          <p14:tracePt t="13434" x="3676650" y="2743200"/>
          <p14:tracePt t="13441" x="3600450" y="2768600"/>
          <p14:tracePt t="13451" x="3511550" y="2794000"/>
          <p14:tracePt t="13457" x="3371850" y="2838450"/>
          <p14:tracePt t="13467" x="3282950" y="2870200"/>
          <p14:tracePt t="13473" x="3200400" y="2901950"/>
          <p14:tracePt t="13484" x="3098800" y="2933700"/>
          <p14:tracePt t="13489" x="3003550" y="2959100"/>
          <p14:tracePt t="13500" x="2882900" y="2990850"/>
          <p14:tracePt t="13505" x="2762250" y="3022600"/>
          <p14:tracePt t="13517" x="2641600" y="3048000"/>
          <p14:tracePt t="13521" x="2533650" y="3067050"/>
          <p14:tracePt t="13534" x="2413000" y="3079750"/>
          <p14:tracePt t="13537" x="2311400" y="3092450"/>
          <p14:tracePt t="13550" x="2260600" y="3098800"/>
          <p14:tracePt t="13553" x="2171700" y="3098800"/>
          <p14:tracePt t="13567" x="2095500" y="3111500"/>
          <p14:tracePt t="13569" x="2063750" y="3111500"/>
          <p14:tracePt t="13584" x="2006600" y="3111500"/>
          <p14:tracePt t="13585" x="1962150" y="3111500"/>
          <p14:tracePt t="13600" x="1892300" y="3111500"/>
          <p14:tracePt t="13602" x="1866900" y="3111500"/>
          <p14:tracePt t="13617" x="1797050" y="3111500"/>
          <p14:tracePt t="13625" x="1784350" y="3111500"/>
          <p14:tracePt t="13634" x="1752600" y="3111500"/>
          <p14:tracePt t="13641" x="1733550" y="3111500"/>
          <p14:tracePt t="13650" x="1714500" y="3111500"/>
          <p14:tracePt t="13657" x="1708150" y="3098800"/>
          <p14:tracePt t="13667" x="1695450" y="3098800"/>
          <p14:tracePt t="13673" x="1682750" y="3098800"/>
          <p14:tracePt t="13685" x="1676400" y="3098800"/>
          <p14:tracePt t="13697" x="1663700" y="3098800"/>
          <p14:tracePt t="13761" x="1663700" y="3092450"/>
          <p14:tracePt t="13793" x="1663700" y="3079750"/>
          <p14:tracePt t="13809" x="1663700" y="3067050"/>
          <p14:tracePt t="13817" x="1676400" y="3067050"/>
          <p14:tracePt t="13825" x="1676400" y="3060700"/>
          <p14:tracePt t="13833" x="1682750" y="3048000"/>
          <p14:tracePt t="13842" x="1695450" y="3048000"/>
          <p14:tracePt t="13849" x="1708150" y="3041650"/>
          <p14:tracePt t="13857" x="1708150" y="3028950"/>
          <p14:tracePt t="13867" x="1714500" y="3028950"/>
          <p14:tracePt t="13873" x="1727200" y="3022600"/>
          <p14:tracePt t="13884" x="1733550" y="3022600"/>
          <p14:tracePt t="13889" x="1733550" y="3009900"/>
          <p14:tracePt t="13900" x="1746250" y="3009900"/>
          <p14:tracePt t="13913" x="1752600" y="3009900"/>
          <p14:tracePt t="13929" x="1765300" y="3009900"/>
          <p14:tracePt t="13953" x="1778000" y="3009900"/>
          <p14:tracePt t="14963" x="1784350" y="3009900"/>
          <p14:tracePt t="14971" x="1803400" y="3009900"/>
          <p14:tracePt t="14979" x="1822450" y="3009900"/>
          <p14:tracePt t="14987" x="1854200" y="3009900"/>
          <p14:tracePt t="14995" x="1905000" y="3009900"/>
          <p14:tracePt t="15003" x="1936750" y="3022600"/>
          <p14:tracePt t="15011" x="1981200" y="3022600"/>
          <p14:tracePt t="15019" x="2032000" y="3028950"/>
          <p14:tracePt t="15027" x="2082800" y="3028950"/>
          <p14:tracePt t="15035" x="2133600" y="3041650"/>
          <p14:tracePt t="15043" x="2171700" y="3041650"/>
          <p14:tracePt t="15051" x="2216150" y="3048000"/>
          <p14:tracePt t="15059" x="2235200" y="3048000"/>
          <p14:tracePt t="15067" x="2260600" y="3048000"/>
          <p14:tracePt t="15075" x="2292350" y="3060700"/>
          <p14:tracePt t="15084" x="2311400" y="3060700"/>
          <p14:tracePt t="15091" x="2324100" y="3060700"/>
          <p14:tracePt t="15100" x="2330450" y="3060700"/>
          <p14:tracePt t="15107" x="2343150" y="3060700"/>
          <p14:tracePt t="15117" x="2355850" y="3060700"/>
          <p14:tracePt t="15147" x="2362200" y="3060700"/>
          <p14:tracePt t="15339" x="2374900" y="3060700"/>
          <p14:tracePt t="15347" x="2393950" y="3060700"/>
          <p14:tracePt t="15355" x="2413000" y="3048000"/>
          <p14:tracePt t="15363" x="2432050" y="3048000"/>
          <p14:tracePt t="15371" x="2470150" y="3041650"/>
          <p14:tracePt t="15384" x="2514600" y="3041650"/>
          <p14:tracePt t="15387" x="2552700" y="3028950"/>
          <p14:tracePt t="15395" x="2603500" y="3028950"/>
          <p14:tracePt t="15403" x="2654300" y="3022600"/>
          <p14:tracePt t="15411" x="2724150" y="3022600"/>
          <p14:tracePt t="15419" x="2781300" y="3022600"/>
          <p14:tracePt t="15434" x="2851150" y="3022600"/>
          <p14:tracePt t="15435" x="2921000" y="3022600"/>
          <p14:tracePt t="15450" x="2984500" y="3022600"/>
          <p14:tracePt t="15452" x="3003550" y="3022600"/>
          <p14:tracePt t="15467" x="3079750" y="3022600"/>
          <p14:tracePt t="15467" x="3098800" y="3022600"/>
          <p14:tracePt t="15475" x="3143250" y="3022600"/>
          <p14:tracePt t="15484" x="3162300" y="3022600"/>
          <p14:tracePt t="15491" x="3181350" y="3022600"/>
          <p14:tracePt t="15500" x="3200400" y="3022600"/>
          <p14:tracePt t="15508" x="3219450" y="3022600"/>
          <p14:tracePt t="15517" x="3232150" y="3022600"/>
          <p14:tracePt t="15523" x="3251200" y="3028950"/>
          <p14:tracePt t="15534" x="3263900" y="3028950"/>
          <p14:tracePt t="15539" x="3282950" y="3028950"/>
          <p14:tracePt t="15550" x="3289300" y="3028950"/>
          <p14:tracePt t="15555" x="3308350" y="3028950"/>
          <p14:tracePt t="15567" x="3327400" y="3028950"/>
          <p14:tracePt t="15571" x="3340100" y="3028950"/>
          <p14:tracePt t="15583" x="3352800" y="3028950"/>
          <p14:tracePt t="15587" x="3359150" y="3028950"/>
          <p14:tracePt t="15600" x="3378200" y="3028950"/>
          <p14:tracePt t="15611" x="3390900" y="3028950"/>
          <p14:tracePt t="15619" x="3397250" y="3028950"/>
          <p14:tracePt t="15635" x="3409950" y="3028950"/>
          <p14:tracePt t="15651" x="3422650" y="3028950"/>
          <p14:tracePt t="15668" x="3429000" y="3028950"/>
          <p14:tracePt t="15676" x="3441700" y="3028950"/>
          <p14:tracePt t="15691" x="3448050" y="3028950"/>
          <p14:tracePt t="15708" x="3460750" y="3028950"/>
          <p14:tracePt t="15725" x="3467100" y="3028950"/>
          <p14:tracePt t="16164" x="3460750" y="3028950"/>
          <p14:tracePt t="16172" x="3448050" y="3028950"/>
          <p14:tracePt t="16180" x="3429000" y="3041650"/>
          <p14:tracePt t="16191" x="3422650" y="3048000"/>
          <p14:tracePt t="16196" x="3409950" y="3048000"/>
          <p14:tracePt t="16212" x="3409950" y="3060700"/>
          <p14:tracePt t="16220" x="3397250" y="3060700"/>
          <p14:tracePt t="16228" x="3397250" y="3067050"/>
          <p14:tracePt t="16268" x="3409950" y="3079750"/>
          <p14:tracePt t="16284" x="3422650" y="3079750"/>
          <p14:tracePt t="16292" x="3429000" y="3079750"/>
          <p14:tracePt t="16300" x="3441700" y="3092450"/>
          <p14:tracePt t="16317" x="3441700" y="3098800"/>
          <p14:tracePt t="16324" x="3448050" y="3098800"/>
          <p14:tracePt t="16333" x="3448050" y="3111500"/>
          <p14:tracePt t="16350" x="3448050" y="3117850"/>
          <p14:tracePt t="16356" x="3448050" y="3130550"/>
          <p14:tracePt t="16364" x="3441700" y="3136900"/>
          <p14:tracePt t="16372" x="3422650" y="3162300"/>
          <p14:tracePt t="16381" x="3397250" y="3181350"/>
          <p14:tracePt t="16388" x="3359150" y="3200400"/>
          <p14:tracePt t="16396" x="3289300" y="3238500"/>
          <p14:tracePt t="16404" x="3219450" y="3270250"/>
          <p14:tracePt t="16417" x="3149600" y="3302000"/>
          <p14:tracePt t="16421" x="3098800" y="3321050"/>
          <p14:tracePt t="16433" x="3022600" y="3340100"/>
          <p14:tracePt t="16437" x="2889250" y="3378200"/>
          <p14:tracePt t="16450" x="2794000" y="3397250"/>
          <p14:tracePt t="16453" x="2705100" y="3416300"/>
          <p14:tracePt t="16467" x="2654300" y="3429000"/>
          <p14:tracePt t="16469" x="2571750" y="3448050"/>
          <p14:tracePt t="16484" x="2495550" y="3460750"/>
          <p14:tracePt t="16486" x="2413000" y="3467100"/>
          <p14:tracePt t="16500" x="2355850" y="3479800"/>
          <p14:tracePt t="16502" x="2273300" y="3486150"/>
          <p14:tracePt t="16517" x="2133600" y="3498850"/>
          <p14:tracePt t="16524" x="2076450" y="3498850"/>
          <p14:tracePt t="16534" x="2025650" y="3511550"/>
          <p14:tracePt t="16541" x="1962150" y="3511550"/>
          <p14:tracePt t="16550" x="1924050" y="3511550"/>
          <p14:tracePt t="16557" x="1885950" y="3511550"/>
          <p14:tracePt t="16567" x="1866900" y="3511550"/>
          <p14:tracePt t="16573" x="1822450" y="3511550"/>
          <p14:tracePt t="16583" x="1797050" y="3511550"/>
          <p14:tracePt t="16589" x="1778000" y="3511550"/>
          <p14:tracePt t="16600" x="1752600" y="3511550"/>
          <p14:tracePt t="16605" x="1746250" y="3511550"/>
          <p14:tracePt t="16617" x="1727200" y="3511550"/>
          <p14:tracePt t="16621" x="1714500" y="3511550"/>
          <p14:tracePt t="16633" x="1708150" y="3511550"/>
          <p14:tracePt t="16653" x="1695450" y="3511550"/>
          <p14:tracePt t="16877" x="1708150" y="3511550"/>
          <p14:tracePt t="16901" x="1714500" y="3511550"/>
          <p14:tracePt t="16909" x="1727200" y="3511550"/>
          <p14:tracePt t="16917" x="1746250" y="3498850"/>
          <p14:tracePt t="16925" x="1765300" y="3498850"/>
          <p14:tracePt t="16933" x="1797050" y="3486150"/>
          <p14:tracePt t="16942" x="1835150" y="3486150"/>
          <p14:tracePt t="16949" x="1873250" y="3486150"/>
          <p14:tracePt t="16957" x="1924050" y="3486150"/>
          <p14:tracePt t="16967" x="1962150" y="3479800"/>
          <p14:tracePt t="16973" x="2012950" y="3479800"/>
          <p14:tracePt t="16983" x="2051050" y="3479800"/>
          <p14:tracePt t="16989" x="2076450" y="3479800"/>
          <p14:tracePt t="17000" x="2114550" y="3479800"/>
          <p14:tracePt t="17005" x="2133600" y="3479800"/>
          <p14:tracePt t="17017" x="2165350" y="3479800"/>
          <p14:tracePt t="17022" x="2171700" y="3479800"/>
          <p14:tracePt t="17033" x="2184400" y="3479800"/>
          <p14:tracePt t="17037" x="2190750" y="3479800"/>
          <p14:tracePt t="17050" x="2203450" y="3479800"/>
          <p14:tracePt t="17061" x="2216150" y="3479800"/>
          <p14:tracePt t="17101" x="2222500" y="3479800"/>
          <p14:tracePt t="17189" x="2235200" y="3479800"/>
          <p14:tracePt t="17229" x="2241550" y="3479800"/>
          <p14:tracePt t="17253" x="2254250" y="3479800"/>
          <p14:tracePt t="17262" x="2260600" y="3479800"/>
          <p14:tracePt t="17278" x="2273300" y="3479800"/>
          <p14:tracePt t="17286" x="2286000" y="3479800"/>
          <p14:tracePt t="17294" x="2292350" y="3479800"/>
          <p14:tracePt t="17310" x="2305050" y="3479800"/>
          <p14:tracePt t="17318" x="2311400" y="3479800"/>
          <p14:tracePt t="17325" x="2324100" y="3479800"/>
          <p14:tracePt t="17334" x="2330450" y="3479800"/>
          <p14:tracePt t="17350" x="2343150" y="3479800"/>
          <p14:tracePt t="17358" x="2355850" y="3486150"/>
          <p14:tracePt t="17366" x="2362200" y="3486150"/>
          <p14:tracePt t="17374" x="2381250" y="3486150"/>
          <p14:tracePt t="17383" x="2393950" y="3498850"/>
          <p14:tracePt t="17390" x="2400300" y="3498850"/>
          <p14:tracePt t="17398" x="2425700" y="3511550"/>
          <p14:tracePt t="17406" x="2444750" y="3511550"/>
          <p14:tracePt t="17414" x="2463800" y="3517900"/>
          <p14:tracePt t="17422" x="2501900" y="3517900"/>
          <p14:tracePt t="17430" x="2520950" y="3530600"/>
          <p14:tracePt t="17438" x="2552700" y="3530600"/>
          <p14:tracePt t="17446" x="2590800" y="3536950"/>
          <p14:tracePt t="17454" x="2635250" y="3536950"/>
          <p14:tracePt t="17462" x="2673350" y="3549650"/>
          <p14:tracePt t="17470" x="2724150" y="3549650"/>
          <p14:tracePt t="17478" x="2774950" y="3556000"/>
          <p14:tracePt t="17486" x="2832100" y="3556000"/>
          <p14:tracePt t="17494" x="2889250" y="3568700"/>
          <p14:tracePt t="17502" x="2952750" y="3568700"/>
          <p14:tracePt t="17510" x="3009900" y="3568700"/>
          <p14:tracePt t="17518" x="3060700" y="3568700"/>
          <p14:tracePt t="17526" x="3079750" y="3568700"/>
          <p14:tracePt t="17534" x="3124200" y="3568700"/>
          <p14:tracePt t="17542" x="3162300" y="3568700"/>
          <p14:tracePt t="17550" x="3181350" y="3568700"/>
          <p14:tracePt t="17558" x="3200400" y="3568700"/>
          <p14:tracePt t="17567" x="3219450" y="3568700"/>
          <p14:tracePt t="17574" x="3232150" y="3568700"/>
          <p14:tracePt t="17584" x="3238500" y="3568700"/>
          <p14:tracePt t="17606" x="3251200" y="3568700"/>
          <p14:tracePt t="17774" x="3251200" y="3581400"/>
          <p14:tracePt t="17934" x="3263900" y="3581400"/>
          <p14:tracePt t="17943" x="3282950" y="3581400"/>
          <p14:tracePt t="17950" x="3289300" y="3568700"/>
          <p14:tracePt t="17959" x="3327400" y="3568700"/>
          <p14:tracePt t="17967" x="3371850" y="3556000"/>
          <p14:tracePt t="17975" x="3409950" y="3549650"/>
          <p14:tracePt t="17983" x="3467100" y="3549650"/>
          <p14:tracePt t="17992" x="3568700" y="3536950"/>
          <p14:tracePt t="17998" x="3632200" y="3530600"/>
          <p14:tracePt t="18007" x="3721100" y="3511550"/>
          <p14:tracePt t="18017" x="3759200" y="3511550"/>
          <p14:tracePt t="18023" x="3816350" y="3498850"/>
          <p14:tracePt t="18034" x="3886200" y="3479800"/>
          <p14:tracePt t="18039" x="3937000" y="3467100"/>
          <p14:tracePt t="18050" x="3987800" y="3460750"/>
          <p14:tracePt t="18055" x="4025900" y="3448050"/>
          <p14:tracePt t="18067" x="4070350" y="3429000"/>
          <p14:tracePt t="18071" x="4121150" y="3416300"/>
          <p14:tracePt t="18083" x="4165600" y="3409950"/>
          <p14:tracePt t="18087" x="4229100" y="3390900"/>
          <p14:tracePt t="18100" x="4279900" y="3371850"/>
          <p14:tracePt t="18103" x="4337050" y="3346450"/>
          <p14:tracePt t="18117" x="4400550" y="3327400"/>
          <p14:tracePt t="18119" x="4457700" y="3302000"/>
          <p14:tracePt t="18133" x="4527550" y="3276600"/>
          <p14:tracePt t="18135" x="4578350" y="3257550"/>
          <p14:tracePt t="18150" x="4635500" y="3232150"/>
          <p14:tracePt t="18152" x="4673600" y="3200400"/>
          <p14:tracePt t="18167" x="4743450" y="3149600"/>
          <p14:tracePt t="18175" x="4775200" y="3117850"/>
          <p14:tracePt t="18184" x="4806950" y="3079750"/>
          <p14:tracePt t="18191" x="4845050" y="3048000"/>
          <p14:tracePt t="18200" x="4876800" y="3022600"/>
          <p14:tracePt t="18207" x="4908550" y="2971800"/>
          <p14:tracePt t="18217" x="4933950" y="2933700"/>
          <p14:tracePt t="18223" x="4965700" y="2882900"/>
          <p14:tracePt t="18233" x="4997450" y="2813050"/>
          <p14:tracePt t="18239" x="5016500" y="2762250"/>
          <p14:tracePt t="18250" x="5035550" y="2698750"/>
          <p14:tracePt t="18255" x="5054600" y="2641600"/>
          <p14:tracePt t="18267" x="5067300" y="2584450"/>
          <p14:tracePt t="18271" x="5073650" y="2514600"/>
          <p14:tracePt t="18283" x="5073650" y="2451100"/>
          <p14:tracePt t="18287" x="5073650" y="2381250"/>
          <p14:tracePt t="18300" x="5073650" y="2330450"/>
          <p14:tracePt t="18303" x="5073650" y="2311400"/>
          <p14:tracePt t="18317" x="5073650" y="2273300"/>
          <p14:tracePt t="18319" x="5073650" y="2235200"/>
          <p14:tracePt t="18334" x="5073650" y="2203450"/>
          <p14:tracePt t="18335" x="5086350" y="2171700"/>
          <p14:tracePt t="18350" x="5086350" y="2146300"/>
          <p14:tracePt t="18352" x="5086350" y="2133600"/>
          <p14:tracePt t="18367" x="5092700" y="2114550"/>
          <p14:tracePt t="18367" x="5092700" y="2101850"/>
          <p14:tracePt t="18375" x="5092700" y="2095500"/>
          <p14:tracePt t="18384" x="5105400" y="2082800"/>
          <p14:tracePt t="18391" x="5105400" y="2076450"/>
          <p14:tracePt t="18407" x="5105400" y="2063750"/>
          <p14:tracePt t="18423" x="5105400" y="2051050"/>
          <p14:tracePt t="18439" x="5118100" y="2051050"/>
          <p14:tracePt t="18463" x="5118100" y="2044700"/>
          <p14:tracePt t="18535" x="5105400" y="2044700"/>
          <p14:tracePt t="18543" x="5092700" y="2044700"/>
          <p14:tracePt t="18551" x="5086350" y="2051050"/>
          <p14:tracePt t="18559" x="5073650" y="2063750"/>
          <p14:tracePt t="18567" x="5067300" y="2082800"/>
          <p14:tracePt t="18575" x="5035550" y="2101850"/>
          <p14:tracePt t="18583" x="4997450" y="2146300"/>
          <p14:tracePt t="18591" x="4953000" y="2184400"/>
          <p14:tracePt t="18600" x="4914900" y="2241550"/>
          <p14:tracePt t="18608" x="4857750" y="2324100"/>
          <p14:tracePt t="18617" x="4794250" y="2419350"/>
          <p14:tracePt t="18623" x="4724400" y="2540000"/>
          <p14:tracePt t="18634" x="4654550" y="2654300"/>
          <p14:tracePt t="18639" x="4584700" y="2781300"/>
          <p14:tracePt t="18650" x="4514850" y="2908300"/>
          <p14:tracePt t="18656" x="4495800" y="2959100"/>
          <p14:tracePt t="18667" x="4457700" y="3060700"/>
          <p14:tracePt t="18671" x="4419600" y="3136900"/>
          <p14:tracePt t="18685" x="4387850" y="3219450"/>
          <p14:tracePt t="18688" x="4368800" y="3276600"/>
          <p14:tracePt t="18700" x="4349750" y="3340100"/>
          <p14:tracePt t="18704" x="4318000" y="3390900"/>
          <p14:tracePt t="18717" x="4305300" y="3448050"/>
          <p14:tracePt t="18720" x="4286250" y="3498850"/>
          <p14:tracePt t="18733" x="4279900" y="3549650"/>
          <p14:tracePt t="18736" x="4279900" y="3568700"/>
          <p14:tracePt t="18750" x="4267200" y="3606800"/>
          <p14:tracePt t="18752" x="4260850" y="3638550"/>
          <p14:tracePt t="18767" x="4248150" y="3670300"/>
          <p14:tracePt t="18769" x="4248150" y="3695700"/>
          <p14:tracePt t="18784" x="4248150" y="3721100"/>
          <p14:tracePt t="18784" x="4248150" y="3740150"/>
          <p14:tracePt t="18792" x="4235450" y="3746500"/>
          <p14:tracePt t="18800" x="4235450" y="3759200"/>
          <p14:tracePt t="18808" x="4235450" y="3765550"/>
          <p14:tracePt t="18817" x="4235450" y="3778250"/>
          <p14:tracePt t="18880" x="4235450" y="3765550"/>
          <p14:tracePt t="18888" x="4235450" y="3746500"/>
          <p14:tracePt t="18896" x="4235450" y="3740150"/>
          <p14:tracePt t="18904" x="4235450" y="3727450"/>
          <p14:tracePt t="18912" x="4235450" y="3708400"/>
          <p14:tracePt t="18920" x="4235450" y="3695700"/>
          <p14:tracePt t="18928" x="4235450" y="3689350"/>
          <p14:tracePt t="18936" x="4235450" y="3657600"/>
          <p14:tracePt t="18944" x="4235450" y="3638550"/>
          <p14:tracePt t="18952" x="4267200" y="3587750"/>
          <p14:tracePt t="18960" x="4286250" y="3549650"/>
          <p14:tracePt t="18968" x="4330700" y="3486150"/>
          <p14:tracePt t="18976" x="4368800" y="3416300"/>
          <p14:tracePt t="18984" x="4419600" y="3346450"/>
          <p14:tracePt t="18992" x="4438650" y="3308350"/>
          <p14:tracePt t="19000" x="4476750" y="3232150"/>
          <p14:tracePt t="19008" x="4514850" y="3168650"/>
          <p14:tracePt t="19017" x="4546600" y="3098800"/>
          <p14:tracePt t="19024" x="4559300" y="3079750"/>
          <p14:tracePt t="19034" x="4578350" y="3041650"/>
          <p14:tracePt t="19040" x="4597400" y="3009900"/>
          <p14:tracePt t="19050" x="4603750" y="2990850"/>
          <p14:tracePt t="19056" x="4616450" y="2959100"/>
          <p14:tracePt t="19067" x="4629150" y="2952750"/>
          <p14:tracePt t="19072" x="4629150" y="2940050"/>
          <p14:tracePt t="19083" x="4635500" y="2933700"/>
          <p14:tracePt t="19096" x="4635500" y="2921000"/>
          <p14:tracePt t="19104" x="4648200" y="2921000"/>
          <p14:tracePt t="19200" x="4648200" y="2933700"/>
          <p14:tracePt t="19216" x="4648200" y="2940050"/>
          <p14:tracePt t="19224" x="4648200" y="2952750"/>
          <p14:tracePt t="19233" x="4648200" y="2959100"/>
          <p14:tracePt t="19241" x="4648200" y="2971800"/>
          <p14:tracePt t="19248" x="4635500" y="2990850"/>
          <p14:tracePt t="19256" x="4629150" y="3009900"/>
          <p14:tracePt t="19264" x="4616450" y="3028950"/>
          <p14:tracePt t="19272" x="4603750" y="3060700"/>
          <p14:tracePt t="19283" x="4584700" y="3098800"/>
          <p14:tracePt t="19288" x="4546600" y="3181350"/>
          <p14:tracePt t="19300" x="4508500" y="3238500"/>
          <p14:tracePt t="19304" x="4457700" y="3327400"/>
          <p14:tracePt t="19317" x="4406900" y="3416300"/>
          <p14:tracePt t="19320" x="4337050" y="3517900"/>
          <p14:tracePt t="19333" x="4267200" y="3606800"/>
          <p14:tracePt t="19337" x="4191000" y="3708400"/>
          <p14:tracePt t="19350" x="4108450" y="3797300"/>
          <p14:tracePt t="19353" x="4006850" y="3886200"/>
          <p14:tracePt t="19367" x="3917950" y="3975100"/>
          <p14:tracePt t="19369" x="3816350" y="4064000"/>
          <p14:tracePt t="19384" x="3676650" y="4146550"/>
          <p14:tracePt t="19386" x="3562350" y="4229100"/>
          <p14:tracePt t="19400" x="3409950" y="4298950"/>
          <p14:tracePt t="19401" x="3352800" y="4324350"/>
          <p14:tracePt t="19408" x="3149600" y="4413250"/>
          <p14:tracePt t="19417" x="3041650" y="4445000"/>
          <p14:tracePt t="19425" x="2940050" y="4483100"/>
          <p14:tracePt t="19434" x="2889250" y="4495800"/>
          <p14:tracePt t="19440" x="2800350" y="4508500"/>
          <p14:tracePt t="19450" x="2724150" y="4514850"/>
          <p14:tracePt t="19456" x="2654300" y="4527550"/>
          <p14:tracePt t="19467" x="2603500" y="4527550"/>
          <p14:tracePt t="19473" x="2540000" y="4527550"/>
          <p14:tracePt t="19483" x="2495550" y="4527550"/>
          <p14:tracePt t="19488" x="2425700" y="4527550"/>
          <p14:tracePt t="19500" x="2355850" y="4527550"/>
          <p14:tracePt t="19505" x="2292350" y="4527550"/>
          <p14:tracePt t="19517" x="2216150" y="4508500"/>
          <p14:tracePt t="19521" x="2152650" y="4483100"/>
          <p14:tracePt t="19534" x="2082800" y="4464050"/>
          <p14:tracePt t="19537" x="2012950" y="4457700"/>
          <p14:tracePt t="19550" x="1962150" y="4438650"/>
          <p14:tracePt t="19553" x="1943100" y="4425950"/>
          <p14:tracePt t="19567" x="1905000" y="4413250"/>
          <p14:tracePt t="19569" x="1873250" y="4406900"/>
          <p14:tracePt t="19583" x="1854200" y="4394200"/>
          <p14:tracePt t="19585" x="1835150" y="4387850"/>
          <p14:tracePt t="19600" x="1816100" y="4375150"/>
          <p14:tracePt t="19603" x="1803400" y="4375150"/>
          <p14:tracePt t="19617" x="1797050" y="4368800"/>
          <p14:tracePt t="19625" x="1784350" y="4356100"/>
          <p14:tracePt t="19634" x="1778000" y="4343400"/>
          <p14:tracePt t="19641" x="1765300" y="4337050"/>
          <p14:tracePt t="19650" x="1752600" y="4318000"/>
          <p14:tracePt t="19657" x="1733550" y="4305300"/>
          <p14:tracePt t="19667" x="1727200" y="4298950"/>
          <p14:tracePt t="19673" x="1714500" y="4286250"/>
          <p14:tracePt t="19684" x="1708150" y="4273550"/>
          <p14:tracePt t="19689" x="1695450" y="4267200"/>
          <p14:tracePt t="19700" x="1682750" y="4267200"/>
          <p14:tracePt t="19705" x="1676400" y="4254500"/>
          <p14:tracePt t="19717" x="1663700" y="4254500"/>
          <p14:tracePt t="19721" x="1663700" y="4248150"/>
          <p14:tracePt t="19733" x="1657350" y="4235450"/>
          <p14:tracePt t="19737" x="1638300" y="4235450"/>
          <p14:tracePt t="19750" x="1625600" y="4229100"/>
          <p14:tracePt t="19753" x="1612900" y="4229100"/>
          <p14:tracePt t="19767" x="1606550" y="4216400"/>
          <p14:tracePt t="19769" x="1593850" y="4203700"/>
          <p14:tracePt t="19783" x="1574800" y="4203700"/>
          <p14:tracePt t="19785" x="1568450" y="4197350"/>
          <p14:tracePt t="19800" x="1555750" y="4197350"/>
          <p14:tracePt t="19802" x="1543050" y="4197350"/>
          <p14:tracePt t="19817" x="1536700" y="4197350"/>
          <p14:tracePt t="19819" x="1524000" y="4184650"/>
          <p14:tracePt t="19834" x="1517650" y="4184650"/>
          <p14:tracePt t="19849" x="1504950" y="4184650"/>
          <p14:tracePt t="19857" x="1498600" y="4184650"/>
          <p14:tracePt t="19866" x="1485900" y="4184650"/>
          <p14:tracePt t="19873" x="1473200" y="4184650"/>
          <p14:tracePt t="19881" x="1466850" y="4184650"/>
          <p14:tracePt t="19889" x="1454150" y="4184650"/>
          <p14:tracePt t="19905" x="1447800" y="4178300"/>
          <p14:tracePt t="19921" x="1435100" y="4178300"/>
          <p14:tracePt t="19937" x="1435100" y="4165600"/>
          <p14:tracePt t="19961" x="1435100" y="4159250"/>
          <p14:tracePt t="19985" x="1435100" y="4146550"/>
          <p14:tracePt t="20001" x="1435100" y="4133850"/>
          <p14:tracePt t="20009" x="1447800" y="4133850"/>
          <p14:tracePt t="20025" x="1454150" y="4127500"/>
          <p14:tracePt t="20041" x="1466850" y="4114800"/>
          <p14:tracePt t="20057" x="1466850" y="4108450"/>
          <p14:tracePt t="20066" x="1473200" y="4108450"/>
          <p14:tracePt t="20730" x="1473200" y="4095750"/>
          <p14:tracePt t="20738" x="1485900" y="4089400"/>
          <p14:tracePt t="20746" x="1498600" y="4076700"/>
          <p14:tracePt t="20762" x="1504950" y="4064000"/>
          <p14:tracePt t="20770" x="1517650" y="4064000"/>
          <p14:tracePt t="20778" x="1517650" y="4057650"/>
          <p14:tracePt t="20786" x="1524000" y="4057650"/>
          <p14:tracePt t="20794" x="1536700" y="4044950"/>
          <p14:tracePt t="20802" x="1543050" y="4044950"/>
          <p14:tracePt t="20819" x="1555750" y="4044950"/>
          <p14:tracePt t="20826" x="1568450" y="4044950"/>
          <p14:tracePt t="20834" x="1574800" y="4038600"/>
          <p14:tracePt t="20842" x="1587500" y="4038600"/>
          <p14:tracePt t="20858" x="1593850" y="4038600"/>
          <p14:tracePt t="20867" x="1606550" y="4038600"/>
          <p14:tracePt t="20874" x="1612900" y="4038600"/>
          <p14:tracePt t="20890" x="1625600" y="4025900"/>
          <p14:tracePt t="20906" x="1638300" y="4025900"/>
          <p14:tracePt t="21219" x="1644650" y="4025900"/>
          <p14:tracePt t="21235" x="1676400" y="4019550"/>
          <p14:tracePt t="21243" x="1708150" y="4019550"/>
          <p14:tracePt t="21251" x="1733550" y="4006850"/>
          <p14:tracePt t="21259" x="1765300" y="4006850"/>
          <p14:tracePt t="21267" x="1803400" y="4006850"/>
          <p14:tracePt t="21275" x="1822450" y="3994150"/>
          <p14:tracePt t="21283" x="1854200" y="3994150"/>
          <p14:tracePt t="21291" x="1885950" y="3987800"/>
          <p14:tracePt t="21300" x="1917700" y="3987800"/>
          <p14:tracePt t="21307" x="1943100" y="3987800"/>
          <p14:tracePt t="21317" x="1974850" y="3987800"/>
          <p14:tracePt t="21323" x="1993900" y="3987800"/>
          <p14:tracePt t="21333" x="2012950" y="3987800"/>
          <p14:tracePt t="21339" x="2032000" y="3987800"/>
          <p14:tracePt t="21350" x="2051050" y="3987800"/>
          <p14:tracePt t="21355" x="2076450" y="3987800"/>
          <p14:tracePt t="21367" x="2082800" y="3987800"/>
          <p14:tracePt t="21371" x="2101850" y="3987800"/>
          <p14:tracePt t="21383" x="2114550" y="3987800"/>
          <p14:tracePt t="21387" x="2120900" y="3987800"/>
          <p14:tracePt t="21400" x="2133600" y="3987800"/>
          <p14:tracePt t="21419" x="2146300" y="3987800"/>
          <p14:tracePt t="21451" x="2152650" y="3987800"/>
          <p14:tracePt t="21507" x="2165350" y="3987800"/>
          <p14:tracePt t="21651" x="2165350" y="3994150"/>
          <p14:tracePt t="21683" x="2171700" y="3994150"/>
          <p14:tracePt t="21724" x="2184400" y="3994150"/>
          <p14:tracePt t="21755" x="2190750" y="4006850"/>
          <p14:tracePt t="21772" x="2203450" y="4006850"/>
          <p14:tracePt t="21796" x="2216150" y="4006850"/>
          <p14:tracePt t="21804" x="2222500" y="4006850"/>
          <p14:tracePt t="21812" x="2241550" y="4006850"/>
          <p14:tracePt t="21820" x="2254250" y="4006850"/>
          <p14:tracePt t="21828" x="2286000" y="4006850"/>
          <p14:tracePt t="21836" x="2305050" y="4006850"/>
          <p14:tracePt t="21844" x="2330450" y="4006850"/>
          <p14:tracePt t="21852" x="2362200" y="4006850"/>
          <p14:tracePt t="21860" x="2400300" y="4006850"/>
          <p14:tracePt t="21868" x="2432050" y="4006850"/>
          <p14:tracePt t="21876" x="2482850" y="4006850"/>
          <p14:tracePt t="21884" x="2552700" y="4006850"/>
          <p14:tracePt t="21892" x="2609850" y="4006850"/>
          <p14:tracePt t="21900" x="2692400" y="4006850"/>
          <p14:tracePt t="21908" x="2743200" y="4006850"/>
          <p14:tracePt t="21917" x="2819400" y="4006850"/>
          <p14:tracePt t="21924" x="2901950" y="4006850"/>
          <p14:tracePt t="21933" x="2971800" y="4006850"/>
          <p14:tracePt t="21940" x="3054350" y="4006850"/>
          <p14:tracePt t="21950" x="3124200" y="4006850"/>
          <p14:tracePt t="21956" x="3181350" y="4006850"/>
          <p14:tracePt t="21966" x="3194050" y="4006850"/>
          <p14:tracePt t="21972" x="3238500" y="4006850"/>
          <p14:tracePt t="21983" x="3308350" y="4006850"/>
          <p14:tracePt t="21988" x="3340100" y="4006850"/>
          <p14:tracePt t="22000" x="3378200" y="4006850"/>
          <p14:tracePt t="22004" x="3409950" y="4019550"/>
          <p14:tracePt t="22017" x="3460750" y="4019550"/>
          <p14:tracePt t="22020" x="3479800" y="4025900"/>
          <p14:tracePt t="22033" x="3511550" y="4025900"/>
          <p14:tracePt t="22036" x="3536950" y="4025900"/>
          <p14:tracePt t="22050" x="3568700" y="4025900"/>
          <p14:tracePt t="22052" x="3587750" y="4025900"/>
          <p14:tracePt t="22067" x="3606800" y="4025900"/>
          <p14:tracePt t="22069" x="3619500" y="4025900"/>
          <p14:tracePt t="22083" x="3632200" y="4025900"/>
          <p14:tracePt t="22085" x="3638550" y="4025900"/>
          <p14:tracePt t="22100" x="3651250" y="4025900"/>
          <p14:tracePt t="22108" x="3657600" y="4025900"/>
          <p14:tracePt t="22148" x="3670300" y="4025900"/>
          <p14:tracePt t="22172" x="3670300" y="4019550"/>
          <p14:tracePt t="22228" x="3657600" y="4019550"/>
          <p14:tracePt t="22276" x="3651250" y="4019550"/>
          <p14:tracePt t="22300" x="3638550" y="4019550"/>
          <p14:tracePt t="22308" x="3632200" y="4019550"/>
          <p14:tracePt t="22325" x="3619500" y="4019550"/>
          <p14:tracePt t="22332" x="3606800" y="4019550"/>
          <p14:tracePt t="22340" x="3600450" y="4019550"/>
          <p14:tracePt t="22350" x="3562350" y="4019550"/>
          <p14:tracePt t="22356" x="3511550" y="4019550"/>
          <p14:tracePt t="22367" x="3429000" y="4019550"/>
          <p14:tracePt t="22372" x="3327400" y="4025900"/>
          <p14:tracePt t="22383" x="3213100" y="4025900"/>
          <p14:tracePt t="22389" x="3079750" y="4038600"/>
          <p14:tracePt t="22400" x="2940050" y="4044950"/>
          <p14:tracePt t="22404" x="2673350" y="4064000"/>
          <p14:tracePt t="22417" x="2584450" y="4076700"/>
          <p14:tracePt t="22420" x="2413000" y="4095750"/>
          <p14:tracePt t="22433" x="2254250" y="4108450"/>
          <p14:tracePt t="22436" x="2101850" y="4127500"/>
          <p14:tracePt t="22450" x="1955800" y="4133850"/>
          <p14:tracePt t="22452" x="1892300" y="4146550"/>
          <p14:tracePt t="22467" x="1797050" y="4159250"/>
          <p14:tracePt t="22468" x="1695450" y="4178300"/>
          <p14:tracePt t="22483" x="1593850" y="4178300"/>
          <p14:tracePt t="22485" x="1504950" y="4184650"/>
          <p14:tracePt t="22500" x="1435100" y="4197350"/>
          <p14:tracePt t="22500" x="1358900" y="4203700"/>
          <p14:tracePt t="22509" x="1289050" y="4216400"/>
          <p14:tracePt t="22517" x="1225550" y="4229100"/>
          <p14:tracePt t="22524" x="1168400" y="4235450"/>
          <p14:tracePt t="22534" x="1104900" y="4254500"/>
          <p14:tracePt t="22540" x="1054100" y="4267200"/>
          <p14:tracePt t="22550" x="1009650" y="4273550"/>
          <p14:tracePt t="22557" x="946150" y="4286250"/>
          <p14:tracePt t="22567" x="927100" y="4286250"/>
          <p14:tracePt t="22572" x="889000" y="4298950"/>
          <p14:tracePt t="22583" x="857250" y="4305300"/>
          <p14:tracePt t="22589" x="838200" y="4318000"/>
          <p14:tracePt t="22600" x="819150" y="4318000"/>
          <p14:tracePt t="22605" x="787400" y="4324350"/>
          <p14:tracePt t="22617" x="755650" y="4337050"/>
          <p14:tracePt t="22621" x="736600" y="4343400"/>
          <p14:tracePt t="22633" x="717550" y="4356100"/>
          <p14:tracePt t="22637" x="685800" y="4368800"/>
          <p14:tracePt t="22650" x="660400" y="4375150"/>
          <p14:tracePt t="22653" x="628650" y="4387850"/>
          <p14:tracePt t="22667" x="609600" y="4394200"/>
          <p14:tracePt t="22669" x="590550" y="4406900"/>
          <p14:tracePt t="22685" x="571500" y="4413250"/>
          <p14:tracePt t="22686" x="539750" y="4425950"/>
          <p14:tracePt t="22693" x="527050" y="4425950"/>
          <p14:tracePt t="22701" x="508000" y="4438650"/>
          <p14:tracePt t="22717" x="501650" y="4438650"/>
          <p14:tracePt t="22725" x="501650" y="4445000"/>
          <p14:tracePt t="22733" x="488950" y="4445000"/>
          <p14:tracePt t="22845" x="501650" y="4445000"/>
          <p14:tracePt t="22861" x="501650" y="4438650"/>
          <p14:tracePt t="22885" x="508000" y="4438650"/>
          <p14:tracePt t="22901" x="520700" y="4438650"/>
          <p14:tracePt t="22909" x="520700" y="4425950"/>
          <p14:tracePt t="22925" x="527050" y="4425950"/>
          <p14:tracePt t="22941" x="539750" y="4425950"/>
          <p14:tracePt t="22957" x="546100" y="4425950"/>
          <p14:tracePt t="22966" x="558800" y="4413250"/>
          <p14:tracePt t="22989" x="571500" y="4413250"/>
          <p14:tracePt t="23005" x="577850" y="4413250"/>
          <p14:tracePt t="23021" x="590550" y="4413250"/>
          <p14:tracePt t="23029" x="596900" y="4413250"/>
          <p14:tracePt t="23037" x="609600" y="4413250"/>
          <p14:tracePt t="23053" x="615950" y="4406900"/>
          <p14:tracePt t="23069" x="628650" y="4406900"/>
          <p14:tracePt t="23085" x="641350" y="4406900"/>
          <p14:tracePt t="23125" x="641350" y="4394200"/>
          <p14:tracePt t="23165" x="641350" y="4387850"/>
          <p14:tracePt t="23205" x="641350" y="4375150"/>
          <p14:tracePt t="23229" x="641350" y="4368800"/>
          <p14:tracePt t="23237" x="660400" y="4356100"/>
          <p14:tracePt t="23245" x="698500" y="4337050"/>
          <p14:tracePt t="23254" x="749300" y="4318000"/>
          <p14:tracePt t="23261" x="825500" y="4298950"/>
          <p14:tracePt t="23270" x="939800" y="4273550"/>
          <p14:tracePt t="23278" x="1054100" y="4254500"/>
          <p14:tracePt t="23285" x="1193800" y="4229100"/>
          <p14:tracePt t="23294" x="1358900" y="4216400"/>
          <p14:tracePt t="23302" x="1517650" y="4197350"/>
          <p14:tracePt t="23309" x="1676400" y="4184650"/>
          <p14:tracePt t="23317" x="1847850" y="4178300"/>
          <p14:tracePt t="23326" x="1993900" y="4178300"/>
          <p14:tracePt t="23334" x="2146300" y="4178300"/>
          <p14:tracePt t="23341" x="2286000" y="4165600"/>
          <p14:tracePt t="23350" x="2432050" y="4159250"/>
          <p14:tracePt t="23358" x="2571750" y="4146550"/>
          <p14:tracePt t="23367" x="2705100" y="4133850"/>
          <p14:tracePt t="23374" x="2819400" y="4127500"/>
          <p14:tracePt t="23383" x="2933700" y="4114800"/>
          <p14:tracePt t="23390" x="3041650" y="4108450"/>
          <p14:tracePt t="23400" x="3092450" y="4095750"/>
          <p14:tracePt t="23406" x="3194050" y="4089400"/>
          <p14:tracePt t="23417" x="3270250" y="4076700"/>
          <p14:tracePt t="23422" x="3340100" y="4057650"/>
          <p14:tracePt t="23433" x="3409950" y="4044950"/>
          <p14:tracePt t="23438" x="3479800" y="4038600"/>
          <p14:tracePt t="23450" x="3536950" y="4019550"/>
          <p14:tracePt t="23454" x="3587750" y="4006850"/>
          <p14:tracePt t="23467" x="3638550" y="3994150"/>
          <p14:tracePt t="23470" x="3676650" y="3987800"/>
          <p14:tracePt t="23483" x="3702050" y="3987800"/>
          <p14:tracePt t="23486" x="3740150" y="3987800"/>
          <p14:tracePt t="23500" x="3771900" y="3975100"/>
          <p14:tracePt t="23502" x="3790950" y="3975100"/>
          <p14:tracePt t="23517" x="3810000" y="3968750"/>
          <p14:tracePt t="23519" x="3829050" y="3968750"/>
          <p14:tracePt t="23533" x="3867150" y="3956050"/>
          <p14:tracePt t="23534" x="3886200" y="3937000"/>
          <p14:tracePt t="23542" x="3917950" y="3924300"/>
          <p14:tracePt t="23550" x="3949700" y="3917950"/>
          <p14:tracePt t="23558" x="3981450" y="3898900"/>
          <p14:tracePt t="23567" x="4019550" y="3879850"/>
          <p14:tracePt t="23574" x="4025900" y="3867150"/>
          <p14:tracePt t="23583" x="4057650" y="3848100"/>
          <p14:tracePt t="23590" x="4076700" y="3835400"/>
          <p14:tracePt t="23600" x="4095750" y="3816350"/>
          <p14:tracePt t="23606" x="4121150" y="3810000"/>
          <p14:tracePt t="23617" x="4140200" y="3790950"/>
          <p14:tracePt t="23622" x="4159250" y="3765550"/>
          <p14:tracePt t="23633" x="4178300" y="3746500"/>
          <p14:tracePt t="23638" x="4210050" y="3727450"/>
          <p14:tracePt t="23650" x="4229100" y="3708400"/>
          <p14:tracePt t="23654" x="4248150" y="3695700"/>
          <p14:tracePt t="23667" x="4279900" y="3670300"/>
          <p14:tracePt t="23670" x="4298950" y="3651250"/>
          <p14:tracePt t="23685" x="4318000" y="3625850"/>
          <p14:tracePt t="23688" x="4330700" y="3619500"/>
          <p14:tracePt t="23700" x="4356100" y="3600450"/>
          <p14:tracePt t="23702" x="4375150" y="3581400"/>
          <p14:tracePt t="23717" x="4387850" y="3556000"/>
          <p14:tracePt t="23719" x="4406900" y="3549650"/>
          <p14:tracePt t="23733" x="4419600" y="3530600"/>
          <p14:tracePt t="23735" x="4425950" y="3517900"/>
          <p14:tracePt t="23750" x="4438650" y="3511550"/>
          <p14:tracePt t="23751" x="4438650" y="3498850"/>
          <p14:tracePt t="23758" x="4445000" y="3498850"/>
          <p14:tracePt t="23767" x="4445000" y="3486150"/>
          <p14:tracePt t="23774" x="4457700" y="3486150"/>
          <p14:tracePt t="23814" x="4457700" y="3479800"/>
          <p14:tracePt t="26219" x="4457700" y="3460750"/>
          <p14:tracePt t="26227" x="4457700" y="3429000"/>
          <p14:tracePt t="26236" x="4470400" y="3397250"/>
          <p14:tracePt t="26243" x="4489450" y="3346450"/>
          <p14:tracePt t="26251" x="4508500" y="3321050"/>
          <p14:tracePt t="26260" x="4540250" y="3257550"/>
          <p14:tracePt t="26267" x="4559300" y="3232150"/>
          <p14:tracePt t="26276" x="4578350" y="3187700"/>
          <p14:tracePt t="26283" x="4584700" y="3162300"/>
          <p14:tracePt t="26291" x="4616450" y="3092450"/>
          <p14:tracePt t="26300" x="4648200" y="3041650"/>
          <p14:tracePt t="26308" x="4673600" y="2971800"/>
          <p14:tracePt t="26317" x="4699000" y="2921000"/>
          <p14:tracePt t="26323" x="4705350" y="2882900"/>
          <p14:tracePt t="26333" x="4724400" y="2838450"/>
          <p14:tracePt t="26339" x="4737100" y="2794000"/>
          <p14:tracePt t="26350" x="4743450" y="2762250"/>
          <p14:tracePt t="26356" x="4756150" y="2711450"/>
          <p14:tracePt t="26366" x="4768850" y="2698750"/>
          <p14:tracePt t="26371" x="4768850" y="2673350"/>
          <p14:tracePt t="26383" x="4775200" y="2641600"/>
          <p14:tracePt t="26387" x="4775200" y="2622550"/>
          <p14:tracePt t="26400" x="4787900" y="2603500"/>
          <p14:tracePt t="26404" x="4787900" y="2590800"/>
          <p14:tracePt t="26416" x="4794250" y="2571750"/>
          <p14:tracePt t="26420" x="4794250" y="2559050"/>
          <p14:tracePt t="26433" x="4806950" y="2533650"/>
          <p14:tracePt t="26436" x="4806950" y="2520950"/>
          <p14:tracePt t="26450" x="4813300" y="2501900"/>
          <p14:tracePt t="26452" x="4813300" y="2482850"/>
          <p14:tracePt t="26466" x="4826000" y="2470150"/>
          <p14:tracePt t="26468" x="4838700" y="2451100"/>
          <p14:tracePt t="26483" x="4838700" y="2432050"/>
          <p14:tracePt t="26484" x="4845050" y="2413000"/>
          <p14:tracePt t="26492" x="4845050" y="2393950"/>
          <p14:tracePt t="26500" x="4857750" y="2381250"/>
          <p14:tracePt t="26508" x="4864100" y="2362200"/>
          <p14:tracePt t="26517" x="4864100" y="2343150"/>
          <p14:tracePt t="26524" x="4876800" y="2311400"/>
          <p14:tracePt t="26533" x="4883150" y="2305050"/>
          <p14:tracePt t="26540" x="4895850" y="2273300"/>
          <p14:tracePt t="26550" x="4908550" y="2241550"/>
          <p14:tracePt t="26556" x="4914900" y="2209800"/>
          <p14:tracePt t="26566" x="4927600" y="2190750"/>
          <p14:tracePt t="26572" x="4927600" y="2171700"/>
          <p14:tracePt t="26583" x="4933950" y="2152650"/>
          <p14:tracePt t="26588" x="4946650" y="2133600"/>
          <p14:tracePt t="26600" x="4946650" y="2114550"/>
          <p14:tracePt t="26604" x="4953000" y="2101850"/>
          <p14:tracePt t="26620" x="4953000" y="2095500"/>
          <p14:tracePt t="26644" x="4953000" y="2082800"/>
          <p14:tracePt t="26684" x="4965700" y="2076450"/>
          <p14:tracePt t="26724" x="4965700" y="2063750"/>
          <p14:tracePt t="26868" x="4953000" y="2063750"/>
          <p14:tracePt t="26900" x="4953000" y="2076450"/>
          <p14:tracePt t="26908" x="4946650" y="2076450"/>
          <p14:tracePt t="26916" x="4946650" y="2082800"/>
          <p14:tracePt t="26925" x="4946650" y="2095500"/>
          <p14:tracePt t="26932" x="4946650" y="2101850"/>
          <p14:tracePt t="26941" x="4933950" y="2120900"/>
          <p14:tracePt t="26948" x="4933950" y="2146300"/>
          <p14:tracePt t="26956" x="4933950" y="2165350"/>
          <p14:tracePt t="26966" x="4927600" y="2203450"/>
          <p14:tracePt t="26972" x="4914900" y="2241550"/>
          <p14:tracePt t="26983" x="4914900" y="2279650"/>
          <p14:tracePt t="26988" x="4908550" y="2374900"/>
          <p14:tracePt t="27000" x="4895850" y="2444750"/>
          <p14:tracePt t="27004" x="4883150" y="2533650"/>
          <p14:tracePt t="27016" x="4876800" y="2622550"/>
          <p14:tracePt t="27020" x="4876800" y="2673350"/>
          <p14:tracePt t="27033" x="4864100" y="2749550"/>
          <p14:tracePt t="27036" x="4857750" y="2838450"/>
          <p14:tracePt t="27050" x="4857750" y="2921000"/>
          <p14:tracePt t="27052" x="4845050" y="2990850"/>
          <p14:tracePt t="27067" x="4845050" y="3022600"/>
          <p14:tracePt t="27068" x="4838700" y="3067050"/>
          <p14:tracePt t="27083" x="4838700" y="3111500"/>
          <p14:tracePt t="27085" x="4838700" y="3136900"/>
          <p14:tracePt t="27100" x="4826000" y="3149600"/>
          <p14:tracePt t="27102" x="4826000" y="3168650"/>
          <p14:tracePt t="27117" x="4826000" y="3181350"/>
          <p14:tracePt t="27165" x="4826000" y="3168650"/>
          <p14:tracePt t="27173" x="4826000" y="3162300"/>
          <p14:tracePt t="27180" x="4826000" y="3136900"/>
          <p14:tracePt t="27188" x="4826000" y="3117850"/>
          <p14:tracePt t="27197" x="4826000" y="3098800"/>
          <p14:tracePt t="27208" x="4826000" y="3067050"/>
          <p14:tracePt t="27213" x="4838700" y="3041650"/>
          <p14:tracePt t="27221" x="4838700" y="2990850"/>
          <p14:tracePt t="27228" x="4845050" y="2908300"/>
          <p14:tracePt t="27237" x="4857750" y="2819400"/>
          <p14:tracePt t="27245" x="4864100" y="2711450"/>
          <p14:tracePt t="27253" x="4883150" y="2590800"/>
          <p14:tracePt t="27267" x="4895850" y="2463800"/>
          <p14:tracePt t="27269" x="4908550" y="2324100"/>
          <p14:tracePt t="27283" x="4914900" y="2171700"/>
          <p14:tracePt t="27285" x="4927600" y="2101850"/>
          <p14:tracePt t="27300" x="4933950" y="1993900"/>
          <p14:tracePt t="27302" x="4933950" y="1892300"/>
          <p14:tracePt t="27316" x="4946650" y="1797050"/>
          <p14:tracePt t="27317" x="4953000" y="1714500"/>
          <p14:tracePt t="27325" x="4953000" y="1644650"/>
          <p14:tracePt t="27333" x="4953000" y="1593850"/>
          <p14:tracePt t="27341" x="4953000" y="1574800"/>
          <p14:tracePt t="27350" x="4965700" y="1504950"/>
          <p14:tracePt t="27357" x="4965700" y="1492250"/>
          <p14:tracePt t="27367" x="4965700" y="1466850"/>
          <p14:tracePt t="27373" x="4978400" y="1435100"/>
          <p14:tracePt t="27383" x="4978400" y="1422400"/>
          <p14:tracePt t="27389" x="4978400" y="1403350"/>
          <p14:tracePt t="27400" x="4978400" y="1397000"/>
          <p14:tracePt t="27405" x="4984750" y="1397000"/>
          <p14:tracePt t="27416" x="4984750" y="1384300"/>
          <p14:tracePt t="27437" x="4997450" y="1384300"/>
          <p14:tracePt t="27493" x="4997450" y="1397000"/>
          <p14:tracePt t="27509" x="4997450" y="1403350"/>
          <p14:tracePt t="27517" x="4997450" y="1416050"/>
          <p14:tracePt t="27525" x="4997450" y="1447800"/>
          <p14:tracePt t="27533" x="4997450" y="1492250"/>
          <p14:tracePt t="27541" x="4997450" y="1562100"/>
          <p14:tracePt t="27549" x="4984750" y="1657350"/>
          <p14:tracePt t="27557" x="4978400" y="1771650"/>
          <p14:tracePt t="27567" x="4965700" y="1911350"/>
          <p14:tracePt t="27573" x="4946650" y="2076450"/>
          <p14:tracePt t="27583" x="4933950" y="2235200"/>
          <p14:tracePt t="27589" x="4927600" y="2374900"/>
          <p14:tracePt t="27600" x="4914900" y="2514600"/>
          <p14:tracePt t="27605" x="4908550" y="2559050"/>
          <p14:tracePt t="27616" x="4895850" y="2673350"/>
          <p14:tracePt t="27621" x="4883150" y="2762250"/>
          <p14:tracePt t="27633" x="4883150" y="2838450"/>
          <p14:tracePt t="27637" x="4876800" y="2901950"/>
          <p14:tracePt t="27650" x="4864100" y="2952750"/>
          <p14:tracePt t="27653" x="4864100" y="3009900"/>
          <p14:tracePt t="27666" x="4857750" y="3060700"/>
          <p14:tracePt t="27669" x="4857750" y="3117850"/>
          <p14:tracePt t="27684" x="4845050" y="3149600"/>
          <p14:tracePt t="27687" x="4845050" y="3181350"/>
          <p14:tracePt t="27700" x="4845050" y="3200400"/>
          <p14:tracePt t="27702" x="4845050" y="3232150"/>
          <p14:tracePt t="27717" x="4845050" y="3251200"/>
          <p14:tracePt t="27717" x="4838700" y="3270250"/>
          <p14:tracePt t="27725" x="4838700" y="3276600"/>
          <p14:tracePt t="27741" x="4838700" y="3289300"/>
          <p14:tracePt t="27917" x="4838700" y="3276600"/>
          <p14:tracePt t="27925" x="4838700" y="3270250"/>
          <p14:tracePt t="27933" x="4838700" y="3257550"/>
          <p14:tracePt t="27941" x="4838700" y="3238500"/>
          <p14:tracePt t="27950" x="4838700" y="3232150"/>
          <p14:tracePt t="27958" x="4838700" y="3200400"/>
          <p14:tracePt t="27966" x="4838700" y="3181350"/>
          <p14:tracePt t="27974" x="4838700" y="3117850"/>
          <p14:tracePt t="27981" x="4838700" y="3060700"/>
          <p14:tracePt t="27990" x="4838700" y="2971800"/>
          <p14:tracePt t="28000" x="4838700" y="2851150"/>
          <p14:tracePt t="28005" x="4845050" y="2711450"/>
          <p14:tracePt t="28016" x="4845050" y="2444750"/>
          <p14:tracePt t="28022" x="4845050" y="2343150"/>
          <p14:tracePt t="28033" x="4845050" y="2171700"/>
          <p14:tracePt t="28038" x="4845050" y="2101850"/>
          <p14:tracePt t="28050" x="4845050" y="1974850"/>
          <p14:tracePt t="28054" x="4845050" y="1854200"/>
          <p14:tracePt t="28066" x="4845050" y="1822450"/>
          <p14:tracePt t="28070" x="4845050" y="1752600"/>
          <p14:tracePt t="28083" x="4845050" y="1695450"/>
          <p14:tracePt t="28086" x="4845050" y="1663700"/>
          <p14:tracePt t="28100" x="4845050" y="1631950"/>
          <p14:tracePt t="28102" x="4845050" y="1612900"/>
          <p14:tracePt t="28117" x="4845050" y="1606550"/>
          <p14:tracePt t="28119" x="4845050" y="1593850"/>
          <p14:tracePt t="28133" x="4845050" y="1587500"/>
          <p14:tracePt t="28150" x="4845050" y="1574800"/>
          <p14:tracePt t="28238" x="4845050" y="1587500"/>
          <p14:tracePt t="28270" x="4845050" y="1593850"/>
          <p14:tracePt t="28294" x="4845050" y="1606550"/>
          <p14:tracePt t="28318" x="4845050" y="1612900"/>
          <p14:tracePt t="28334" x="4857750" y="1612900"/>
          <p14:tracePt t="28350" x="4857750" y="1625600"/>
          <p14:tracePt t="28374" x="4857750" y="1631950"/>
          <p14:tracePt t="28406" x="4857750" y="1644650"/>
          <p14:tracePt t="28438" x="4857750" y="1657350"/>
          <p14:tracePt t="30064" x="4864100" y="1657350"/>
          <p14:tracePt t="30072" x="4895850" y="1644650"/>
          <p14:tracePt t="30080" x="4946650" y="1631950"/>
          <p14:tracePt t="30088" x="4997450" y="1612900"/>
          <p14:tracePt t="30100" x="5048250" y="1593850"/>
          <p14:tracePt t="30104" x="5092700" y="1574800"/>
          <p14:tracePt t="30112" x="5137150" y="1555750"/>
          <p14:tracePt t="30120" x="5175250" y="1536700"/>
          <p14:tracePt t="30128" x="5314950" y="1485900"/>
          <p14:tracePt t="30136" x="5397500" y="1454150"/>
          <p14:tracePt t="30150" x="5486400" y="1422400"/>
          <p14:tracePt t="30152" x="5524500" y="1422400"/>
          <p14:tracePt t="30166" x="5594350" y="1403350"/>
          <p14:tracePt t="30168" x="5664200" y="1397000"/>
          <p14:tracePt t="30183" x="5734050" y="1384300"/>
          <p14:tracePt t="30185" x="5791200" y="1384300"/>
          <p14:tracePt t="30200" x="5816600" y="1377950"/>
          <p14:tracePt t="30201" x="5861050" y="1377950"/>
          <p14:tracePt t="30217" x="5943600" y="1377950"/>
          <p14:tracePt t="30224" x="5962650" y="1377950"/>
          <p14:tracePt t="30233" x="5981700" y="1365250"/>
          <p14:tracePt t="30241" x="6000750" y="1365250"/>
          <p14:tracePt t="30250" x="6013450" y="1365250"/>
          <p14:tracePt t="30256" x="6019800" y="1365250"/>
          <p14:tracePt t="30266" x="6045200" y="1365250"/>
          <p14:tracePt t="30272" x="6051550" y="1365250"/>
          <p14:tracePt t="30283" x="6064250" y="1365250"/>
          <p14:tracePt t="30288" x="6070600" y="1365250"/>
          <p14:tracePt t="30299" x="6083300" y="1365250"/>
          <p14:tracePt t="30304" x="6089650" y="1365250"/>
          <p14:tracePt t="30316" x="6102350" y="1365250"/>
          <p14:tracePt t="30328" x="6115050" y="1365250"/>
          <p14:tracePt t="30344" x="6115050" y="1377950"/>
          <p14:tracePt t="30376" x="6115050" y="1384300"/>
          <p14:tracePt t="30408" x="6102350" y="1397000"/>
          <p14:tracePt t="30425" x="6089650" y="1397000"/>
          <p14:tracePt t="30433" x="6083300" y="1403350"/>
          <p14:tracePt t="30441" x="6070600" y="1403350"/>
          <p14:tracePt t="30449" x="6051550" y="1416050"/>
          <p14:tracePt t="30458" x="6032500" y="1422400"/>
          <p14:tracePt t="30465" x="6000750" y="1435100"/>
          <p14:tracePt t="30473" x="5975350" y="1447800"/>
          <p14:tracePt t="30483" x="5930900" y="1454150"/>
          <p14:tracePt t="30489" x="5892800" y="1466850"/>
          <p14:tracePt t="30500" x="5861050" y="1473200"/>
          <p14:tracePt t="30505" x="5822950" y="1485900"/>
          <p14:tracePt t="30516" x="5791200" y="1492250"/>
          <p14:tracePt t="30521" x="5753100" y="1492250"/>
          <p14:tracePt t="30533" x="5746750" y="1492250"/>
          <p14:tracePt t="30537" x="5715000" y="1504950"/>
          <p14:tracePt t="30550" x="5683250" y="1504950"/>
          <p14:tracePt t="30553" x="5676900" y="1517650"/>
          <p14:tracePt t="30566" x="5651500" y="1517650"/>
          <p14:tracePt t="30577" x="5645150" y="1517650"/>
          <p14:tracePt t="30585" x="5632450" y="1517650"/>
          <p14:tracePt t="30673" x="5645150" y="1504950"/>
          <p14:tracePt t="30689" x="5651500" y="1492250"/>
          <p14:tracePt t="30708" x="5664200" y="1492250"/>
          <p14:tracePt t="30713" x="5664200" y="1485900"/>
          <p14:tracePt t="30729" x="5676900" y="1473200"/>
          <p14:tracePt t="30753" x="5676900" y="1466850"/>
          <p14:tracePt t="30761" x="5683250" y="1454150"/>
          <p14:tracePt t="30777" x="5695950" y="1447800"/>
          <p14:tracePt t="30785" x="5702300" y="1422400"/>
          <p14:tracePt t="30793" x="5702300" y="1416050"/>
          <p14:tracePt t="30801" x="5715000" y="1403350"/>
          <p14:tracePt t="30809" x="5721350" y="1384300"/>
          <p14:tracePt t="30817" x="5721350" y="1377950"/>
          <p14:tracePt t="30825" x="5734050" y="1365250"/>
          <p14:tracePt t="30833" x="5746750" y="1352550"/>
          <p14:tracePt t="30841" x="5746750" y="1346200"/>
          <p14:tracePt t="30849" x="5753100" y="1333500"/>
          <p14:tracePt t="30857" x="5753100" y="1327150"/>
          <p14:tracePt t="30873" x="5753100" y="1314450"/>
          <p14:tracePt t="30882" x="5765800" y="1314450"/>
          <p14:tracePt t="30953" x="5753100" y="1314450"/>
          <p14:tracePt t="30969" x="5746750" y="1314450"/>
          <p14:tracePt t="30977" x="5734050" y="1314450"/>
          <p14:tracePt t="30985" x="5734050" y="1327150"/>
          <p14:tracePt t="30993" x="5721350" y="1327150"/>
          <p14:tracePt t="31009" x="5715000" y="1333500"/>
          <p14:tracePt t="31025" x="5702300" y="1333500"/>
          <p14:tracePt t="31033" x="5695950" y="1346200"/>
          <p14:tracePt t="31042" x="5683250" y="1346200"/>
          <p14:tracePt t="31057" x="5676900" y="1346200"/>
          <p14:tracePt t="31066" x="5664200" y="1346200"/>
          <p14:tracePt t="31073" x="5651500" y="1346200"/>
          <p14:tracePt t="31083" x="5651500" y="1352550"/>
          <p14:tracePt t="31089" x="5645150" y="1352550"/>
          <p14:tracePt t="31106" x="5632450" y="1352550"/>
          <p14:tracePt t="31121" x="5626100" y="1352550"/>
          <p14:tracePt t="31129" x="5613400" y="1352550"/>
          <p14:tracePt t="31145" x="5613400" y="1365250"/>
          <p14:tracePt t="31210" x="5626100" y="1365250"/>
          <p14:tracePt t="31217" x="5632450" y="1365250"/>
          <p14:tracePt t="31226" x="5664200" y="1365250"/>
          <p14:tracePt t="31234" x="5676900" y="1365250"/>
          <p14:tracePt t="31242" x="5702300" y="1365250"/>
          <p14:tracePt t="31250" x="5734050" y="1365250"/>
          <p14:tracePt t="31258" x="5772150" y="1365250"/>
          <p14:tracePt t="31266" x="5816600" y="1365250"/>
          <p14:tracePt t="31274" x="5873750" y="1365250"/>
          <p14:tracePt t="31283" x="5924550" y="1365250"/>
          <p14:tracePt t="31290" x="5981700" y="1365250"/>
          <p14:tracePt t="31300" x="6045200" y="1365250"/>
          <p14:tracePt t="31306" x="6102350" y="1365250"/>
          <p14:tracePt t="31316" x="6159500" y="1365250"/>
          <p14:tracePt t="31322" x="6210300" y="1365250"/>
          <p14:tracePt t="31333" x="6242050" y="1365250"/>
          <p14:tracePt t="31338" x="6280150" y="1365250"/>
          <p14:tracePt t="31350" x="6311900" y="1365250"/>
          <p14:tracePt t="31354" x="6330950" y="1365250"/>
          <p14:tracePt t="31366" x="6350000" y="1365250"/>
          <p14:tracePt t="31370" x="6362700" y="1365250"/>
          <p14:tracePt t="31394" x="6369050" y="1377950"/>
          <p14:tracePt t="31442" x="6362700" y="1377950"/>
          <p14:tracePt t="31458" x="6350000" y="1377950"/>
          <p14:tracePt t="31466" x="6324600" y="1377950"/>
          <p14:tracePt t="31474" x="6299200" y="1384300"/>
          <p14:tracePt t="31482" x="6273800" y="1384300"/>
          <p14:tracePt t="31491" x="6203950" y="1384300"/>
          <p14:tracePt t="31498" x="6140450" y="1384300"/>
          <p14:tracePt t="31506" x="6102350" y="1384300"/>
          <p14:tracePt t="31516" x="6032500" y="1384300"/>
          <p14:tracePt t="31522" x="5962650" y="1384300"/>
          <p14:tracePt t="31533" x="5905500" y="1384300"/>
          <p14:tracePt t="31538" x="5854700" y="1384300"/>
          <p14:tracePt t="31550" x="5791200" y="1384300"/>
          <p14:tracePt t="31554" x="5753100" y="1384300"/>
          <p14:tracePt t="31566" x="5715000" y="1384300"/>
          <p14:tracePt t="31570" x="5664200" y="1384300"/>
          <p14:tracePt t="31583" x="5626100" y="1384300"/>
          <p14:tracePt t="31586" x="5581650" y="1384300"/>
          <p14:tracePt t="31600" x="5543550" y="1384300"/>
          <p14:tracePt t="31602" x="5505450" y="1384300"/>
          <p14:tracePt t="31616" x="5467350" y="1403350"/>
          <p14:tracePt t="31618" x="5422900" y="1416050"/>
          <p14:tracePt t="31633" x="5384800" y="1422400"/>
          <p14:tracePt t="31635" x="5365750" y="1435100"/>
          <p14:tracePt t="31650" x="5334000" y="1447800"/>
          <p14:tracePt t="31651" x="5302250" y="1454150"/>
          <p14:tracePt t="31666" x="5295900" y="1466850"/>
          <p14:tracePt t="31667" x="5276850" y="1473200"/>
          <p14:tracePt t="31674" x="5257800" y="1485900"/>
          <p14:tracePt t="31684" x="5245100" y="1492250"/>
          <p14:tracePt t="31690" x="5232400" y="1504950"/>
          <p14:tracePt t="31700" x="5226050" y="1524000"/>
          <p14:tracePt t="31706" x="5213350" y="1543050"/>
          <p14:tracePt t="31717" x="5207000" y="1562100"/>
          <p14:tracePt t="31722" x="5194300" y="1593850"/>
          <p14:tracePt t="31733" x="5175250" y="1631950"/>
          <p14:tracePt t="31738" x="5162550" y="1663700"/>
          <p14:tracePt t="31750" x="5156200" y="1701800"/>
          <p14:tracePt t="31754" x="5143500" y="1714500"/>
          <p14:tracePt t="31766" x="5137150" y="1746250"/>
          <p14:tracePt t="31770" x="5118100" y="1771650"/>
          <p14:tracePt t="31783" x="5105400" y="1797050"/>
          <p14:tracePt t="31787" x="5092700" y="1822450"/>
          <p14:tracePt t="31800" x="5086350" y="1835150"/>
          <p14:tracePt t="31803" x="5086350" y="1841500"/>
          <p14:tracePt t="31816" x="5073650" y="1854200"/>
          <p14:tracePt t="31818" x="5073650" y="1866900"/>
          <p14:tracePt t="31833" x="5067300" y="1873250"/>
          <p14:tracePt t="31851" x="5067300" y="1885950"/>
          <p14:tracePt t="31890" x="5067300" y="1873250"/>
          <p14:tracePt t="31898" x="5067300" y="1866900"/>
          <p14:tracePt t="31908" x="5073650" y="1841500"/>
          <p14:tracePt t="31915" x="5086350" y="1822450"/>
          <p14:tracePt t="31924" x="5105400" y="1803400"/>
          <p14:tracePt t="31931" x="5118100" y="1797050"/>
          <p14:tracePt t="31938" x="5124450" y="1771650"/>
          <p14:tracePt t="31950" x="5143500" y="1752600"/>
          <p14:tracePt t="31955" x="5162550" y="1746250"/>
          <p14:tracePt t="31966" x="5175250" y="1733550"/>
          <p14:tracePt t="31971" x="5194300" y="1727200"/>
          <p14:tracePt t="31983" x="5213350" y="1714500"/>
          <p14:tracePt t="31987" x="5232400" y="1714500"/>
          <p14:tracePt t="32000" x="5257800" y="1701800"/>
          <p14:tracePt t="32003" x="5264150" y="1701800"/>
          <p14:tracePt t="32016" x="5283200" y="1695450"/>
          <p14:tracePt t="32019" x="5302250" y="1695450"/>
          <p14:tracePt t="32033" x="5314950" y="1695450"/>
          <p14:tracePt t="32035" x="5334000" y="1695450"/>
          <p14:tracePt t="32049" x="5346700" y="1682750"/>
          <p14:tracePt t="32051" x="5353050" y="1682750"/>
          <p14:tracePt t="32067" x="5365750" y="1682750"/>
          <p14:tracePt t="32083" x="5372100" y="1682750"/>
          <p14:tracePt t="32107" x="5384800" y="1682750"/>
          <p14:tracePt t="32131" x="5384800" y="1676400"/>
          <p14:tracePt t="32157" x="5397500" y="1676400"/>
          <p14:tracePt t="32171" x="5397500" y="1663700"/>
          <p14:tracePt t="32179" x="5403850" y="1663700"/>
          <p14:tracePt t="32187" x="5403850" y="1657350"/>
          <p14:tracePt t="32195" x="5416550" y="1644650"/>
          <p14:tracePt t="32203" x="5435600" y="1625600"/>
          <p14:tracePt t="32211" x="5454650" y="1606550"/>
          <p14:tracePt t="32219" x="5486400" y="1574800"/>
          <p14:tracePt t="32227" x="5511800" y="1536700"/>
          <p14:tracePt t="32235" x="5556250" y="1492250"/>
          <p14:tracePt t="32243" x="5581650" y="1466850"/>
          <p14:tracePt t="32251" x="5607050" y="1447800"/>
          <p14:tracePt t="32259" x="5626100" y="1416050"/>
          <p14:tracePt t="32267" x="5651500" y="1397000"/>
          <p14:tracePt t="32275" x="5676900" y="1365250"/>
          <p14:tracePt t="32283" x="5683250" y="1352550"/>
          <p14:tracePt t="32291" x="5702300" y="1333500"/>
          <p14:tracePt t="32299" x="5715000" y="1327150"/>
          <p14:tracePt t="32307" x="5715000" y="1314450"/>
          <p14:tracePt t="32316" x="5721350" y="1314450"/>
          <p14:tracePt t="32323" x="5721350" y="1308100"/>
          <p14:tracePt t="32339" x="5734050" y="1308100"/>
          <p14:tracePt t="32355" x="5734050" y="1295400"/>
          <p14:tracePt t="32780" x="5721350" y="1295400"/>
          <p14:tracePt t="32788" x="5702300" y="1308100"/>
          <p14:tracePt t="32796" x="5695950" y="1314450"/>
          <p14:tracePt t="32804" x="5683250" y="1327150"/>
          <p14:tracePt t="32812" x="5676900" y="1327150"/>
          <p14:tracePt t="32820" x="5664200" y="1333500"/>
          <p14:tracePt t="32828" x="5651500" y="1346200"/>
          <p14:tracePt t="32836" x="5651500" y="1352550"/>
          <p14:tracePt t="32844" x="5645150" y="1352550"/>
          <p14:tracePt t="32852" x="5645150" y="1365250"/>
          <p14:tracePt t="32860" x="5632450" y="1365250"/>
          <p14:tracePt t="32868" x="5632450" y="1377950"/>
          <p14:tracePt t="32892" x="5626100" y="1384300"/>
          <p14:tracePt t="32980" x="5626100" y="1377950"/>
          <p14:tracePt t="32988" x="5632450" y="1377950"/>
          <p14:tracePt t="32996" x="5632450" y="1365250"/>
          <p14:tracePt t="33004" x="5645150" y="1365250"/>
          <p14:tracePt t="33012" x="5645150" y="1352550"/>
          <p14:tracePt t="33020" x="5651500" y="1352550"/>
          <p14:tracePt t="33028" x="5664200" y="1346200"/>
          <p14:tracePt t="33036" x="5676900" y="1333500"/>
          <p14:tracePt t="33044" x="5683250" y="1327150"/>
          <p14:tracePt t="33052" x="5695950" y="1327150"/>
          <p14:tracePt t="33060" x="5702300" y="1314450"/>
          <p14:tracePt t="33068" x="5715000" y="1308100"/>
          <p14:tracePt t="33076" x="5721350" y="1308100"/>
          <p14:tracePt t="33084" x="5734050" y="1295400"/>
          <p14:tracePt t="33100" x="5746750" y="1295400"/>
          <p14:tracePt t="33108" x="5746750" y="1289050"/>
          <p14:tracePt t="33116" x="5753100" y="1289050"/>
          <p14:tracePt t="33236" x="5746750" y="1289050"/>
          <p14:tracePt t="33252" x="5746750" y="1295400"/>
          <p14:tracePt t="33260" x="5734050" y="1295400"/>
          <p14:tracePt t="33276" x="5721350" y="1308100"/>
          <p14:tracePt t="33292" x="5715000" y="1308100"/>
          <p14:tracePt t="33308" x="5702300" y="1314450"/>
          <p14:tracePt t="33325" x="5695950" y="1314450"/>
          <p14:tracePt t="33332" x="5683250" y="1327150"/>
          <p14:tracePt t="33349" x="5676900" y="1327150"/>
          <p14:tracePt t="33356" x="5676900" y="1333500"/>
          <p14:tracePt t="33366" x="5664200" y="1333500"/>
          <p14:tracePt t="33380" x="5651500" y="1346200"/>
          <p14:tracePt t="33413" x="5645150" y="1352550"/>
          <p14:tracePt t="33517" x="5645150" y="1346200"/>
          <p14:tracePt t="33533" x="5645150" y="1333500"/>
          <p14:tracePt t="33541" x="5651500" y="1333500"/>
          <p14:tracePt t="33549" x="5651500" y="1327150"/>
          <p14:tracePt t="33558" x="5651500" y="1314450"/>
          <p14:tracePt t="33565" x="5664200" y="1314450"/>
          <p14:tracePt t="33589" x="5664200" y="1308100"/>
          <p14:tracePt t="33597" x="5676900" y="1308100"/>
          <p14:tracePt t="33677" x="5683250" y="1295400"/>
          <p14:tracePt t="33773" x="5676900" y="1295400"/>
          <p14:tracePt t="33781" x="5676900" y="1308100"/>
          <p14:tracePt t="33789" x="5664200" y="1308100"/>
          <p14:tracePt t="33797" x="5664200" y="1314450"/>
          <p14:tracePt t="33805" x="5651500" y="1314450"/>
          <p14:tracePt t="33816" x="5651500" y="1327150"/>
          <p14:tracePt t="33821" x="5645150" y="1327150"/>
          <p14:tracePt t="33829" x="5632450" y="1333500"/>
          <p14:tracePt t="33845" x="5626100" y="1346200"/>
          <p14:tracePt t="33861" x="5613400" y="1352550"/>
          <p14:tracePt t="33877" x="5607050" y="1365250"/>
          <p14:tracePt t="33885" x="5607050" y="1377950"/>
          <p14:tracePt t="33901" x="5607050" y="1384300"/>
          <p14:tracePt t="33909" x="5594350" y="1384300"/>
          <p14:tracePt t="33917" x="5594350" y="1397000"/>
          <p14:tracePt t="33925" x="5581650" y="1403350"/>
          <p14:tracePt t="33941" x="5581650" y="1416050"/>
          <p14:tracePt t="33949" x="5575300" y="1422400"/>
          <p14:tracePt t="33958" x="5575300" y="1435100"/>
          <p14:tracePt t="33965" x="5562600" y="1447800"/>
          <p14:tracePt t="33974" x="5556250" y="1454150"/>
          <p14:tracePt t="33981" x="5556250" y="1466850"/>
          <p14:tracePt t="33989" x="5543550" y="1473200"/>
          <p14:tracePt t="34000" x="5543550" y="1485900"/>
          <p14:tracePt t="34005" x="5537200" y="1492250"/>
          <p14:tracePt t="34016" x="5524500" y="1504950"/>
          <p14:tracePt t="34021" x="5524500" y="1517650"/>
          <p14:tracePt t="34033" x="5511800" y="1524000"/>
          <p14:tracePt t="34037" x="5511800" y="1536700"/>
          <p14:tracePt t="34053" x="5511800" y="1543050"/>
          <p14:tracePt t="34066" x="5505450" y="1555750"/>
          <p14:tracePt t="34077" x="5505450" y="1562100"/>
          <p14:tracePt t="34085" x="5492750" y="1562100"/>
          <p14:tracePt t="34094" x="5492750" y="1574800"/>
          <p14:tracePt t="34109" x="5492750" y="1587500"/>
          <p14:tracePt t="34118" x="5492750" y="1593850"/>
          <p14:tracePt t="34125" x="5486400" y="1593850"/>
          <p14:tracePt t="34141" x="5486400" y="1606550"/>
          <p14:tracePt t="34149" x="5486400" y="1612900"/>
          <p14:tracePt t="34181" x="5486400" y="1625600"/>
          <p14:tracePt t="34206" x="5473700" y="1625600"/>
          <p14:tracePt t="34229" x="5473700" y="1631950"/>
          <p14:tracePt t="34318" x="5473700" y="1625600"/>
          <p14:tracePt t="34326" x="5486400" y="1625600"/>
          <p14:tracePt t="34342" x="5492750" y="1612900"/>
          <p14:tracePt t="34350" x="5492750" y="1606550"/>
          <p14:tracePt t="34358" x="5505450" y="1606550"/>
          <p14:tracePt t="34374" x="5511800" y="1593850"/>
          <p14:tracePt t="34399" x="5524500" y="1593850"/>
          <p14:tracePt t="34406" x="5524500" y="1587500"/>
          <p14:tracePt t="34414" x="5537200" y="1587500"/>
          <p14:tracePt t="34446" x="5543550" y="1587500"/>
          <p14:tracePt t="34510" x="5556250" y="1587500"/>
          <p14:tracePt t="34526" x="5556250" y="1574800"/>
          <p14:tracePt t="34582" x="5562600" y="1574800"/>
          <p14:tracePt t="34678" x="5556250" y="1574800"/>
          <p14:tracePt t="34694" x="5543550" y="1574800"/>
          <p14:tracePt t="34702" x="5537200" y="1574800"/>
          <p14:tracePt t="34718" x="5524500" y="1587500"/>
          <p14:tracePt t="34726" x="5511800" y="1587500"/>
          <p14:tracePt t="34734" x="5505450" y="1587500"/>
          <p14:tracePt t="34742" x="5492750" y="1587500"/>
          <p14:tracePt t="34750" x="5486400" y="1587500"/>
          <p14:tracePt t="34758" x="5467350" y="1587500"/>
          <p14:tracePt t="34767" x="5441950" y="1587500"/>
          <p14:tracePt t="34774" x="5422900" y="1587500"/>
          <p14:tracePt t="34783" x="5397500" y="1587500"/>
          <p14:tracePt t="34790" x="5372100" y="1587500"/>
          <p14:tracePt t="34799" x="5365750" y="1587500"/>
          <p14:tracePt t="34806" x="5334000" y="1587500"/>
          <p14:tracePt t="34816" x="5302250" y="1587500"/>
          <p14:tracePt t="34822" x="5283200" y="1587500"/>
          <p14:tracePt t="34833" x="5264150" y="1587500"/>
          <p14:tracePt t="34839" x="5245100" y="1587500"/>
          <p14:tracePt t="34849" x="5226050" y="1587500"/>
          <p14:tracePt t="34855" x="5207000" y="1587500"/>
          <p14:tracePt t="34866" x="5194300" y="1587500"/>
          <p14:tracePt t="34870" x="5187950" y="1587500"/>
          <p14:tracePt t="34887" x="5175250" y="1587500"/>
          <p14:tracePt t="34899" x="5162550" y="1587500"/>
          <p14:tracePt t="34926" x="5156200" y="1587500"/>
          <p14:tracePt t="35007" x="5162550" y="1587500"/>
          <p14:tracePt t="35031" x="5175250" y="1587500"/>
          <p14:tracePt t="35047" x="5187950" y="1587500"/>
          <p14:tracePt t="35071" x="5194300" y="1574800"/>
          <p14:tracePt t="35087" x="5207000" y="1574800"/>
          <p14:tracePt t="35095" x="5213350" y="1574800"/>
          <p14:tracePt t="35111" x="5226050" y="1574800"/>
          <p14:tracePt t="35119" x="5245100" y="1574800"/>
          <p14:tracePt t="35135" x="5264150" y="1574800"/>
          <p14:tracePt t="35143" x="5276850" y="1574800"/>
          <p14:tracePt t="35151" x="5283200" y="1574800"/>
          <p14:tracePt t="35159" x="5295900" y="1574800"/>
          <p14:tracePt t="35167" x="5302250" y="1574800"/>
          <p14:tracePt t="35175" x="5314950" y="1574800"/>
          <p14:tracePt t="35183" x="5327650" y="1574800"/>
          <p14:tracePt t="35199" x="5334000" y="1574800"/>
          <p14:tracePt t="35207" x="5346700" y="1574800"/>
          <p14:tracePt t="35239" x="5353050" y="1574800"/>
          <p14:tracePt t="35311" x="5346700" y="1574800"/>
          <p14:tracePt t="35335" x="5334000" y="1574800"/>
          <p14:tracePt t="35351" x="5327650" y="1574800"/>
          <p14:tracePt t="35367" x="5314950" y="1574800"/>
          <p14:tracePt t="35383" x="5302250" y="1574800"/>
          <p14:tracePt t="35407" x="5295900" y="1574800"/>
          <p14:tracePt t="35423" x="5295900" y="1587500"/>
          <p14:tracePt t="35432" x="5283200" y="1587500"/>
          <p14:tracePt t="35455" x="5276850" y="1587500"/>
          <p14:tracePt t="35479" x="5276850" y="1593850"/>
          <p14:tracePt t="35591" x="5283200" y="1593850"/>
          <p14:tracePt t="35599" x="5295900" y="1593850"/>
          <p14:tracePt t="35608" x="5295900" y="1587500"/>
          <p14:tracePt t="35623" x="5302250" y="1587500"/>
          <p14:tracePt t="35647" x="5314950" y="1587500"/>
          <p14:tracePt t="35663" x="5327650" y="1587500"/>
          <p14:tracePt t="35680" x="5334000" y="1587500"/>
          <p14:tracePt t="35696" x="5346700" y="1587500"/>
          <p14:tracePt t="35711" x="5353050" y="1587500"/>
          <p14:tracePt t="35720" x="5365750" y="1587500"/>
          <p14:tracePt t="35743" x="5372100" y="1587500"/>
          <p14:tracePt t="35768" x="5384800" y="1587500"/>
          <p14:tracePt t="35792" x="5397500" y="1587500"/>
          <p14:tracePt t="36040" x="5403850" y="1574800"/>
          <p14:tracePt t="36080" x="5416550" y="1574800"/>
          <p14:tracePt t="36088" x="5422900" y="1574800"/>
          <p14:tracePt t="36096" x="5435600" y="1574800"/>
          <p14:tracePt t="36104" x="5441950" y="1574800"/>
          <p14:tracePt t="36112" x="5454650" y="1574800"/>
          <p14:tracePt t="36120" x="5473700" y="1574800"/>
          <p14:tracePt t="36128" x="5486400" y="1562100"/>
          <p14:tracePt t="36136" x="5492750" y="1562100"/>
          <p14:tracePt t="36144" x="5505450" y="1562100"/>
          <p14:tracePt t="36152" x="5511800" y="1562100"/>
          <p14:tracePt t="36160" x="5524500" y="1562100"/>
          <p14:tracePt t="36176" x="5537200" y="1562100"/>
          <p14:tracePt t="36208" x="5543550" y="1562100"/>
          <p14:tracePt t="36240" x="5556250" y="1562100"/>
          <p14:tracePt t="36376" x="5556250" y="1555750"/>
          <p14:tracePt t="36440" x="5562600" y="1555750"/>
          <p14:tracePt t="36496" x="5575300" y="1555750"/>
          <p14:tracePt t="36849" x="5575300" y="1562100"/>
          <p14:tracePt t="36873" x="5562600" y="1562100"/>
          <p14:tracePt t="36905" x="5562600" y="1574800"/>
          <p14:tracePt t="36969" x="5562600" y="1587500"/>
          <p14:tracePt t="37001" x="5562600" y="1593850"/>
          <p14:tracePt t="37033" x="5562600" y="1606550"/>
          <p14:tracePt t="37057" x="5562600" y="1612900"/>
          <p14:tracePt t="37145" x="5575300" y="1612900"/>
          <p14:tracePt t="37177" x="5581650" y="1612900"/>
          <p14:tracePt t="37201" x="5594350" y="1612900"/>
          <p14:tracePt t="37233" x="5607050" y="1612900"/>
          <p14:tracePt t="37265" x="5613400" y="1612900"/>
          <p14:tracePt t="37314" x="5626100" y="1612900"/>
          <p14:tracePt t="37345" x="5626100" y="1606550"/>
          <p14:tracePt t="37369" x="5626100" y="1593850"/>
          <p14:tracePt t="37401" x="5626100" y="1587500"/>
          <p14:tracePt t="37449" x="5626100" y="1574800"/>
          <p14:tracePt t="37482" x="5632450" y="1574800"/>
          <p14:tracePt t="37778" x="5626100" y="1574800"/>
          <p14:tracePt t="37810" x="5613400" y="1574800"/>
          <p14:tracePt t="37842" x="5607050" y="1574800"/>
          <p14:tracePt t="37850" x="5607050" y="1587500"/>
          <p14:tracePt t="37866" x="5594350" y="1587500"/>
          <p14:tracePt t="37898" x="5581650" y="1587500"/>
          <p14:tracePt t="37907" x="5581650" y="1593850"/>
          <p14:tracePt t="37922" x="5575300" y="1593850"/>
          <p14:tracePt t="37930" x="5562600" y="1593850"/>
          <p14:tracePt t="37938" x="5556250" y="1606550"/>
          <p14:tracePt t="37954" x="5537200" y="1612900"/>
          <p14:tracePt t="37966" x="5511800" y="1625600"/>
          <p14:tracePt t="37970" x="5486400" y="1644650"/>
          <p14:tracePt t="37983" x="5454650" y="1657350"/>
          <p14:tracePt t="37986" x="5422900" y="1676400"/>
          <p14:tracePt t="37999" x="5384800" y="1695450"/>
          <p14:tracePt t="38002" x="5353050" y="1714500"/>
          <p14:tracePt t="38016" x="5295900" y="1746250"/>
          <p14:tracePt t="38018" x="5257800" y="1765300"/>
          <p14:tracePt t="38033" x="5207000" y="1797050"/>
          <p14:tracePt t="38035" x="5156200" y="1822450"/>
          <p14:tracePt t="38049" x="5105400" y="1854200"/>
          <p14:tracePt t="38051" x="5067300" y="1885950"/>
          <p14:tracePt t="38066" x="5022850" y="1911350"/>
          <p14:tracePt t="38066" x="4984750" y="1955800"/>
          <p14:tracePt t="38074" x="4946650" y="1981200"/>
          <p14:tracePt t="38083" x="4914900" y="2012950"/>
          <p14:tracePt t="38090" x="4883150" y="2044700"/>
          <p14:tracePt t="38099" x="4845050" y="2076450"/>
          <p14:tracePt t="38106" x="4826000" y="2114550"/>
          <p14:tracePt t="38116" x="4794250" y="2146300"/>
          <p14:tracePt t="38122" x="4775200" y="2184400"/>
          <p14:tracePt t="38133" x="4756150" y="2209800"/>
          <p14:tracePt t="38138" x="4737100" y="2254250"/>
          <p14:tracePt t="38149" x="4718050" y="2279650"/>
          <p14:tracePt t="38154" x="4705350" y="2311400"/>
          <p14:tracePt t="38166" x="4699000" y="2343150"/>
          <p14:tracePt t="38170" x="4673600" y="2381250"/>
          <p14:tracePt t="38183" x="4673600" y="2393950"/>
          <p14:tracePt t="38186" x="4667250" y="2419350"/>
          <p14:tracePt t="38199" x="4648200" y="2451100"/>
          <p14:tracePt t="38203" x="4648200" y="2482850"/>
          <p14:tracePt t="38216" x="4629150" y="2514600"/>
          <p14:tracePt t="38219" x="4616450" y="2533650"/>
          <p14:tracePt t="38233" x="4597400" y="2559050"/>
          <p14:tracePt t="38234" x="4597400" y="2584450"/>
          <p14:tracePt t="38249" x="4584700" y="2603500"/>
          <p14:tracePt t="38251" x="4578350" y="2609850"/>
          <p14:tracePt t="38266" x="4565650" y="2628900"/>
          <p14:tracePt t="38268" x="4546600" y="2654300"/>
          <p14:tracePt t="38283" x="4527550" y="2679700"/>
          <p14:tracePt t="38291" x="4527550" y="2698750"/>
          <p14:tracePt t="38299" x="4508500" y="2711450"/>
          <p14:tracePt t="38306" x="4495800" y="2730500"/>
          <p14:tracePt t="38316" x="4495800" y="2743200"/>
          <p14:tracePt t="38323" x="4489450" y="2749550"/>
          <p14:tracePt t="38333" x="4476750" y="2762250"/>
          <p14:tracePt t="38339" x="4470400" y="2768600"/>
          <p14:tracePt t="38355" x="4457700" y="2781300"/>
          <p14:tracePt t="38371" x="4445000" y="2800350"/>
          <p14:tracePt t="41166" x="4445000" y="2813050"/>
          <p14:tracePt t="41174" x="4445000" y="2838450"/>
          <p14:tracePt t="41182" x="4445000" y="2901950"/>
          <p14:tracePt t="41190" x="4445000" y="2971800"/>
          <p14:tracePt t="41203" x="4445000" y="3048000"/>
          <p14:tracePt t="41208" x="4445000" y="3200400"/>
          <p14:tracePt t="41214" x="4445000" y="3397250"/>
          <p14:tracePt t="41224" x="4445000" y="3619500"/>
          <p14:tracePt t="41230" x="4445000" y="3848100"/>
          <p14:tracePt t="41238" x="4445000" y="4089400"/>
          <p14:tracePt t="41249" x="4445000" y="4184650"/>
          <p14:tracePt t="41254" x="4445000" y="4387850"/>
          <p14:tracePt t="41266" x="4445000" y="4578350"/>
          <p14:tracePt t="41270" x="4445000" y="4743450"/>
          <p14:tracePt t="41282" x="4445000" y="4806950"/>
          <p14:tracePt t="41286" x="4445000" y="4933950"/>
          <p14:tracePt t="41299" x="4445000" y="5022850"/>
          <p14:tracePt t="41302" x="4445000" y="5054600"/>
          <p14:tracePt t="41316" x="4445000" y="5111750"/>
          <p14:tracePt t="42163" x="0" y="0"/>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CE270-F10A-64DF-7143-75747AF87C07}"/>
            </a:ext>
          </a:extLst>
        </p:cNvPr>
        <p:cNvGrpSpPr/>
        <p:nvPr/>
      </p:nvGrpSpPr>
      <p:grpSpPr>
        <a:xfrm>
          <a:off x="0" y="0"/>
          <a:ext cx="0" cy="0"/>
          <a:chOff x="0" y="0"/>
          <a:chExt cx="0" cy="0"/>
        </a:xfrm>
      </p:grpSpPr>
      <p:sp>
        <p:nvSpPr>
          <p:cNvPr id="3" name="Datumsplatzhalter 2">
            <a:extLst>
              <a:ext uri="{FF2B5EF4-FFF2-40B4-BE49-F238E27FC236}">
                <a16:creationId xmlns:a16="http://schemas.microsoft.com/office/drawing/2014/main" id="{6FE4BA0B-8925-15B1-CF96-91DED872B7F1}"/>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9AC8F4C4-4F81-3798-C0F9-5E384CFD1472}"/>
              </a:ext>
            </a:extLst>
          </p:cNvPr>
          <p:cNvSpPr>
            <a:spLocks noGrp="1"/>
          </p:cNvSpPr>
          <p:nvPr>
            <p:ph type="sldNum" sz="quarter" idx="10"/>
          </p:nvPr>
        </p:nvSpPr>
        <p:spPr/>
        <p:txBody>
          <a:bodyPr/>
          <a:lstStyle/>
          <a:p>
            <a:fld id="{63CECEBB-547B-4598-95D8-3FB4D608B5D5}" type="slidenum">
              <a:rPr lang="de-DE" smtClean="0"/>
              <a:pPr/>
              <a:t>3</a:t>
            </a:fld>
            <a:endParaRPr lang="de-DE" dirty="0"/>
          </a:p>
        </p:txBody>
      </p:sp>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F914336E-2066-992A-BA1B-E56A715E429F}"/>
                  </a:ext>
                </a:extLst>
              </p:cNvPr>
              <p:cNvSpPr txBox="1"/>
              <p:nvPr/>
            </p:nvSpPr>
            <p:spPr>
              <a:xfrm>
                <a:off x="159916" y="1058862"/>
                <a:ext cx="8732564" cy="3323987"/>
              </a:xfrm>
              <a:prstGeom prst="rect">
                <a:avLst/>
              </a:prstGeom>
              <a:noFill/>
              <a:ln>
                <a:noFill/>
              </a:ln>
            </p:spPr>
            <p:txBody>
              <a:bodyPr wrap="square" tIns="0" bIns="0" numCol="1" spcCol="216000" rtlCol="0">
                <a:spAutoFit/>
              </a:bodyPr>
              <a:lstStyle/>
              <a:p>
                <a:pPr marL="180000" indent="-180000" defTabSz="0">
                  <a:buClr>
                    <a:srgbClr val="73B843"/>
                  </a:buClr>
                  <a:buFont typeface="Arial" panose="020B0604020202020204" pitchFamily="34" charset="0"/>
                  <a:buChar char="•"/>
                  <a:tabLst>
                    <a:tab pos="180000" algn="l"/>
                  </a:tabLst>
                </a:pPr>
                <a:r>
                  <a:rPr lang="en-US" sz="1650" dirty="0"/>
                  <a:t>Goal: identify distinct patterns within dataset</a:t>
                </a:r>
              </a:p>
              <a:p>
                <a:pPr marL="180000" indent="-180000" defTabSz="0">
                  <a:buFont typeface="Arial" panose="020B0604020202020204" pitchFamily="34" charset="0"/>
                  <a:buChar char="•"/>
                  <a:tabLst>
                    <a:tab pos="180000" algn="l"/>
                  </a:tabLst>
                </a:pPr>
                <a:endParaRPr lang="en-US" sz="1650" dirty="0"/>
              </a:p>
              <a:p>
                <a:pPr marL="270000" indent="-270000" defTabSz="0">
                  <a:buClr>
                    <a:srgbClr val="73B843"/>
                  </a:buClr>
                  <a:buFont typeface="+mj-lt"/>
                  <a:buAutoNum type="arabicPeriod"/>
                  <a:tabLst>
                    <a:tab pos="180000" algn="l"/>
                  </a:tabLst>
                </a:pPr>
                <a:r>
                  <a:rPr lang="en-US" sz="1650" dirty="0"/>
                  <a:t>Dimensionality reduction:</a:t>
                </a:r>
              </a:p>
              <a:p>
                <a:pPr marL="626400" lvl="1" indent="-270000" defTabSz="0">
                  <a:buClr>
                    <a:srgbClr val="73B843"/>
                  </a:buClr>
                  <a:buFont typeface="Wingdings" panose="05000000000000000000" pitchFamily="2" charset="2"/>
                  <a:buChar char="Ø"/>
                  <a:tabLst>
                    <a:tab pos="180000" algn="l"/>
                  </a:tabLst>
                </a:pPr>
                <a:r>
                  <a:rPr lang="en-US" sz="1400" dirty="0"/>
                  <a:t>Transformation from high-dimensional (raw) data</a:t>
                </a:r>
                <a:r>
                  <a:rPr lang="en-US" sz="1400" dirty="0">
                    <a:sym typeface="Wingdings" panose="05000000000000000000" pitchFamily="2" charset="2"/>
                  </a:rPr>
                  <a:t>                                                                                 to low-dimensional data</a:t>
                </a:r>
              </a:p>
              <a:p>
                <a:pPr marL="626400" lvl="1" indent="-270000" defTabSz="0">
                  <a:buClr>
                    <a:srgbClr val="73B843"/>
                  </a:buClr>
                  <a:buFont typeface="Wingdings" panose="05000000000000000000" pitchFamily="2" charset="2"/>
                  <a:buChar char="Ø"/>
                  <a:tabLst>
                    <a:tab pos="180000" algn="l"/>
                  </a:tabLst>
                </a:pPr>
                <a:r>
                  <a:rPr lang="en-US" sz="1400" dirty="0">
                    <a:sym typeface="Wingdings" panose="05000000000000000000" pitchFamily="2" charset="2"/>
                  </a:rPr>
                  <a:t>Via Principal Component Analysis (PCA)</a:t>
                </a:r>
              </a:p>
              <a:p>
                <a:pPr marL="896400" lvl="2" indent="-104400" defTabSz="0">
                  <a:buClr>
                    <a:srgbClr val="73B843"/>
                  </a:buClr>
                  <a:buFont typeface="Arial" panose="020B0604020202020204" pitchFamily="34" charset="0"/>
                  <a:buChar char="•"/>
                  <a:tabLst>
                    <a:tab pos="180000" algn="l"/>
                  </a:tabLst>
                </a:pPr>
                <a:r>
                  <a:rPr lang="en-US" sz="1100" dirty="0"/>
                  <a:t>Reduction from 13 components to two principal components</a:t>
                </a:r>
              </a:p>
              <a:p>
                <a:pPr lvl="2" defTabSz="0">
                  <a:tabLst>
                    <a:tab pos="180000" algn="l"/>
                  </a:tabLst>
                </a:pPr>
                <a:endParaRPr lang="en-US" sz="1650" dirty="0"/>
              </a:p>
              <a:p>
                <a:pPr marL="270000" indent="-270000" defTabSz="0">
                  <a:buClr>
                    <a:srgbClr val="73B843"/>
                  </a:buClr>
                  <a:buFont typeface="+mj-lt"/>
                  <a:buAutoNum type="arabicPeriod"/>
                  <a:tabLst>
                    <a:tab pos="180000" algn="l"/>
                  </a:tabLst>
                </a:pPr>
                <a:r>
                  <a:rPr lang="en-US" sz="1650" dirty="0">
                    <a:solidFill>
                      <a:schemeClr val="tx1"/>
                    </a:solidFill>
                  </a:rPr>
                  <a:t>Density-Based Spatial Clustering of Application                                                             with Noise (DBSCAN):</a:t>
                </a:r>
              </a:p>
              <a:p>
                <a:pPr marL="626400" lvl="1" indent="-270000" defTabSz="0">
                  <a:buClr>
                    <a:srgbClr val="73B843"/>
                  </a:buClr>
                  <a:buFont typeface="Wingdings" panose="05000000000000000000" pitchFamily="2" charset="2"/>
                  <a:buChar char="Ø"/>
                  <a:tabLst>
                    <a:tab pos="180000" algn="l"/>
                  </a:tabLst>
                </a:pPr>
                <a:r>
                  <a:rPr lang="en-US" sz="1400" dirty="0"/>
                  <a:t>Clustering of data based on local density</a:t>
                </a:r>
              </a:p>
              <a:p>
                <a:pPr marL="896400" lvl="2" indent="-104400" defTabSz="0">
                  <a:buClr>
                    <a:srgbClr val="73B843"/>
                  </a:buClr>
                  <a:buFont typeface="Arial" panose="020B0604020202020204" pitchFamily="34" charset="0"/>
                  <a:buChar char="•"/>
                  <a:tabLst>
                    <a:tab pos="180000" algn="l"/>
                  </a:tabLst>
                </a:pPr>
                <a:r>
                  <a:rPr lang="en-US" sz="1100" dirty="0">
                    <a:solidFill>
                      <a:schemeClr val="tx1"/>
                    </a:solidFill>
                  </a:rPr>
                  <a:t>Parameter: radius of the neighborhood </a:t>
                </a:r>
                <a14:m>
                  <m:oMath xmlns:m="http://schemas.openxmlformats.org/officeDocument/2006/math">
                    <m:r>
                      <a:rPr lang="en-US" sz="1100" i="1" dirty="0" smtClean="0">
                        <a:solidFill>
                          <a:schemeClr val="tx1"/>
                        </a:solidFill>
                        <a:latin typeface="Cambria Math" panose="02040503050406030204" pitchFamily="18" charset="0"/>
                      </a:rPr>
                      <m:t>𝑟</m:t>
                    </m:r>
                    <m:r>
                      <a:rPr lang="en-US" sz="1100" i="1" dirty="0" smtClean="0">
                        <a:solidFill>
                          <a:schemeClr val="tx1"/>
                        </a:solidFill>
                        <a:latin typeface="Cambria Math" panose="02040503050406030204" pitchFamily="18" charset="0"/>
                      </a:rPr>
                      <m:t>=0.3 </m:t>
                    </m:r>
                  </m:oMath>
                </a14:m>
                <a:r>
                  <a:rPr lang="en-US" sz="1100" dirty="0">
                    <a:solidFill>
                      <a:schemeClr val="tx1"/>
                    </a:solidFill>
                  </a:rPr>
                  <a:t>&amp; minimal number of samples for density </a:t>
                </a:r>
                <a14:m>
                  <m:oMath xmlns:m="http://schemas.openxmlformats.org/officeDocument/2006/math">
                    <m:r>
                      <a:rPr lang="en-US" sz="1100" i="1" dirty="0" smtClean="0">
                        <a:solidFill>
                          <a:schemeClr val="tx1"/>
                        </a:solidFill>
                        <a:latin typeface="Cambria Math" panose="02040503050406030204" pitchFamily="18" charset="0"/>
                      </a:rPr>
                      <m:t>𝑘</m:t>
                    </m:r>
                    <m:r>
                      <a:rPr lang="en-US" sz="1100" i="1" dirty="0" smtClean="0">
                        <a:solidFill>
                          <a:schemeClr val="tx1"/>
                        </a:solidFill>
                        <a:latin typeface="Cambria Math" panose="02040503050406030204" pitchFamily="18" charset="0"/>
                      </a:rPr>
                      <m:t>=5</m:t>
                    </m:r>
                  </m:oMath>
                </a14:m>
                <a:endParaRPr lang="en-US" sz="1100" dirty="0">
                  <a:solidFill>
                    <a:schemeClr val="tx1"/>
                  </a:solidFill>
                </a:endParaRPr>
              </a:p>
              <a:p>
                <a:pPr marL="626400" lvl="1" indent="-270000" defTabSz="0">
                  <a:buClr>
                    <a:srgbClr val="73B843"/>
                  </a:buClr>
                  <a:buFont typeface="Wingdings" panose="05000000000000000000" pitchFamily="2" charset="2"/>
                  <a:buChar char="Ø"/>
                  <a:tabLst>
                    <a:tab pos="180000" algn="l"/>
                  </a:tabLst>
                </a:pPr>
                <a:r>
                  <a:rPr lang="en-US" sz="1400" dirty="0"/>
                  <a:t>Result: four clusters and noise</a:t>
                </a:r>
              </a:p>
              <a:p>
                <a:pPr marL="896400" lvl="2" indent="-104400" defTabSz="0">
                  <a:buClr>
                    <a:srgbClr val="73B843"/>
                  </a:buClr>
                  <a:buFont typeface="Arial" panose="020B0604020202020204" pitchFamily="34" charset="0"/>
                  <a:buChar char="•"/>
                  <a:tabLst>
                    <a:tab pos="180000" algn="l"/>
                  </a:tabLst>
                </a:pPr>
                <a:r>
                  <a:rPr lang="en-US" sz="1100" dirty="0">
                    <a:solidFill>
                      <a:schemeClr val="tx1"/>
                    </a:solidFill>
                  </a:rPr>
                  <a:t>But: ensure reasonable results </a:t>
                </a:r>
                <a:r>
                  <a:rPr lang="en-US" sz="1100" dirty="0">
                    <a:solidFill>
                      <a:schemeClr val="tx1"/>
                    </a:solidFill>
                    <a:sym typeface="Wingdings" panose="05000000000000000000" pitchFamily="2" charset="2"/>
                  </a:rPr>
                  <a:t> remove noise as well as clusters 2 &amp; cluster 3 due to sensor malfunction</a:t>
                </a:r>
              </a:p>
              <a:p>
                <a:pPr marL="626400" lvl="1" indent="-270000" defTabSz="0">
                  <a:buClr>
                    <a:srgbClr val="73B843"/>
                  </a:buClr>
                  <a:buFont typeface="Wingdings" panose="05000000000000000000" pitchFamily="2" charset="2"/>
                  <a:buChar char="Ø"/>
                  <a:tabLst>
                    <a:tab pos="180000" algn="l"/>
                  </a:tabLst>
                </a:pPr>
                <a:r>
                  <a:rPr lang="en-US" sz="1400" dirty="0">
                    <a:sym typeface="Wingdings" panose="05000000000000000000" pitchFamily="2" charset="2"/>
                  </a:rPr>
                  <a:t>Final result: cluster 0 &amp; cluster 1 are valid</a:t>
                </a:r>
                <a:endParaRPr lang="de-DE" sz="1400" dirty="0">
                  <a:solidFill>
                    <a:schemeClr val="tx1"/>
                  </a:solidFill>
                </a:endParaRPr>
              </a:p>
            </p:txBody>
          </p:sp>
        </mc:Choice>
        <mc:Fallback xmlns="">
          <p:sp>
            <p:nvSpPr>
              <p:cNvPr id="13" name="Textfeld 12">
                <a:extLst>
                  <a:ext uri="{FF2B5EF4-FFF2-40B4-BE49-F238E27FC236}">
                    <a16:creationId xmlns:a16="http://schemas.microsoft.com/office/drawing/2014/main" id="{F914336E-2066-992A-BA1B-E56A715E429F}"/>
                  </a:ext>
                </a:extLst>
              </p:cNvPr>
              <p:cNvSpPr txBox="1">
                <a:spLocks noRot="1" noChangeAspect="1" noMove="1" noResize="1" noEditPoints="1" noAdjustHandles="1" noChangeArrowheads="1" noChangeShapeType="1" noTextEdit="1"/>
              </p:cNvSpPr>
              <p:nvPr/>
            </p:nvSpPr>
            <p:spPr>
              <a:xfrm>
                <a:off x="159916" y="1058862"/>
                <a:ext cx="8732564" cy="3323987"/>
              </a:xfrm>
              <a:prstGeom prst="rect">
                <a:avLst/>
              </a:prstGeom>
              <a:blipFill>
                <a:blip r:embed="rId4"/>
                <a:stretch>
                  <a:fillRect l="-290" t="-1901" b="-1901"/>
                </a:stretch>
              </a:blipFill>
              <a:ln>
                <a:noFill/>
              </a:ln>
            </p:spPr>
            <p:txBody>
              <a:bodyPr/>
              <a:lstStyle/>
              <a:p>
                <a:r>
                  <a:rPr lang="en-GB">
                    <a:noFill/>
                  </a:rPr>
                  <a:t> </a:t>
                </a:r>
              </a:p>
            </p:txBody>
          </p:sp>
        </mc:Fallback>
      </mc:AlternateContent>
      <p:pic>
        <p:nvPicPr>
          <p:cNvPr id="14" name="Grafik 13" descr="Ein Bild, das Text, Screenshot, Diagramm, Farbigkeit enthält.&#10;&#10;KI-generierte Inhalte können fehlerhaft sein.">
            <a:extLst>
              <a:ext uri="{FF2B5EF4-FFF2-40B4-BE49-F238E27FC236}">
                <a16:creationId xmlns:a16="http://schemas.microsoft.com/office/drawing/2014/main" id="{DEC5BEFE-9DBA-8B39-F6E8-5A3C54D35A1E}"/>
              </a:ext>
            </a:extLst>
          </p:cNvPr>
          <p:cNvPicPr>
            <a:picLocks noChangeAspect="1"/>
          </p:cNvPicPr>
          <p:nvPr/>
        </p:nvPicPr>
        <p:blipFill>
          <a:blip r:embed="rId5">
            <a:extLst>
              <a:ext uri="{28A0092B-C50C-407E-A947-70E740481C1C}">
                <a14:useLocalDpi xmlns:a14="http://schemas.microsoft.com/office/drawing/2010/main" val="0"/>
              </a:ext>
            </a:extLst>
          </a:blip>
          <a:srcRect l="4997" r="6666"/>
          <a:stretch>
            <a:fillRect/>
          </a:stretch>
        </p:blipFill>
        <p:spPr>
          <a:xfrm>
            <a:off x="5220072" y="987574"/>
            <a:ext cx="3818879" cy="2593857"/>
          </a:xfrm>
          <a:prstGeom prst="rect">
            <a:avLst/>
          </a:prstGeom>
        </p:spPr>
      </p:pic>
      <p:sp>
        <p:nvSpPr>
          <p:cNvPr id="15" name="Textplatzhalter 4">
            <a:extLst>
              <a:ext uri="{FF2B5EF4-FFF2-40B4-BE49-F238E27FC236}">
                <a16:creationId xmlns:a16="http://schemas.microsoft.com/office/drawing/2014/main" id="{A156CE52-C9A5-D94D-6442-93C6A3905572}"/>
              </a:ext>
            </a:extLst>
          </p:cNvPr>
          <p:cNvSpPr>
            <a:spLocks noGrp="1"/>
          </p:cNvSpPr>
          <p:nvPr>
            <p:ph type="body" sz="quarter" idx="14"/>
          </p:nvPr>
        </p:nvSpPr>
        <p:spPr>
          <a:xfrm>
            <a:off x="250824" y="464468"/>
            <a:ext cx="8642349" cy="444374"/>
          </a:xfrm>
        </p:spPr>
        <p:txBody>
          <a:bodyPr/>
          <a:lstStyle/>
          <a:p>
            <a:r>
              <a:rPr lang="en-US" dirty="0"/>
              <a:t>Clustering</a:t>
            </a:r>
          </a:p>
        </p:txBody>
      </p:sp>
      <p:sp>
        <p:nvSpPr>
          <p:cNvPr id="16" name="Fußzeilenplatzhalter 1">
            <a:extLst>
              <a:ext uri="{FF2B5EF4-FFF2-40B4-BE49-F238E27FC236}">
                <a16:creationId xmlns:a16="http://schemas.microsoft.com/office/drawing/2014/main" id="{695BBF13-0A1B-8FC1-BC8E-678A5F328382}"/>
              </a:ext>
            </a:extLst>
          </p:cNvPr>
          <p:cNvSpPr>
            <a:spLocks noGrp="1"/>
          </p:cNvSpPr>
          <p:nvPr>
            <p:ph type="ftr" sz="quarter" idx="16"/>
          </p:nvPr>
        </p:nvSpPr>
        <p:spPr>
          <a:xfrm>
            <a:off x="3377086" y="4658618"/>
            <a:ext cx="4034902" cy="274637"/>
          </a:xfrm>
        </p:spPr>
        <p:txBody>
          <a:bodyPr/>
          <a:lstStyle/>
          <a:p>
            <a:r>
              <a:rPr lang="en-US" dirty="0"/>
              <a:t>Rafael Kickartz, Group G2 | Clustering</a:t>
            </a:r>
            <a:endParaRPr lang="de-DE" dirty="0"/>
          </a:p>
        </p:txBody>
      </p:sp>
      <p:pic>
        <p:nvPicPr>
          <p:cNvPr id="46" name="Audio 45">
            <a:extLst>
              <a:ext uri="{FF2B5EF4-FFF2-40B4-BE49-F238E27FC236}">
                <a16:creationId xmlns:a16="http://schemas.microsoft.com/office/drawing/2014/main" id="{B72E8356-BE4A-EFEF-1DAB-888B216AE85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226151" y="5435296"/>
            <a:ext cx="812800" cy="812800"/>
          </a:xfrm>
          <a:prstGeom prst="rect">
            <a:avLst/>
          </a:prstGeom>
        </p:spPr>
      </p:pic>
    </p:spTree>
    <p:extLst>
      <p:ext uri="{BB962C8B-B14F-4D97-AF65-F5344CB8AC3E}">
        <p14:creationId xmlns:p14="http://schemas.microsoft.com/office/powerpoint/2010/main" val="3355935850"/>
      </p:ext>
    </p:extLst>
  </p:cSld>
  <p:clrMapOvr>
    <a:masterClrMapping/>
  </p:clrMapOvr>
  <mc:AlternateContent xmlns:mc="http://schemas.openxmlformats.org/markup-compatibility/2006" xmlns:p14="http://schemas.microsoft.com/office/powerpoint/2010/main">
    <mc:Choice Requires="p14">
      <p:transition spd="slow" p14:dur="2000" advTm="62538"/>
    </mc:Choice>
    <mc:Fallback xmlns="">
      <p:transition spd="slow" advTm="625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6735" showWhenStopped="0">
                <p:cTn id="7" fill="hold" display="0">
                  <p:stCondLst>
                    <p:cond delay="indefinite"/>
                  </p:stCondLst>
                  <p:endCondLst>
                    <p:cond evt="onStopAudio" delay="0">
                      <p:tgtEl>
                        <p:sldTgt/>
                      </p:tgtEl>
                    </p:cond>
                  </p:endCondLst>
                </p:cTn>
                <p:tgtEl>
                  <p:spTgt spid="46"/>
                </p:tgtEl>
              </p:cMediaNode>
            </p:audio>
          </p:childTnLst>
        </p:cTn>
      </p:par>
    </p:tnLst>
  </p:timing>
  <p:extLst>
    <p:ext uri="{3A86A75C-4F4B-4683-9AE1-C65F6400EC91}">
      <p14:laserTraceLst xmlns:p14="http://schemas.microsoft.com/office/powerpoint/2010/main">
        <p14:tracePtLst>
          <p14:tracePt t="10149" x="12700" y="1536700"/>
          <p14:tracePt t="10160" x="57150" y="1524000"/>
          <p14:tracePt t="10168" x="69850" y="1517650"/>
          <p14:tracePt t="10177" x="82550" y="1517650"/>
          <p14:tracePt t="10184" x="88900" y="1517650"/>
          <p14:tracePt t="10199" x="101600" y="1517650"/>
          <p14:tracePt t="10263" x="107950" y="1517650"/>
          <p14:tracePt t="10271" x="120650" y="1517650"/>
          <p14:tracePt t="10279" x="158750" y="1504950"/>
          <p14:tracePt t="10287" x="222250" y="1492250"/>
          <p14:tracePt t="10295" x="292100" y="1485900"/>
          <p14:tracePt t="10303" x="381000" y="1473200"/>
          <p14:tracePt t="10311" x="488950" y="1473200"/>
          <p14:tracePt t="10319" x="615950" y="1466850"/>
          <p14:tracePt t="10327" x="774700" y="1466850"/>
          <p14:tracePt t="10339" x="946150" y="1466850"/>
          <p14:tracePt t="10343" x="1244600" y="1466850"/>
          <p14:tracePt t="10355" x="1346200" y="1466850"/>
          <p14:tracePt t="10359" x="1517650" y="1492250"/>
          <p14:tracePt t="10372" x="1682750" y="1536700"/>
          <p14:tracePt t="10375" x="1847850" y="1587500"/>
          <p14:tracePt t="10389" x="1981200" y="1631950"/>
          <p14:tracePt t="10391" x="2044700" y="1657350"/>
          <p14:tracePt t="10405" x="2146300" y="1695450"/>
          <p14:tracePt t="10407" x="2222500" y="1727200"/>
          <p14:tracePt t="10422" x="2292350" y="1752600"/>
          <p14:tracePt t="10424" x="2311400" y="1765300"/>
          <p14:tracePt t="10439" x="2355850" y="1784350"/>
          <p14:tracePt t="10440" x="2393950" y="1797050"/>
          <p14:tracePt t="10455" x="2444750" y="1822450"/>
          <p14:tracePt t="10456" x="2470150" y="1835150"/>
          <p14:tracePt t="10464" x="2501900" y="1841500"/>
          <p14:tracePt t="10472" x="2533650" y="1854200"/>
          <p14:tracePt t="10479" x="2571750" y="1866900"/>
          <p14:tracePt t="10489" x="2609850" y="1885950"/>
          <p14:tracePt t="10496" x="2641600" y="1892300"/>
          <p14:tracePt t="10505" x="2692400" y="1911350"/>
          <p14:tracePt t="10511" x="2730500" y="1924050"/>
          <p14:tracePt t="10522" x="2774950" y="1943100"/>
          <p14:tracePt t="10527" x="2813050" y="1962150"/>
          <p14:tracePt t="10539" x="2832100" y="1962150"/>
          <p14:tracePt t="10544" x="2882900" y="1981200"/>
          <p14:tracePt t="10555" x="2914650" y="1993900"/>
          <p14:tracePt t="10559" x="2952750" y="2006600"/>
          <p14:tracePt t="10572" x="2984500" y="2012950"/>
          <p14:tracePt t="10576" x="3009900" y="2012950"/>
          <p14:tracePt t="10589" x="3060700" y="2012950"/>
          <p14:tracePt t="10592" x="3092450" y="2025650"/>
          <p14:tracePt t="10605" x="3130550" y="2025650"/>
          <p14:tracePt t="10608" x="3168650" y="2032000"/>
          <p14:tracePt t="10622" x="3181350" y="2032000"/>
          <p14:tracePt t="10624" x="3213100" y="2032000"/>
          <p14:tracePt t="10639" x="3238500" y="2032000"/>
          <p14:tracePt t="10640" x="3251200" y="2044700"/>
          <p14:tracePt t="10655" x="3270250" y="2044700"/>
          <p14:tracePt t="10672" x="3282950" y="2044700"/>
          <p14:tracePt t="10696" x="3289300" y="2044700"/>
          <p14:tracePt t="11008" x="3302000" y="2044700"/>
          <p14:tracePt t="11025" x="3308350" y="2044700"/>
          <p14:tracePt t="11040" x="3327400" y="2044700"/>
          <p14:tracePt t="11048" x="3340100" y="2051050"/>
          <p14:tracePt t="11056" x="3371850" y="2051050"/>
          <p14:tracePt t="11064" x="3378200" y="2051050"/>
          <p14:tracePt t="11072" x="3409950" y="2051050"/>
          <p14:tracePt t="11080" x="3441700" y="2063750"/>
          <p14:tracePt t="11088" x="3448050" y="2063750"/>
          <p14:tracePt t="11096" x="3479800" y="2063750"/>
          <p14:tracePt t="11105" x="3498850" y="2063750"/>
          <p14:tracePt t="11112" x="3530600" y="2063750"/>
          <p14:tracePt t="11122" x="3549650" y="2076450"/>
          <p14:tracePt t="11128" x="3568700" y="2076450"/>
          <p14:tracePt t="11139" x="3587750" y="2076450"/>
          <p14:tracePt t="11144" x="3606800" y="2076450"/>
          <p14:tracePt t="11155" x="3619500" y="2082800"/>
          <p14:tracePt t="11160" x="3632200" y="2082800"/>
          <p14:tracePt t="11172" x="3638550" y="2082800"/>
          <p14:tracePt t="11176" x="3651250" y="2082800"/>
          <p14:tracePt t="11188" x="3657600" y="2082800"/>
          <p14:tracePt t="11192" x="3670300" y="2082800"/>
          <p14:tracePt t="11205" x="3676650" y="2082800"/>
          <p14:tracePt t="11208" x="3689350" y="2082800"/>
          <p14:tracePt t="11224" x="3702050" y="2082800"/>
          <p14:tracePt t="11256" x="3708400" y="2082800"/>
          <p14:tracePt t="11304" x="3708400" y="2095500"/>
          <p14:tracePt t="11344" x="3721100" y="2095500"/>
          <p14:tracePt t="11489" x="3708400" y="2095500"/>
          <p14:tracePt t="11497" x="3708400" y="2082800"/>
          <p14:tracePt t="11505" x="3702050" y="2082800"/>
          <p14:tracePt t="11522" x="3689350" y="2082800"/>
          <p14:tracePt t="11537" x="3676650" y="2082800"/>
          <p14:tracePt t="11553" x="3670300" y="2082800"/>
          <p14:tracePt t="11569" x="3657600" y="2082800"/>
          <p14:tracePt t="11577" x="3651250" y="2082800"/>
          <p14:tracePt t="11585" x="3632200" y="2082800"/>
          <p14:tracePt t="11593" x="3606800" y="2082800"/>
          <p14:tracePt t="11601" x="3581400" y="2082800"/>
          <p14:tracePt t="11609" x="3536950" y="2082800"/>
          <p14:tracePt t="11617" x="3498850" y="2095500"/>
          <p14:tracePt t="11625" x="3479800" y="2101850"/>
          <p14:tracePt t="11639" x="3422650" y="2114550"/>
          <p14:tracePt t="11641" x="3371850" y="2120900"/>
          <p14:tracePt t="11655" x="3352800" y="2133600"/>
          <p14:tracePt t="11657" x="3302000" y="2146300"/>
          <p14:tracePt t="11672" x="3270250" y="2146300"/>
          <p14:tracePt t="11673" x="3238500" y="2152650"/>
          <p14:tracePt t="11689" x="3213100" y="2152650"/>
          <p14:tracePt t="11689" x="3168650" y="2152650"/>
          <p14:tracePt t="11697" x="3143250" y="2165350"/>
          <p14:tracePt t="11705" x="3098800" y="2165350"/>
          <p14:tracePt t="11713" x="3060700" y="2171700"/>
          <p14:tracePt t="11722" x="3022600" y="2171700"/>
          <p14:tracePt t="11729" x="2984500" y="2184400"/>
          <p14:tracePt t="11739" x="2933700" y="2184400"/>
          <p14:tracePt t="11745" x="2882900" y="2190750"/>
          <p14:tracePt t="11755" x="2832100" y="2190750"/>
          <p14:tracePt t="11761" x="2781300" y="2190750"/>
          <p14:tracePt t="11772" x="2730500" y="2190750"/>
          <p14:tracePt t="11777" x="2679700" y="2190750"/>
          <p14:tracePt t="11788" x="2635250" y="2203450"/>
          <p14:tracePt t="11793" x="2584450" y="2203450"/>
          <p14:tracePt t="11805" x="2533650" y="2203450"/>
          <p14:tracePt t="11809" x="2495550" y="2203450"/>
          <p14:tracePt t="11822" x="2451100" y="2209800"/>
          <p14:tracePt t="11825" x="2413000" y="2209800"/>
          <p14:tracePt t="11838" x="2374900" y="2209800"/>
          <p14:tracePt t="11841" x="2343150" y="2209800"/>
          <p14:tracePt t="11855" x="2305050" y="2222500"/>
          <p14:tracePt t="11857" x="2273300" y="2222500"/>
          <p14:tracePt t="11872" x="2241550" y="2222500"/>
          <p14:tracePt t="11874" x="2222500" y="2222500"/>
          <p14:tracePt t="11889" x="2184400" y="2222500"/>
          <p14:tracePt t="11889" x="2152650" y="2222500"/>
          <p14:tracePt t="11897" x="2120900" y="2222500"/>
          <p14:tracePt t="11905" x="2114550" y="2222500"/>
          <p14:tracePt t="11913" x="2082800" y="2222500"/>
          <p14:tracePt t="11922" x="2051050" y="2222500"/>
          <p14:tracePt t="11929" x="2044700" y="2222500"/>
          <p14:tracePt t="11939" x="2025650" y="2222500"/>
          <p14:tracePt t="11945" x="2006600" y="2222500"/>
          <p14:tracePt t="11955" x="1993900" y="2235200"/>
          <p14:tracePt t="11961" x="1981200" y="2235200"/>
          <p14:tracePt t="11972" x="1974850" y="2235200"/>
          <p14:tracePt t="11985" x="1962150" y="2235200"/>
          <p14:tracePt t="11993" x="1955800" y="2235200"/>
          <p14:tracePt t="12009" x="1955800" y="2241550"/>
          <p14:tracePt t="12017" x="1943100" y="2241550"/>
          <p14:tracePt t="12033" x="1936750" y="2241550"/>
          <p14:tracePt t="12065" x="1924050" y="2241550"/>
          <p14:tracePt t="12394" x="1936750" y="2241550"/>
          <p14:tracePt t="12450" x="1943100" y="2241550"/>
          <p14:tracePt t="12466" x="1962150" y="2235200"/>
          <p14:tracePt t="12475" x="1993900" y="2235200"/>
          <p14:tracePt t="12482" x="2032000" y="2235200"/>
          <p14:tracePt t="12490" x="2082800" y="2222500"/>
          <p14:tracePt t="12498" x="2120900" y="2222500"/>
          <p14:tracePt t="12506" x="2184400" y="2222500"/>
          <p14:tracePt t="12522" x="2292350" y="2222500"/>
          <p14:tracePt t="12530" x="2311400" y="2222500"/>
          <p14:tracePt t="12539" x="2355850" y="2222500"/>
          <p14:tracePt t="12546" x="2393950" y="2222500"/>
          <p14:tracePt t="12555" x="2432050" y="2222500"/>
          <p14:tracePt t="12562" x="2451100" y="2222500"/>
          <p14:tracePt t="12572" x="2470150" y="2222500"/>
          <p14:tracePt t="12578" x="2495550" y="2222500"/>
          <p14:tracePt t="12589" x="2514600" y="2222500"/>
          <p14:tracePt t="12594" x="2520950" y="2222500"/>
          <p14:tracePt t="12605" x="2540000" y="2222500"/>
          <p14:tracePt t="12610" x="2552700" y="2222500"/>
          <p14:tracePt t="12622" x="2565400" y="2222500"/>
          <p14:tracePt t="12634" x="2571750" y="2222500"/>
          <p14:tracePt t="12658" x="2584450" y="2222500"/>
          <p14:tracePt t="12714" x="2590800" y="2222500"/>
          <p14:tracePt t="12786" x="2590800" y="2209800"/>
          <p14:tracePt t="12818" x="2590800" y="2203450"/>
          <p14:tracePt t="13315" x="2609850" y="2203450"/>
          <p14:tracePt t="13323" x="2641600" y="2190750"/>
          <p14:tracePt t="13331" x="2673350" y="2190750"/>
          <p14:tracePt t="13355" x="2774950" y="2165350"/>
          <p14:tracePt t="13355" x="2819400" y="2152650"/>
          <p14:tracePt t="13363" x="2889250" y="2133600"/>
          <p14:tracePt t="13371" x="2984500" y="2101850"/>
          <p14:tracePt t="13379" x="3073400" y="2082800"/>
          <p14:tracePt t="13387" x="3149600" y="2063750"/>
          <p14:tracePt t="13395" x="3213100" y="2044700"/>
          <p14:tracePt t="13403" x="3238500" y="2032000"/>
          <p14:tracePt t="13411" x="3327400" y="2012950"/>
          <p14:tracePt t="13419" x="3371850" y="2012950"/>
          <p14:tracePt t="13438" x="3448050" y="2006600"/>
          <p14:tracePt t="13443" x="3492500" y="2006600"/>
          <p14:tracePt t="13455" x="3517900" y="2006600"/>
          <p14:tracePt t="13459" x="3562350" y="2006600"/>
          <p14:tracePt t="13472" x="3600450" y="2006600"/>
          <p14:tracePt t="13476" x="3638550" y="2006600"/>
          <p14:tracePt t="13489" x="3676650" y="2006600"/>
          <p14:tracePt t="13491" x="3721100" y="2006600"/>
          <p14:tracePt t="13505" x="3740150" y="2006600"/>
          <p14:tracePt t="13508" x="3790950" y="2012950"/>
          <p14:tracePt t="13522" x="3797300" y="2012950"/>
          <p14:tracePt t="13524" x="3829050" y="2025650"/>
          <p14:tracePt t="13539" x="3848100" y="2032000"/>
          <p14:tracePt t="13541" x="3867150" y="2044700"/>
          <p14:tracePt t="13555" x="3879850" y="2044700"/>
          <p14:tracePt t="13557" x="3886200" y="2051050"/>
          <p14:tracePt t="13572" x="3898900" y="2063750"/>
          <p14:tracePt t="13596" x="3911600" y="2076450"/>
          <p14:tracePt t="13620" x="3911600" y="2082800"/>
          <p14:tracePt t="13636" x="3911600" y="2095500"/>
          <p14:tracePt t="13644" x="3898900" y="2095500"/>
          <p14:tracePt t="13652" x="3898900" y="2101850"/>
          <p14:tracePt t="13660" x="3886200" y="2114550"/>
          <p14:tracePt t="13668" x="3879850" y="2120900"/>
          <p14:tracePt t="13676" x="3867150" y="2133600"/>
          <p14:tracePt t="13684" x="3848100" y="2152650"/>
          <p14:tracePt t="13692" x="3841750" y="2171700"/>
          <p14:tracePt t="13700" x="3816350" y="2184400"/>
          <p14:tracePt t="13708" x="3797300" y="2203450"/>
          <p14:tracePt t="13716" x="3771900" y="2209800"/>
          <p14:tracePt t="13724" x="3727450" y="2241550"/>
          <p14:tracePt t="13732" x="3689350" y="2260600"/>
          <p14:tracePt t="13740" x="3651250" y="2279650"/>
          <p14:tracePt t="13748" x="3600450" y="2305050"/>
          <p14:tracePt t="13756" x="3549650" y="2311400"/>
          <p14:tracePt t="13764" x="3511550" y="2330450"/>
          <p14:tracePt t="13772" x="3467100" y="2330450"/>
          <p14:tracePt t="13780" x="3429000" y="2343150"/>
          <p14:tracePt t="13789" x="3390900" y="2349500"/>
          <p14:tracePt t="13796" x="3352800" y="2349500"/>
          <p14:tracePt t="13805" x="3321050" y="2362200"/>
          <p14:tracePt t="13812" x="3289300" y="2362200"/>
          <p14:tracePt t="13822" x="3263900" y="2374900"/>
          <p14:tracePt t="13828" x="3238500" y="2374900"/>
          <p14:tracePt t="13838" x="3213100" y="2374900"/>
          <p14:tracePt t="13844" x="3181350" y="2374900"/>
          <p14:tracePt t="13855" x="3162300" y="2374900"/>
          <p14:tracePt t="13860" x="3124200" y="2374900"/>
          <p14:tracePt t="13872" x="3092450" y="2374900"/>
          <p14:tracePt t="13876" x="3060700" y="2374900"/>
          <p14:tracePt t="13888" x="3028950" y="2374900"/>
          <p14:tracePt t="13892" x="3009900" y="2374900"/>
          <p14:tracePt t="13905" x="2990850" y="2374900"/>
          <p14:tracePt t="13908" x="2959100" y="2374900"/>
          <p14:tracePt t="13922" x="2940050" y="2374900"/>
          <p14:tracePt t="13924" x="2921000" y="2374900"/>
          <p14:tracePt t="13939" x="2901950" y="2374900"/>
          <p14:tracePt t="13940" x="2882900" y="2374900"/>
          <p14:tracePt t="13955" x="2870200" y="2362200"/>
          <p14:tracePt t="13958" x="2863850" y="2362200"/>
          <p14:tracePt t="13972" x="2844800" y="2362200"/>
          <p14:tracePt t="13972" x="2832100" y="2362200"/>
          <p14:tracePt t="13980" x="2819400" y="2362200"/>
          <p14:tracePt t="13996" x="2813050" y="2362200"/>
          <p14:tracePt t="14005" x="2800350" y="2362200"/>
          <p14:tracePt t="14012" x="2794000" y="2362200"/>
          <p14:tracePt t="14028" x="2781300" y="2362200"/>
          <p14:tracePt t="14038" x="2774950" y="2362200"/>
          <p14:tracePt t="14044" x="2762250" y="2362200"/>
          <p14:tracePt t="14055" x="2749550" y="2362200"/>
          <p14:tracePt t="14060" x="2743200" y="2362200"/>
          <p14:tracePt t="14072" x="2730500" y="2362200"/>
          <p14:tracePt t="14076" x="2724150" y="2362200"/>
          <p14:tracePt t="14089" x="2711450" y="2362200"/>
          <p14:tracePt t="14092" x="2705100" y="2362200"/>
          <p14:tracePt t="14105" x="2692400" y="2362200"/>
          <p14:tracePt t="14108" x="2679700" y="2362200"/>
          <p14:tracePt t="14124" x="2673350" y="2362200"/>
          <p14:tracePt t="14139" x="2660650" y="2362200"/>
          <p14:tracePt t="14156" x="2654300" y="2362200"/>
          <p14:tracePt t="14172" x="2641600" y="2362200"/>
          <p14:tracePt t="14197" x="2635250" y="2362200"/>
          <p14:tracePt t="14284" x="2622550" y="2362200"/>
          <p14:tracePt t="14301" x="2622550" y="2374900"/>
          <p14:tracePt t="14332" x="2609850" y="2381250"/>
          <p14:tracePt t="14365" x="2609850" y="2393950"/>
          <p14:tracePt t="14373" x="2603500" y="2393950"/>
          <p14:tracePt t="14389" x="2603500" y="2400300"/>
          <p14:tracePt t="14397" x="2590800" y="2400300"/>
          <p14:tracePt t="14413" x="2590800" y="2413000"/>
          <p14:tracePt t="14421" x="2584450" y="2413000"/>
          <p14:tracePt t="14438" x="2584450" y="2419350"/>
          <p14:tracePt t="14445" x="2571750" y="2432050"/>
          <p14:tracePt t="14453" x="2571750" y="2444750"/>
          <p14:tracePt t="14469" x="2565400" y="2451100"/>
          <p14:tracePt t="14477" x="2565400" y="2463800"/>
          <p14:tracePt t="14485" x="2552700" y="2470150"/>
          <p14:tracePt t="14493" x="2552700" y="2482850"/>
          <p14:tracePt t="14509" x="2540000" y="2489200"/>
          <p14:tracePt t="14525" x="2540000" y="2501900"/>
          <p14:tracePt t="14669" x="2540000" y="2489200"/>
          <p14:tracePt t="14693" x="2540000" y="2482850"/>
          <p14:tracePt t="14701" x="2533650" y="2482850"/>
          <p14:tracePt t="14733" x="2533650" y="2470150"/>
          <p14:tracePt t="16552" x="2533650" y="2482850"/>
          <p14:tracePt t="16560" x="2533650" y="2489200"/>
          <p14:tracePt t="16567" x="2520950" y="2514600"/>
          <p14:tracePt t="16576" x="2514600" y="2533650"/>
          <p14:tracePt t="16589" x="2495550" y="2552700"/>
          <p14:tracePt t="16594" x="2482850" y="2571750"/>
          <p14:tracePt t="16600" x="2463800" y="2603500"/>
          <p14:tracePt t="16609" x="2451100" y="2609850"/>
          <p14:tracePt t="16616" x="2444750" y="2628900"/>
          <p14:tracePt t="16624" x="2400300" y="2679700"/>
          <p14:tracePt t="16640" x="2381250" y="2711450"/>
          <p14:tracePt t="16655" x="2374900" y="2730500"/>
          <p14:tracePt t="16656" x="2355850" y="2743200"/>
          <p14:tracePt t="16664" x="2343150" y="2749550"/>
          <p14:tracePt t="16672" x="2330450" y="2762250"/>
          <p14:tracePt t="16680" x="2324100" y="2768600"/>
          <p14:tracePt t="16689" x="2324100" y="2781300"/>
          <p14:tracePt t="16696" x="2311400" y="2781300"/>
          <p14:tracePt t="16705" x="2305050" y="2781300"/>
          <p14:tracePt t="16712" x="2292350" y="2794000"/>
          <p14:tracePt t="16728" x="2286000" y="2794000"/>
          <p14:tracePt t="16744" x="2273300" y="2794000"/>
          <p14:tracePt t="16760" x="2260600" y="2794000"/>
          <p14:tracePt t="16768" x="2254250" y="2794000"/>
          <p14:tracePt t="16792" x="2241550" y="2794000"/>
          <p14:tracePt t="16800" x="2235200" y="2794000"/>
          <p14:tracePt t="16816" x="2222500" y="2794000"/>
          <p14:tracePt t="16825" x="2216150" y="2794000"/>
          <p14:tracePt t="16840" x="2203450" y="2794000"/>
          <p14:tracePt t="16848" x="2190750" y="2794000"/>
          <p14:tracePt t="16856" x="2184400" y="2794000"/>
          <p14:tracePt t="16872" x="2184400" y="2781300"/>
          <p14:tracePt t="16872" x="2171700" y="2781300"/>
          <p14:tracePt t="16880" x="2165350" y="2781300"/>
          <p14:tracePt t="16888" x="2152650" y="2781300"/>
          <p14:tracePt t="16905" x="2146300" y="2781300"/>
          <p14:tracePt t="16912" x="2133600" y="2781300"/>
          <p14:tracePt t="16921" x="2133600" y="2768600"/>
          <p14:tracePt t="16928" x="2120900" y="2768600"/>
          <p14:tracePt t="16944" x="2114550" y="2768600"/>
          <p14:tracePt t="16952" x="2114550" y="2762250"/>
          <p14:tracePt t="16968" x="2114550" y="2749550"/>
          <p14:tracePt t="16984" x="2101850" y="2749550"/>
          <p14:tracePt t="16992" x="2101850" y="2743200"/>
          <p14:tracePt t="17024" x="2101850" y="2730500"/>
          <p14:tracePt t="17048" x="2101850" y="2724150"/>
          <p14:tracePt t="17072" x="2101850" y="2711450"/>
          <p14:tracePt t="17080" x="2114550" y="2711450"/>
          <p14:tracePt t="17112" x="2120900" y="2698750"/>
          <p14:tracePt t="17128" x="2133600" y="2698750"/>
          <p14:tracePt t="17160" x="2146300" y="2698750"/>
          <p14:tracePt t="17184" x="2152650" y="2698750"/>
          <p14:tracePt t="17200" x="2152650" y="2692400"/>
          <p14:tracePt t="17216" x="2165350" y="2692400"/>
          <p14:tracePt t="17241" x="2171700" y="2692400"/>
          <p14:tracePt t="17264" x="2184400" y="2692400"/>
          <p14:tracePt t="17273" x="2184400" y="2679700"/>
          <p14:tracePt t="17296" x="2190750" y="2679700"/>
          <p14:tracePt t="17313" x="2203450" y="2679700"/>
          <p14:tracePt t="17328" x="2216150" y="2679700"/>
          <p14:tracePt t="17345" x="2222500" y="2679700"/>
          <p14:tracePt t="17352" x="2235200" y="2679700"/>
          <p14:tracePt t="17361" x="2241550" y="2679700"/>
          <p14:tracePt t="17369" x="2254250" y="2679700"/>
          <p14:tracePt t="17384" x="2260600" y="2679700"/>
          <p14:tracePt t="17393" x="2273300" y="2679700"/>
          <p14:tracePt t="17401" x="2286000" y="2679700"/>
          <p14:tracePt t="17417" x="2292350" y="2679700"/>
          <p14:tracePt t="17425" x="2305050" y="2679700"/>
          <p14:tracePt t="17442" x="2311400" y="2679700"/>
          <p14:tracePt t="17457" x="2324100" y="2679700"/>
          <p14:tracePt t="17465" x="2330450" y="2679700"/>
          <p14:tracePt t="17473" x="2343150" y="2679700"/>
          <p14:tracePt t="17488" x="2362200" y="2679700"/>
          <p14:tracePt t="17491" x="2381250" y="2679700"/>
          <p14:tracePt t="17505" x="2425700" y="2679700"/>
          <p14:tracePt t="17513" x="2451100" y="2679700"/>
          <p14:tracePt t="17522" x="2470150" y="2679700"/>
          <p14:tracePt t="17529" x="2495550" y="2679700"/>
          <p14:tracePt t="17538" x="2514600" y="2692400"/>
          <p14:tracePt t="17545" x="2533650" y="2692400"/>
          <p14:tracePt t="17555" x="2552700" y="2692400"/>
          <p14:tracePt t="17561" x="2571750" y="2692400"/>
          <p14:tracePt t="17572" x="2590800" y="2692400"/>
          <p14:tracePt t="17577" x="2603500" y="2692400"/>
          <p14:tracePt t="17588" x="2609850" y="2698750"/>
          <p14:tracePt t="17593" x="2622550" y="2698750"/>
          <p14:tracePt t="17605" x="2635250" y="2698750"/>
          <p14:tracePt t="17609" x="2641600" y="2698750"/>
          <p14:tracePt t="17625" x="2654300" y="2698750"/>
          <p14:tracePt t="17638" x="2660650" y="2698750"/>
          <p14:tracePt t="17649" x="2673350" y="2698750"/>
          <p14:tracePt t="17665" x="2679700" y="2698750"/>
          <p14:tracePt t="17673" x="2692400" y="2698750"/>
          <p14:tracePt t="17681" x="2705100" y="2698750"/>
          <p14:tracePt t="17697" x="2711450" y="2698750"/>
          <p14:tracePt t="17713" x="2724150" y="2698750"/>
          <p14:tracePt t="17721" x="2730500" y="2698750"/>
          <p14:tracePt t="17738" x="2743200" y="2698750"/>
          <p14:tracePt t="17754" x="2749550" y="2698750"/>
          <p14:tracePt t="17761" x="2762250" y="2698750"/>
          <p14:tracePt t="17777" x="2774950" y="2698750"/>
          <p14:tracePt t="17785" x="2794000" y="2698750"/>
          <p14:tracePt t="17793" x="2800350" y="2692400"/>
          <p14:tracePt t="17801" x="2813050" y="2692400"/>
          <p14:tracePt t="17809" x="2819400" y="2692400"/>
          <p14:tracePt t="17817" x="2844800" y="2692400"/>
          <p14:tracePt t="17825" x="2851150" y="2679700"/>
          <p14:tracePt t="17838" x="2863850" y="2679700"/>
          <p14:tracePt t="17841" x="2882900" y="2679700"/>
          <p14:tracePt t="17855" x="2889250" y="2679700"/>
          <p14:tracePt t="17857" x="2901950" y="2673350"/>
          <p14:tracePt t="17872" x="2921000" y="2673350"/>
          <p14:tracePt t="17874" x="2933700" y="2673350"/>
          <p14:tracePt t="17888" x="2940050" y="2673350"/>
          <p14:tracePt t="17890" x="2952750" y="2673350"/>
          <p14:tracePt t="17905" x="2959100" y="2673350"/>
          <p14:tracePt t="17905" x="2971800" y="2660650"/>
          <p14:tracePt t="17913" x="2990850" y="2660650"/>
          <p14:tracePt t="18210" x="3003550" y="2660650"/>
          <p14:tracePt t="18219" x="3054350" y="2660650"/>
          <p14:tracePt t="18226" x="3098800" y="2660650"/>
          <p14:tracePt t="18234" x="3143250" y="2660650"/>
          <p14:tracePt t="18242" x="3232150" y="2654300"/>
          <p14:tracePt t="18256" x="3282950" y="2654300"/>
          <p14:tracePt t="18259" x="3371850" y="2654300"/>
          <p14:tracePt t="18266" x="3448050" y="2641600"/>
          <p14:tracePt t="18274" x="3530600" y="2641600"/>
          <p14:tracePt t="18282" x="3606800" y="2641600"/>
          <p14:tracePt t="18290" x="3670300" y="2641600"/>
          <p14:tracePt t="18305" x="3721100" y="2641600"/>
          <p14:tracePt t="18307" x="3771900" y="2641600"/>
          <p14:tracePt t="18322" x="3829050" y="2641600"/>
          <p14:tracePt t="18330" x="3860800" y="2641600"/>
          <p14:tracePt t="18338" x="3879850" y="2641600"/>
          <p14:tracePt t="18346" x="3898900" y="2654300"/>
          <p14:tracePt t="18355" x="3917950" y="2654300"/>
          <p14:tracePt t="18371" x="3930650" y="2654300"/>
          <p14:tracePt t="18378" x="3937000" y="2654300"/>
          <p14:tracePt t="18386" x="3949700" y="2654300"/>
          <p14:tracePt t="18394" x="3956050" y="2654300"/>
          <p14:tracePt t="18418" x="3968750" y="2654300"/>
          <p14:tracePt t="18442" x="3981450" y="2654300"/>
          <p14:tracePt t="18459" x="3987800" y="2654300"/>
          <p14:tracePt t="18490" x="4000500" y="2654300"/>
          <p14:tracePt t="18586" x="4000500" y="2660650"/>
          <p14:tracePt t="18658" x="4000500" y="2673350"/>
          <p14:tracePt t="18818" x="4006850" y="2673350"/>
          <p14:tracePt t="18826" x="4006850" y="2660650"/>
          <p14:tracePt t="18858" x="4019550" y="2660650"/>
          <p14:tracePt t="18882" x="4025900" y="2654300"/>
          <p14:tracePt t="18892" x="4038600" y="2654300"/>
          <p14:tracePt t="18906" x="4051300" y="2654300"/>
          <p14:tracePt t="18922" x="4057650" y="2654300"/>
          <p14:tracePt t="18931" x="4070350" y="2654300"/>
          <p14:tracePt t="18946" x="4089400" y="2654300"/>
          <p14:tracePt t="18955" x="4095750" y="2654300"/>
          <p14:tracePt t="18962" x="4108450" y="2654300"/>
          <p14:tracePt t="18971" x="4121150" y="2654300"/>
          <p14:tracePt t="18988" x="4127500" y="2654300"/>
          <p14:tracePt t="18995" x="4140200" y="2654300"/>
          <p14:tracePt t="19003" x="4146550" y="2654300"/>
          <p14:tracePt t="19018" x="4159250" y="2654300"/>
          <p14:tracePt t="19027" x="4165600" y="2654300"/>
          <p14:tracePt t="19043" x="4178300" y="2654300"/>
          <p14:tracePt t="19059" x="4191000" y="2654300"/>
          <p14:tracePt t="19067" x="4197350" y="2654300"/>
          <p14:tracePt t="19083" x="4210050" y="2654300"/>
          <p14:tracePt t="19091" x="4216400" y="2654300"/>
          <p14:tracePt t="19107" x="4229100" y="2654300"/>
          <p14:tracePt t="19115" x="4235450" y="2654300"/>
          <p14:tracePt t="19131" x="4248150" y="2654300"/>
          <p14:tracePt t="19142" x="4260850" y="2654300"/>
          <p14:tracePt t="19155" x="4267200" y="2654300"/>
          <p14:tracePt t="19163" x="4279900" y="2654300"/>
          <p14:tracePt t="19171" x="4286250" y="2654300"/>
          <p14:tracePt t="19179" x="4298950" y="2654300"/>
          <p14:tracePt t="19188" x="4305300" y="2654300"/>
          <p14:tracePt t="19195" x="4330700" y="2654300"/>
          <p14:tracePt t="19205" x="4337050" y="2654300"/>
          <p14:tracePt t="19211" x="4349750" y="2654300"/>
          <p14:tracePt t="19223" x="4356100" y="2654300"/>
          <p14:tracePt t="19227" x="4368800" y="2654300"/>
          <p14:tracePt t="19238" x="4387850" y="2654300"/>
          <p14:tracePt t="19243" x="4400550" y="2641600"/>
          <p14:tracePt t="19255" x="4406900" y="2641600"/>
          <p14:tracePt t="19267" x="4419600" y="2641600"/>
          <p14:tracePt t="19283" x="4425950" y="2641600"/>
          <p14:tracePt t="19315" x="4438650" y="2641600"/>
          <p14:tracePt t="19371" x="4438650" y="2628900"/>
          <p14:tracePt t="19676" x="4425950" y="2628900"/>
          <p14:tracePt t="20717" x="4419600" y="2654300"/>
          <p14:tracePt t="20726" x="4400550" y="2673350"/>
          <p14:tracePt t="20733" x="4375150" y="2698750"/>
          <p14:tracePt t="20742" x="4356100" y="2730500"/>
          <p14:tracePt t="20749" x="4337050" y="2749550"/>
          <p14:tracePt t="20759" x="4298950" y="2800350"/>
          <p14:tracePt t="20765" x="4248150" y="2851150"/>
          <p14:tracePt t="20773" x="4197350" y="2901950"/>
          <p14:tracePt t="20788" x="4146550" y="2952750"/>
          <p14:tracePt t="20790" x="4095750" y="3003550"/>
          <p14:tracePt t="20805" x="4051300" y="3041650"/>
          <p14:tracePt t="20805" x="3987800" y="3079750"/>
          <p14:tracePt t="20813" x="3930650" y="3130550"/>
          <p14:tracePt t="20822" x="3867150" y="3162300"/>
          <p14:tracePt t="20829" x="3810000" y="3200400"/>
          <p14:tracePt t="20838" x="3746500" y="3232150"/>
          <p14:tracePt t="20845" x="3702050" y="3257550"/>
          <p14:tracePt t="20855" x="3638550" y="3276600"/>
          <p14:tracePt t="20861" x="3600450" y="3302000"/>
          <p14:tracePt t="20871" x="3549650" y="3321050"/>
          <p14:tracePt t="20877" x="3498850" y="3327400"/>
          <p14:tracePt t="20888" x="3467100" y="3340100"/>
          <p14:tracePt t="20893" x="3422650" y="3346450"/>
          <p14:tracePt t="20905" x="3378200" y="3359150"/>
          <p14:tracePt t="20909" x="3327400" y="3359150"/>
          <p14:tracePt t="20922" x="3289300" y="3371850"/>
          <p14:tracePt t="20925" x="3232150" y="3378200"/>
          <p14:tracePt t="20938" x="3181350" y="3378200"/>
          <p14:tracePt t="20941" x="3124200" y="3390900"/>
          <p14:tracePt t="20955" x="3073400" y="3390900"/>
          <p14:tracePt t="20957" x="3009900" y="3397250"/>
          <p14:tracePt t="20971" x="2959100" y="3397250"/>
          <p14:tracePt t="20974" x="2940050" y="3397250"/>
          <p14:tracePt t="20988" x="2901950" y="3409950"/>
          <p14:tracePt t="20990" x="2844800" y="3409950"/>
          <p14:tracePt t="21005" x="2813050" y="3409950"/>
          <p14:tracePt t="21005" x="2774950" y="3409950"/>
          <p14:tracePt t="21013" x="2743200" y="3409950"/>
          <p14:tracePt t="21022" x="2705100" y="3409950"/>
          <p14:tracePt t="21029" x="2673350" y="3409950"/>
          <p14:tracePt t="21038" x="2622550" y="3409950"/>
          <p14:tracePt t="21045" x="2584450" y="3409950"/>
          <p14:tracePt t="21055" x="2540000" y="3409950"/>
          <p14:tracePt t="21061" x="2495550" y="3409950"/>
          <p14:tracePt t="21072" x="2463800" y="3409950"/>
          <p14:tracePt t="21077" x="2444750" y="3409950"/>
          <p14:tracePt t="21088" x="2400300" y="3409950"/>
          <p14:tracePt t="21094" x="2355850" y="3409950"/>
          <p14:tracePt t="21105" x="2324100" y="3409950"/>
          <p14:tracePt t="21109" x="2292350" y="3409950"/>
          <p14:tracePt t="21121" x="2260600" y="3409950"/>
          <p14:tracePt t="21125" x="2235200" y="3409950"/>
          <p14:tracePt t="21138" x="2216150" y="3409950"/>
          <p14:tracePt t="21141" x="2184400" y="3409950"/>
          <p14:tracePt t="21155" x="2165350" y="3409950"/>
          <p14:tracePt t="21158" x="2146300" y="3409950"/>
          <p14:tracePt t="21171" x="2114550" y="3409950"/>
          <p14:tracePt t="21174" x="2101850" y="3409950"/>
          <p14:tracePt t="21188" x="2082800" y="3409950"/>
          <p14:tracePt t="21190" x="2076450" y="3409950"/>
          <p14:tracePt t="21205" x="2063750" y="3409950"/>
          <p14:tracePt t="21206" x="2051050" y="3409950"/>
          <p14:tracePt t="21222" x="2032000" y="3409950"/>
          <p14:tracePt t="21238" x="2025650" y="3409950"/>
          <p14:tracePt t="21246" x="2012950" y="3409950"/>
          <p14:tracePt t="21254" x="2006600" y="3409950"/>
          <p14:tracePt t="21271" x="1993900" y="3409950"/>
          <p14:tracePt t="21278" x="1981200" y="3409950"/>
          <p14:tracePt t="21286" x="1974850" y="3397250"/>
          <p14:tracePt t="21302" x="1962150" y="3397250"/>
          <p14:tracePt t="21310" x="1955800" y="3397250"/>
          <p14:tracePt t="21318" x="1943100" y="3390900"/>
          <p14:tracePt t="21334" x="1936750" y="3390900"/>
          <p14:tracePt t="21342" x="1924050" y="3378200"/>
          <p14:tracePt t="21374" x="1917700" y="3378200"/>
          <p14:tracePt t="21406" x="1917700" y="3371850"/>
          <p14:tracePt t="21462" x="1905000" y="3371850"/>
          <p14:tracePt t="21622" x="1905000" y="3378200"/>
          <p14:tracePt t="21790" x="1892300" y="3378200"/>
          <p14:tracePt t="21822" x="1892300" y="3390900"/>
          <p14:tracePt t="21870" x="1885950" y="3390900"/>
          <p14:tracePt t="22151" x="1892300" y="3390900"/>
          <p14:tracePt t="22191" x="1905000" y="3390900"/>
          <p14:tracePt t="22215" x="1917700" y="3390900"/>
          <p14:tracePt t="22231" x="1924050" y="3378200"/>
          <p14:tracePt t="22247" x="1936750" y="3378200"/>
          <p14:tracePt t="22255" x="1943100" y="3378200"/>
          <p14:tracePt t="22263" x="1955800" y="3378200"/>
          <p14:tracePt t="22279" x="1962150" y="3378200"/>
          <p14:tracePt t="22288" x="1974850" y="3378200"/>
          <p14:tracePt t="22295" x="1981200" y="3378200"/>
          <p14:tracePt t="22305" x="2006600" y="3378200"/>
          <p14:tracePt t="22311" x="2012950" y="3378200"/>
          <p14:tracePt t="22321" x="2025650" y="3378200"/>
          <p14:tracePt t="22327" x="2044700" y="3378200"/>
          <p14:tracePt t="22338" x="2063750" y="3378200"/>
          <p14:tracePt t="22343" x="2095500" y="3378200"/>
          <p14:tracePt t="22355" x="2114550" y="3378200"/>
          <p14:tracePt t="22359" x="2146300" y="3378200"/>
          <p14:tracePt t="22372" x="2152650" y="3378200"/>
          <p14:tracePt t="22375" x="2184400" y="3378200"/>
          <p14:tracePt t="22388" x="2216150" y="3378200"/>
          <p14:tracePt t="22391" x="2241550" y="3390900"/>
          <p14:tracePt t="22405" x="2254250" y="3390900"/>
          <p14:tracePt t="22407" x="2286000" y="3390900"/>
          <p14:tracePt t="22421" x="2305050" y="3390900"/>
          <p14:tracePt t="22423" x="2311400" y="3397250"/>
          <p14:tracePt t="22438" x="2324100" y="3397250"/>
          <p14:tracePt t="22441" x="2330450" y="3397250"/>
          <p14:tracePt t="22455" x="2343150" y="3397250"/>
          <p14:tracePt t="22455" x="2355850" y="3397250"/>
          <p14:tracePt t="22471" x="2362200" y="3397250"/>
          <p14:tracePt t="22479" x="2374900" y="3397250"/>
          <p14:tracePt t="22511" x="2381250" y="3397250"/>
          <p14:tracePt t="22543" x="2393950" y="3397250"/>
          <p14:tracePt t="22615" x="2400300" y="3397250"/>
          <p14:tracePt t="22695" x="2400300" y="3390900"/>
          <p14:tracePt t="22976" x="2400300" y="3378200"/>
          <p14:tracePt t="23040" x="2413000" y="3378200"/>
          <p14:tracePt t="23488" x="2400300" y="3378200"/>
          <p14:tracePt t="23497" x="2400300" y="3390900"/>
          <p14:tracePt t="23609" x="2400300" y="3397250"/>
          <p14:tracePt t="23713" x="2413000" y="3397250"/>
          <p14:tracePt t="23721" x="2425700" y="3397250"/>
          <p14:tracePt t="23729" x="2432050" y="3397250"/>
          <p14:tracePt t="23737" x="2451100" y="3397250"/>
          <p14:tracePt t="23745" x="2470150" y="3397250"/>
          <p14:tracePt t="23755" x="2495550" y="3397250"/>
          <p14:tracePt t="23761" x="2520950" y="3390900"/>
          <p14:tracePt t="23769" x="2552700" y="3390900"/>
          <p14:tracePt t="23777" x="2584450" y="3378200"/>
          <p14:tracePt t="23785" x="2622550" y="3378200"/>
          <p14:tracePt t="23793" x="2654300" y="3378200"/>
          <p14:tracePt t="23805" x="2692400" y="3371850"/>
          <p14:tracePt t="23809" x="2705100" y="3371850"/>
          <p14:tracePt t="23822" x="2730500" y="3371850"/>
          <p14:tracePt t="23825" x="2762250" y="3371850"/>
          <p14:tracePt t="23838" x="2781300" y="3371850"/>
          <p14:tracePt t="23841" x="2800350" y="3371850"/>
          <p14:tracePt t="23855" x="2819400" y="3371850"/>
          <p14:tracePt t="23857" x="2832100" y="3371850"/>
          <p14:tracePt t="23872" x="2851150" y="3371850"/>
          <p14:tracePt t="23888" x="2863850" y="3371850"/>
          <p14:tracePt t="23890" x="2870200" y="3371850"/>
          <p14:tracePt t="23905" x="2882900" y="3371850"/>
          <p14:tracePt t="23905" x="2889250" y="3371850"/>
          <p14:tracePt t="23913" x="2901950" y="3371850"/>
          <p14:tracePt t="23929" x="2914650" y="3371850"/>
          <p14:tracePt t="23938" x="2921000" y="3371850"/>
          <p14:tracePt t="23954" x="2933700" y="3371850"/>
          <p14:tracePt t="23969" x="2940050" y="3371850"/>
          <p14:tracePt t="23985" x="2952750" y="3371850"/>
          <p14:tracePt t="23993" x="2959100" y="3371850"/>
          <p14:tracePt t="24009" x="2971800" y="3371850"/>
          <p14:tracePt t="24017" x="2984500" y="3371850"/>
          <p14:tracePt t="24025" x="2990850" y="3371850"/>
          <p14:tracePt t="24033" x="3003550" y="3371850"/>
          <p14:tracePt t="24041" x="3022600" y="3371850"/>
          <p14:tracePt t="24055" x="3028950" y="3371850"/>
          <p14:tracePt t="24057" x="3054350" y="3371850"/>
          <p14:tracePt t="24071" x="3060700" y="3371850"/>
          <p14:tracePt t="24073" x="3079750" y="3371850"/>
          <p14:tracePt t="24088" x="3098800" y="3378200"/>
          <p14:tracePt t="24090" x="3124200" y="3378200"/>
          <p14:tracePt t="24105" x="3149600" y="3378200"/>
          <p14:tracePt t="24106" x="3181350" y="3390900"/>
          <p14:tracePt t="24121" x="3232150" y="3409950"/>
          <p14:tracePt t="24129" x="3270250" y="3409950"/>
          <p14:tracePt t="24138" x="3302000" y="3416300"/>
          <p14:tracePt t="24145" x="3340100" y="3429000"/>
          <p14:tracePt t="24155" x="3390900" y="3441700"/>
          <p14:tracePt t="24161" x="3441700" y="3441700"/>
          <p14:tracePt t="24171" x="3479800" y="3448050"/>
          <p14:tracePt t="24177" x="3530600" y="3448050"/>
          <p14:tracePt t="24188" x="3581400" y="3448050"/>
          <p14:tracePt t="24193" x="3600450" y="3448050"/>
          <p14:tracePt t="24205" x="3670300" y="3448050"/>
          <p14:tracePt t="24209" x="3689350" y="3448050"/>
          <p14:tracePt t="24221" x="3721100" y="3460750"/>
          <p14:tracePt t="24225" x="3740150" y="3460750"/>
          <p14:tracePt t="24238" x="3759200" y="3460750"/>
          <p14:tracePt t="24242" x="3790950" y="3460750"/>
          <p14:tracePt t="24255" x="3797300" y="3460750"/>
          <p14:tracePt t="24258" x="3816350" y="3467100"/>
          <p14:tracePt t="24271" x="3829050" y="3467100"/>
          <p14:tracePt t="24274" x="3841750" y="3467100"/>
          <p14:tracePt t="24288" x="3860800" y="3479800"/>
          <p14:tracePt t="24290" x="3867150" y="3479800"/>
          <p14:tracePt t="24305" x="3879850" y="3486150"/>
          <p14:tracePt t="24306" x="3886200" y="3498850"/>
          <p14:tracePt t="24322" x="3898900" y="3498850"/>
          <p14:tracePt t="24322" x="3898900" y="3511550"/>
          <p14:tracePt t="24329" x="3911600" y="3511550"/>
          <p14:tracePt t="24338" x="3911600" y="3517900"/>
          <p14:tracePt t="24354" x="3917950" y="3517900"/>
          <p14:tracePt t="24362" x="3917950" y="3530600"/>
          <p14:tracePt t="24394" x="3917950" y="3536950"/>
          <p14:tracePt t="24418" x="3917950" y="3549650"/>
          <p14:tracePt t="24450" x="3917950" y="3556000"/>
          <p14:tracePt t="24474" x="3911600" y="3556000"/>
          <p14:tracePt t="24482" x="3911600" y="3568700"/>
          <p14:tracePt t="24490" x="3898900" y="3568700"/>
          <p14:tracePt t="24506" x="3886200" y="3568700"/>
          <p14:tracePt t="24525" x="3879850" y="3581400"/>
          <p14:tracePt t="24538" x="3867150" y="3581400"/>
          <p14:tracePt t="24546" x="3860800" y="3581400"/>
          <p14:tracePt t="24554" x="3841750" y="3581400"/>
          <p14:tracePt t="24562" x="3829050" y="3587750"/>
          <p14:tracePt t="24572" x="3816350" y="3587750"/>
          <p14:tracePt t="24578" x="3797300" y="3587750"/>
          <p14:tracePt t="24588" x="3790950" y="3587750"/>
          <p14:tracePt t="24594" x="3778250" y="3587750"/>
          <p14:tracePt t="24605" x="3759200" y="3587750"/>
          <p14:tracePt t="24610" x="3746500" y="3587750"/>
          <p14:tracePt t="24622" x="3740150" y="3587750"/>
          <p14:tracePt t="24626" x="3727450" y="3587750"/>
          <p14:tracePt t="24642" x="3721100" y="3587750"/>
          <p14:tracePt t="24666" x="3708400" y="3587750"/>
          <p14:tracePt t="24714" x="3702050" y="3587750"/>
          <p14:tracePt t="24906" x="3708400" y="3587750"/>
          <p14:tracePt t="24922" x="3721100" y="3587750"/>
          <p14:tracePt t="24946" x="3727450" y="3587750"/>
          <p14:tracePt t="24970" x="3740150" y="3587750"/>
          <p14:tracePt t="24979" x="3746500" y="3587750"/>
          <p14:tracePt t="25002" x="3759200" y="3587750"/>
          <p14:tracePt t="25011" x="3771900" y="3587750"/>
          <p14:tracePt t="25034" x="3778250" y="3587750"/>
          <p14:tracePt t="25051" x="3790950" y="3587750"/>
          <p14:tracePt t="25067" x="3797300" y="3587750"/>
          <p14:tracePt t="25098" x="3810000" y="3587750"/>
          <p14:tracePt t="25131" x="3816350" y="3587750"/>
          <p14:tracePt t="25179" x="3829050" y="3587750"/>
          <p14:tracePt t="25371" x="3829050" y="3581400"/>
          <p14:tracePt t="25764" x="3797300" y="3581400"/>
          <p14:tracePt t="25771" x="3759200" y="3581400"/>
          <p14:tracePt t="25780" x="3721100" y="3587750"/>
          <p14:tracePt t="25787" x="3670300" y="3587750"/>
          <p14:tracePt t="25795" x="3581400" y="3606800"/>
          <p14:tracePt t="25805" x="3467100" y="3619500"/>
          <p14:tracePt t="25812" x="3422650" y="3619500"/>
          <p14:tracePt t="25820" x="3321050" y="3625850"/>
          <p14:tracePt t="25828" x="3232150" y="3638550"/>
          <p14:tracePt t="25836" x="3149600" y="3638550"/>
          <p14:tracePt t="25844" x="3111500" y="3651250"/>
          <p14:tracePt t="25855" x="3060700" y="3651250"/>
          <p14:tracePt t="25860" x="3022600" y="3657600"/>
          <p14:tracePt t="25871" x="2984500" y="3657600"/>
          <p14:tracePt t="25876" x="2959100" y="3670300"/>
          <p14:tracePt t="25888" x="2940050" y="3670300"/>
          <p14:tracePt t="25892" x="2933700" y="3670300"/>
          <p14:tracePt t="25904" x="2921000" y="3676650"/>
          <p14:tracePt t="25908" x="2914650" y="3676650"/>
          <p14:tracePt t="25921" x="2901950" y="3689350"/>
          <p14:tracePt t="25924" x="2889250" y="3689350"/>
          <p14:tracePt t="25938" x="2882900" y="3695700"/>
          <p14:tracePt t="25940" x="2870200" y="3708400"/>
          <p14:tracePt t="25955" x="2863850" y="3708400"/>
          <p14:tracePt t="25956" x="2851150" y="3721100"/>
          <p14:tracePt t="25971" x="2851150" y="3727450"/>
          <p14:tracePt t="25973" x="2844800" y="3740150"/>
          <p14:tracePt t="25988" x="2832100" y="3746500"/>
          <p14:tracePt t="25996" x="2819400" y="3759200"/>
          <p14:tracePt t="26012" x="2819400" y="3765550"/>
          <p14:tracePt t="26036" x="2819400" y="3778250"/>
          <p14:tracePt t="26156" x="2832100" y="3778250"/>
          <p14:tracePt t="26180" x="2844800" y="3778250"/>
          <p14:tracePt t="26196" x="2851150" y="3778250"/>
          <p14:tracePt t="26212" x="2863850" y="3778250"/>
          <p14:tracePt t="26228" x="2870200" y="3778250"/>
          <p14:tracePt t="26244" x="2882900" y="3778250"/>
          <p14:tracePt t="26252" x="2889250" y="3778250"/>
          <p14:tracePt t="26260" x="2901950" y="3778250"/>
          <p14:tracePt t="26268" x="2921000" y="3778250"/>
          <p14:tracePt t="26276" x="2933700" y="3778250"/>
          <p14:tracePt t="26288" x="2940050" y="3778250"/>
          <p14:tracePt t="26292" x="2952750" y="3778250"/>
          <p14:tracePt t="26305" x="2959100" y="3778250"/>
          <p14:tracePt t="26308" x="2971800" y="3778250"/>
          <p14:tracePt t="26321" x="2984500" y="3778250"/>
          <p14:tracePt t="26332" x="2990850" y="3778250"/>
          <p14:tracePt t="26340" x="3003550" y="3778250"/>
          <p14:tracePt t="26356" x="3009900" y="3778250"/>
          <p14:tracePt t="26364" x="3022600" y="3778250"/>
          <p14:tracePt t="26380" x="3028950" y="3778250"/>
          <p14:tracePt t="26388" x="3041650" y="3778250"/>
          <p14:tracePt t="26412" x="3054350" y="3778250"/>
          <p14:tracePt t="26421" x="3060700" y="3778250"/>
          <p14:tracePt t="26444" x="3073400" y="3778250"/>
          <p14:tracePt t="26460" x="3079750" y="3778250"/>
          <p14:tracePt t="26484" x="3092450" y="3778250"/>
          <p14:tracePt t="26508" x="3098800" y="3778250"/>
          <p14:tracePt t="26525" x="3111500" y="3778250"/>
          <p14:tracePt t="26542" x="3124200" y="3778250"/>
          <p14:tracePt t="26548" x="3130550" y="3790950"/>
          <p14:tracePt t="26556" x="3143250" y="3790950"/>
          <p14:tracePt t="26571" x="3149600" y="3790950"/>
          <p14:tracePt t="26573" x="3162300" y="3790950"/>
          <p14:tracePt t="26588" x="3168650" y="3797300"/>
          <p14:tracePt t="26605" x="3194050" y="3810000"/>
          <p14:tracePt t="26612" x="3200400" y="3810000"/>
          <p14:tracePt t="28142" x="3194050" y="3810000"/>
          <p14:tracePt t="28150" x="3168650" y="3810000"/>
          <p14:tracePt t="28159" x="3143250" y="3810000"/>
          <p14:tracePt t="28166" x="3124200" y="3810000"/>
          <p14:tracePt t="28175" x="3092450" y="3810000"/>
          <p14:tracePt t="28192" x="3003550" y="3810000"/>
          <p14:tracePt t="28198" x="2959100" y="3810000"/>
          <p14:tracePt t="28209" x="2914650" y="3810000"/>
          <p14:tracePt t="28214" x="2863850" y="3810000"/>
          <p14:tracePt t="28227" x="2819400" y="3810000"/>
          <p14:tracePt t="28231" x="2800350" y="3797300"/>
          <p14:tracePt t="28255" x="2705100" y="3790950"/>
          <p14:tracePt t="28262" x="2679700" y="3778250"/>
          <p14:tracePt t="28271" x="2654300" y="3765550"/>
          <p14:tracePt t="28279" x="2622550" y="3765550"/>
          <p14:tracePt t="28288" x="2603500" y="3765550"/>
          <p14:tracePt t="28295" x="2584450" y="3759200"/>
          <p14:tracePt t="28304" x="2565400" y="3759200"/>
          <p14:tracePt t="28310" x="2540000" y="3759200"/>
          <p14:tracePt t="28321" x="2533650" y="3746500"/>
          <p14:tracePt t="28327" x="2520950" y="3746500"/>
          <p14:tracePt t="28338" x="2514600" y="3746500"/>
          <p14:tracePt t="28343" x="2501900" y="3746500"/>
          <p14:tracePt t="28354" x="2495550" y="3746500"/>
          <p14:tracePt t="28359" x="2482850" y="3746500"/>
          <p14:tracePt t="28375" x="2470150" y="3746500"/>
          <p14:tracePt t="28391" x="2463800" y="3746500"/>
          <p14:tracePt t="28407" x="2451100" y="3746500"/>
          <p14:tracePt t="28431" x="2444750" y="3746500"/>
          <p14:tracePt t="28447" x="2432050" y="3746500"/>
          <p14:tracePt t="28455" x="2425700" y="3746500"/>
          <p14:tracePt t="28471" x="2413000" y="3746500"/>
          <p14:tracePt t="28479" x="2400300" y="3746500"/>
          <p14:tracePt t="28487" x="2393950" y="3759200"/>
          <p14:tracePt t="28495" x="2381250" y="3759200"/>
          <p14:tracePt t="28504" x="2374900" y="3759200"/>
          <p14:tracePt t="28511" x="2362200" y="3759200"/>
          <p14:tracePt t="28519" x="2355850" y="3759200"/>
          <p14:tracePt t="28543" x="2343150" y="3759200"/>
          <p14:tracePt t="28559" x="2330450" y="3759200"/>
          <p14:tracePt t="28591" x="2324100" y="3759200"/>
          <p14:tracePt t="28735" x="2330450" y="3759200"/>
          <p14:tracePt t="28775" x="2343150" y="3759200"/>
          <p14:tracePt t="28815" x="2355850" y="3759200"/>
          <p14:tracePt t="28847" x="2362200" y="3759200"/>
          <p14:tracePt t="28855" x="2374900" y="3759200"/>
          <p14:tracePt t="28863" x="2381250" y="3759200"/>
          <p14:tracePt t="28871" x="2400300" y="3759200"/>
          <p14:tracePt t="28879" x="2425700" y="3759200"/>
          <p14:tracePt t="28887" x="2444750" y="3759200"/>
          <p14:tracePt t="28895" x="2463800" y="3759200"/>
          <p14:tracePt t="28903" x="2495550" y="3759200"/>
          <p14:tracePt t="28911" x="2520950" y="3759200"/>
          <p14:tracePt t="28921" x="2552700" y="3759200"/>
          <p14:tracePt t="28927" x="2584450" y="3759200"/>
          <p14:tracePt t="28938" x="2622550" y="3759200"/>
          <p14:tracePt t="28944" x="2660650" y="3759200"/>
          <p14:tracePt t="28955" x="2711450" y="3759200"/>
          <p14:tracePt t="28959" x="2762250" y="3759200"/>
          <p14:tracePt t="28971" x="2813050" y="3746500"/>
          <p14:tracePt t="28975" x="2870200" y="3746500"/>
          <p14:tracePt t="28988" x="2921000" y="3746500"/>
          <p14:tracePt t="28991" x="2984500" y="3746500"/>
          <p14:tracePt t="29004" x="3028950" y="3740150"/>
          <p14:tracePt t="29008" x="3073400" y="3740150"/>
          <p14:tracePt t="29021" x="3124200" y="3740150"/>
          <p14:tracePt t="29024" x="3162300" y="3740150"/>
          <p14:tracePt t="29038" x="3219450" y="3740150"/>
          <p14:tracePt t="29040" x="3263900" y="3740150"/>
          <p14:tracePt t="29054" x="3308350" y="3740150"/>
          <p14:tracePt t="29056" x="3352800" y="3740150"/>
          <p14:tracePt t="29071" x="3397250" y="3740150"/>
          <p14:tracePt t="29073" x="3448050" y="3740150"/>
          <p14:tracePt t="29088" x="3530600" y="3740150"/>
          <p14:tracePt t="29096" x="3581400" y="3740150"/>
          <p14:tracePt t="29104" x="3619500" y="3740150"/>
          <p14:tracePt t="29112" x="3657600" y="3740150"/>
          <p14:tracePt t="29121" x="3702050" y="3740150"/>
          <p14:tracePt t="29128" x="3721100" y="3740150"/>
          <p14:tracePt t="29138" x="3746500" y="3740150"/>
          <p14:tracePt t="29144" x="3778250" y="3740150"/>
          <p14:tracePt t="29154" x="3797300" y="3740150"/>
          <p14:tracePt t="29160" x="3816350" y="3740150"/>
          <p14:tracePt t="29171" x="3829050" y="3740150"/>
          <p14:tracePt t="29176" x="3848100" y="3740150"/>
          <p14:tracePt t="29188" x="3860800" y="3740150"/>
          <p14:tracePt t="29192" x="3867150" y="3740150"/>
          <p14:tracePt t="29208" x="3879850" y="3740150"/>
          <p14:tracePt t="29224" x="3886200" y="3740150"/>
          <p14:tracePt t="29240" x="3898900" y="3740150"/>
          <p14:tracePt t="29264" x="3911600" y="3740150"/>
          <p14:tracePt t="29296" x="3917950" y="3740150"/>
          <p14:tracePt t="29344" x="3930650" y="3740150"/>
          <p14:tracePt t="29360" x="3930650" y="3746500"/>
          <p14:tracePt t="29977" x="3930650" y="3759200"/>
          <p14:tracePt t="30001" x="3930650" y="3765550"/>
          <p14:tracePt t="30033" x="3930650" y="3778250"/>
          <p14:tracePt t="30129" x="3930650" y="3765550"/>
          <p14:tracePt t="30249" x="3930650" y="3778250"/>
          <p14:tracePt t="30593" x="3930650" y="3765550"/>
          <p14:tracePt t="30625" x="3930650" y="3759200"/>
          <p14:tracePt t="30633" x="3937000" y="3759200"/>
          <p14:tracePt t="30657" x="3937000" y="3746500"/>
          <p14:tracePt t="30665" x="3956050" y="3746500"/>
          <p14:tracePt t="30675" x="3968750" y="3746500"/>
          <p14:tracePt t="30682" x="3987800" y="3746500"/>
          <p14:tracePt t="30986" x="4000500" y="3746500"/>
          <p14:tracePt t="30994" x="4025900" y="3746500"/>
          <p14:tracePt t="31002" x="4057650" y="3746500"/>
          <p14:tracePt t="31010" x="4089400" y="3746500"/>
          <p14:tracePt t="31018" x="4121150" y="3746500"/>
          <p14:tracePt t="31026" x="4165600" y="3746500"/>
          <p14:tracePt t="31034" x="4216400" y="3759200"/>
          <p14:tracePt t="31042" x="4267200" y="3759200"/>
          <p14:tracePt t="31050" x="4279900" y="3765550"/>
          <p14:tracePt t="31058" x="4318000" y="3778250"/>
          <p14:tracePt t="31071" x="4356100" y="3778250"/>
          <p14:tracePt t="31074" x="4375150" y="3778250"/>
          <p14:tracePt t="31088" x="4400550" y="3790950"/>
          <p14:tracePt t="31090" x="4425950" y="3797300"/>
          <p14:tracePt t="31105" x="4445000" y="3797300"/>
          <p14:tracePt t="31106" x="4470400" y="3797300"/>
          <p14:tracePt t="31121" x="4476750" y="3810000"/>
          <p14:tracePt t="31124" x="4489450" y="3810000"/>
          <p14:tracePt t="31138" x="4508500" y="3810000"/>
          <p14:tracePt t="31138" x="4514850" y="3810000"/>
          <p14:tracePt t="31146" x="4527550" y="3810000"/>
          <p14:tracePt t="31154" x="4540250" y="3810000"/>
          <p14:tracePt t="31162" x="4559300" y="3810000"/>
          <p14:tracePt t="31171" x="4565650" y="3810000"/>
          <p14:tracePt t="31178" x="4578350" y="3810000"/>
          <p14:tracePt t="31188" x="4584700" y="3810000"/>
          <p14:tracePt t="31194" x="4597400" y="3810000"/>
          <p14:tracePt t="31204" x="4603750" y="3810000"/>
          <p14:tracePt t="31210" x="4616450" y="3810000"/>
          <p14:tracePt t="31222" x="4629150" y="3810000"/>
          <p14:tracePt t="31226" x="4635500" y="3810000"/>
          <p14:tracePt t="31242" x="4648200" y="3810000"/>
          <p14:tracePt t="31258" x="4654550" y="3810000"/>
          <p14:tracePt t="31266" x="4667250" y="3810000"/>
          <p14:tracePt t="31282" x="4673600" y="3810000"/>
          <p14:tracePt t="31298" x="4686300" y="3810000"/>
          <p14:tracePt t="31306" x="4699000" y="3810000"/>
          <p14:tracePt t="31322" x="4705350" y="3810000"/>
          <p14:tracePt t="31338" x="4718050" y="3810000"/>
          <p14:tracePt t="31346" x="4724400" y="3810000"/>
          <p14:tracePt t="31354" x="4737100" y="3810000"/>
          <p14:tracePt t="31371" x="4743450" y="3810000"/>
          <p14:tracePt t="31378" x="4756150" y="3810000"/>
          <p14:tracePt t="31387" x="4768850" y="3810000"/>
          <p14:tracePt t="31394" x="4787900" y="3810000"/>
          <p14:tracePt t="31404" x="4794250" y="3810000"/>
          <p14:tracePt t="31410" x="4806950" y="3810000"/>
          <p14:tracePt t="31418" x="4813300" y="3810000"/>
          <p14:tracePt t="31426" x="4826000" y="3810000"/>
          <p14:tracePt t="31434" x="4838700" y="3810000"/>
          <p14:tracePt t="31442" x="4857750" y="3810000"/>
          <p14:tracePt t="31459" x="4876800" y="3810000"/>
          <p14:tracePt t="31466" x="4883150" y="3810000"/>
          <p14:tracePt t="31475" x="4895850" y="3810000"/>
          <p14:tracePt t="31482" x="4908550" y="3810000"/>
          <p14:tracePt t="31492" x="4914900" y="3810000"/>
          <p14:tracePt t="31498" x="4927600" y="3810000"/>
          <p14:tracePt t="31506" x="4933950" y="3810000"/>
          <p14:tracePt t="31521" x="4946650" y="3810000"/>
          <p14:tracePt t="31523" x="4953000" y="3810000"/>
          <p14:tracePt t="31538" x="4965700" y="3810000"/>
          <p14:tracePt t="31554" x="4984750" y="3810000"/>
          <p14:tracePt t="31562" x="4997450" y="3810000"/>
          <p14:tracePt t="31571" x="5003800" y="3810000"/>
          <p14:tracePt t="31587" x="5016500" y="3810000"/>
          <p14:tracePt t="31602" x="5022850" y="3810000"/>
          <p14:tracePt t="31610" x="5035550" y="3810000"/>
          <p14:tracePt t="31635" x="5048250" y="3810000"/>
          <p14:tracePt t="31667" x="5054600" y="3816350"/>
          <p14:tracePt t="31698" x="5067300" y="3816350"/>
          <p14:tracePt t="31731" x="5073650" y="3816350"/>
          <p14:tracePt t="31755" x="5086350" y="3816350"/>
          <p14:tracePt t="31795" x="5092700" y="3816350"/>
          <p14:tracePt t="31875" x="5105400" y="3816350"/>
          <p14:tracePt t="31923" x="5118100" y="3816350"/>
          <p14:tracePt t="31939" x="5124450" y="3816350"/>
          <p14:tracePt t="31947" x="5137150" y="3816350"/>
          <p14:tracePt t="31963" x="5156200" y="3816350"/>
          <p14:tracePt t="31971" x="5175250" y="3816350"/>
          <p14:tracePt t="31979" x="5187950" y="3816350"/>
          <p14:tracePt t="31987" x="5213350" y="3810000"/>
          <p14:tracePt t="31995" x="5232400" y="3810000"/>
          <p14:tracePt t="32005" x="5264150" y="3810000"/>
          <p14:tracePt t="32011" x="5283200" y="3810000"/>
          <p14:tracePt t="32021" x="5302250" y="3810000"/>
          <p14:tracePt t="32027" x="5334000" y="3810000"/>
          <p14:tracePt t="32038" x="5365750" y="3797300"/>
          <p14:tracePt t="32043" x="5372100" y="3797300"/>
          <p14:tracePt t="32054" x="5403850" y="3797300"/>
          <p14:tracePt t="32059" x="5422900" y="3797300"/>
          <p14:tracePt t="32071" x="5435600" y="3797300"/>
          <p14:tracePt t="32075" x="5441950" y="3797300"/>
          <p14:tracePt t="32088" x="5467350" y="3797300"/>
          <p14:tracePt t="32091" x="5473700" y="3797300"/>
          <p14:tracePt t="32107" x="5486400" y="3797300"/>
          <p14:tracePt t="32121" x="5492750" y="3797300"/>
          <p14:tracePt t="32131" x="5505450" y="3797300"/>
          <p14:tracePt t="32139" x="5511800" y="3797300"/>
          <p14:tracePt t="32155" x="5524500" y="3797300"/>
          <p14:tracePt t="32163" x="5537200" y="3797300"/>
          <p14:tracePt t="32171" x="5543550" y="3797300"/>
          <p14:tracePt t="32179" x="5556250" y="3797300"/>
          <p14:tracePt t="32195" x="5562600" y="3797300"/>
          <p14:tracePt t="32211" x="5575300" y="3797300"/>
          <p14:tracePt t="32221" x="5581650" y="3797300"/>
          <p14:tracePt t="32243" x="5594350" y="3797300"/>
          <p14:tracePt t="32251" x="5607050" y="3797300"/>
          <p14:tracePt t="32275" x="5613400" y="3797300"/>
          <p14:tracePt t="32283" x="5626100" y="3797300"/>
          <p14:tracePt t="32307" x="5632450" y="3797300"/>
          <p14:tracePt t="32331" x="5645150" y="3797300"/>
          <p14:tracePt t="32363" x="5651500" y="3797300"/>
          <p14:tracePt t="32644" x="5695950" y="3797300"/>
          <p14:tracePt t="32652" x="5721350" y="3797300"/>
          <p14:tracePt t="32660" x="5784850" y="3797300"/>
          <p14:tracePt t="32668" x="5822950" y="3797300"/>
          <p14:tracePt t="32676" x="5861050" y="3797300"/>
          <p14:tracePt t="32688" x="5949950" y="3797300"/>
          <p14:tracePt t="32692" x="6000750" y="3797300"/>
          <p14:tracePt t="32700" x="6083300" y="3797300"/>
          <p14:tracePt t="32708" x="6153150" y="3797300"/>
          <p14:tracePt t="32716" x="6184900" y="3797300"/>
          <p14:tracePt t="32724" x="6229350" y="3810000"/>
          <p14:tracePt t="32738" x="6280150" y="3810000"/>
          <p14:tracePt t="32740" x="6311900" y="3816350"/>
          <p14:tracePt t="32755" x="6343650" y="3816350"/>
          <p14:tracePt t="32757" x="6362700" y="3816350"/>
          <p14:tracePt t="32771" x="6381750" y="3816350"/>
          <p14:tracePt t="32773" x="6394450" y="3816350"/>
          <p14:tracePt t="32788" x="6400800" y="3816350"/>
          <p14:tracePt t="32788" x="6413500" y="3816350"/>
          <p14:tracePt t="32796" x="6419850" y="3816350"/>
          <p14:tracePt t="32805" x="6432550" y="3816350"/>
          <p14:tracePt t="32812" x="6438900" y="3816350"/>
          <p14:tracePt t="32821" x="6464300" y="3816350"/>
          <p14:tracePt t="32828" x="6470650" y="3816350"/>
          <p14:tracePt t="32838" x="6489700" y="3816350"/>
          <p14:tracePt t="32844" x="6508750" y="3816350"/>
          <p14:tracePt t="32854" x="6521450" y="3816350"/>
          <p14:tracePt t="32860" x="6553200" y="3816350"/>
          <p14:tracePt t="32871" x="6572250" y="3816350"/>
          <p14:tracePt t="32876" x="6591300" y="3816350"/>
          <p14:tracePt t="32888" x="6610350" y="3816350"/>
          <p14:tracePt t="32892" x="6623050" y="3816350"/>
          <p14:tracePt t="32909" x="6648450" y="3810000"/>
          <p14:tracePt t="32916" x="6673850" y="3810000"/>
          <p14:tracePt t="32925" x="6680200" y="3810000"/>
          <p14:tracePt t="32932" x="6692900" y="3810000"/>
          <p14:tracePt t="32954" x="6699250" y="3810000"/>
          <p14:tracePt t="32956" x="6711950" y="3810000"/>
          <p14:tracePt t="32971" x="6718300" y="3810000"/>
          <p14:tracePt t="32988" x="6731000" y="3810000"/>
          <p14:tracePt t="33004" x="6750050" y="3810000"/>
          <p14:tracePt t="33028" x="6762750" y="3810000"/>
          <p14:tracePt t="33068" x="6769100" y="3810000"/>
          <p14:tracePt t="33349" x="6781800" y="3810000"/>
          <p14:tracePt t="33421" x="6788150" y="3810000"/>
          <p14:tracePt t="33461" x="6800850" y="3810000"/>
          <p14:tracePt t="33485" x="6813550" y="3810000"/>
          <p14:tracePt t="33501" x="6819900" y="3810000"/>
          <p14:tracePt t="33517" x="6832600" y="3810000"/>
          <p14:tracePt t="33525" x="6838950" y="3810000"/>
          <p14:tracePt t="33542" x="6851650" y="3810000"/>
          <p14:tracePt t="33549" x="6858000" y="3810000"/>
          <p14:tracePt t="33573" x="6870700" y="3810000"/>
          <p14:tracePt t="33597" x="6883400" y="3810000"/>
          <p14:tracePt t="34254" x="6870700" y="3810000"/>
          <p14:tracePt t="34262" x="6838950" y="3810000"/>
          <p14:tracePt t="34270" x="6813550" y="3816350"/>
          <p14:tracePt t="34278" x="6769100" y="3829050"/>
          <p14:tracePt t="34286" x="6692900" y="3848100"/>
          <p14:tracePt t="34294" x="6604000" y="3879850"/>
          <p14:tracePt t="34302" x="6502400" y="3898900"/>
          <p14:tracePt t="34310" x="6413500" y="3905250"/>
          <p14:tracePt t="34325" x="6299200" y="3924300"/>
          <p14:tracePt t="34328" x="6242050" y="3924300"/>
          <p14:tracePt t="34342" x="6140450" y="3949700"/>
          <p14:tracePt t="34342" x="6045200" y="3949700"/>
          <p14:tracePt t="34350" x="5873750" y="3968750"/>
          <p14:tracePt t="34376" x="5613400" y="3987800"/>
          <p14:tracePt t="34382" x="5454650" y="3994150"/>
          <p14:tracePt t="34392" x="5346700" y="4006850"/>
          <p14:tracePt t="34398" x="5245100" y="4019550"/>
          <p14:tracePt t="34425" x="5003800" y="4038600"/>
          <p14:tracePt t="34430" x="4914900" y="4044950"/>
          <p14:tracePt t="34442" x="4838700" y="4044950"/>
          <p14:tracePt t="34446" x="4743450" y="4057650"/>
          <p14:tracePt t="34475" x="4514850" y="4076700"/>
          <p14:tracePt t="34479" x="4457700" y="4076700"/>
          <p14:tracePt t="34492" x="4400550" y="4089400"/>
          <p14:tracePt t="34495" x="4337050" y="4089400"/>
          <p14:tracePt t="34525" x="4165600" y="4108450"/>
          <p14:tracePt t="34528" x="4127500" y="4114800"/>
          <p14:tracePt t="34542" x="4076700" y="4114800"/>
          <p14:tracePt t="34543" x="4038600" y="4114800"/>
          <p14:tracePt t="34576" x="3898900" y="4114800"/>
          <p14:tracePt t="34582" x="3860800" y="4114800"/>
          <p14:tracePt t="34592" x="3829050" y="4114800"/>
          <p14:tracePt t="34599" x="3790950" y="4114800"/>
          <p14:tracePt t="34625" x="3721100" y="4114800"/>
          <p14:tracePt t="34631" x="3689350" y="4114800"/>
          <p14:tracePt t="34642" x="3657600" y="4114800"/>
          <p14:tracePt t="34647" x="3638550" y="4114800"/>
          <p14:tracePt t="34676" x="3562350" y="4114800"/>
          <p14:tracePt t="34679" x="3530600" y="4108450"/>
          <p14:tracePt t="34692" x="3498850" y="4108450"/>
          <p14:tracePt t="34695" x="3467100" y="4095750"/>
          <p14:tracePt t="34726" x="3409950" y="4076700"/>
          <p14:tracePt t="34728" x="3390900" y="4076700"/>
          <p14:tracePt t="34743" x="3371850" y="4064000"/>
          <p14:tracePt t="34743" x="3327400" y="4044950"/>
          <p14:tracePt t="34751" x="3308350" y="4044950"/>
          <p14:tracePt t="34776" x="3200400" y="4006850"/>
          <p14:tracePt t="34783" x="3168650" y="3987800"/>
          <p14:tracePt t="34792" x="3130550" y="3975100"/>
          <p14:tracePt t="34799" x="3111500" y="3968750"/>
          <p14:tracePt t="34826" x="3028950" y="3924300"/>
          <p14:tracePt t="34831" x="3003550" y="3917950"/>
          <p14:tracePt t="34842" x="2984500" y="3905250"/>
          <p14:tracePt t="34847" x="2959100" y="3905250"/>
          <p14:tracePt t="34875" x="2921000" y="3886200"/>
          <p14:tracePt t="34879" x="2901950" y="3886200"/>
          <p14:tracePt t="34895" x="2889250" y="3879850"/>
          <p14:tracePt t="34926" x="2882900" y="3879850"/>
          <p14:tracePt t="35247" x="2870200" y="3879850"/>
          <p14:tracePt t="35255" x="2863850" y="3879850"/>
          <p14:tracePt t="35263" x="2851150" y="3879850"/>
          <p14:tracePt t="35271" x="2819400" y="3886200"/>
          <p14:tracePt t="35279" x="2800350" y="3898900"/>
          <p14:tracePt t="35287" x="2794000" y="3898900"/>
          <p14:tracePt t="35295" x="2762250" y="3898900"/>
          <p14:tracePt t="35303" x="2730500" y="3905250"/>
          <p14:tracePt t="35311" x="2711450" y="3905250"/>
          <p14:tracePt t="35325" x="2692400" y="3917950"/>
          <p14:tracePt t="35328" x="2673350" y="3917950"/>
          <p14:tracePt t="35342" x="2654300" y="3917950"/>
          <p14:tracePt t="35344" x="2641600" y="3917950"/>
          <p14:tracePt t="35375" x="2603500" y="3924300"/>
          <p14:tracePt t="35383" x="2590800" y="3924300"/>
          <p14:tracePt t="35392" x="2584450" y="3924300"/>
          <p14:tracePt t="35400" x="2571750" y="3924300"/>
          <p14:tracePt t="35425" x="2552700" y="3937000"/>
          <p14:tracePt t="35440" x="2540000" y="3949700"/>
          <p14:tracePt t="35447" x="2533650" y="3949700"/>
          <p14:tracePt t="35471" x="2520950" y="3949700"/>
          <p14:tracePt t="35512" x="2514600" y="3956050"/>
          <p14:tracePt t="35543" x="2501900" y="3956050"/>
          <p14:tracePt t="35608" x="2495550" y="3956050"/>
          <p14:tracePt t="36385" x="2514600" y="3956050"/>
          <p14:tracePt t="36393" x="2540000" y="3956050"/>
          <p14:tracePt t="36401" x="2571750" y="3956050"/>
          <p14:tracePt t="36409" x="2609850" y="3956050"/>
          <p14:tracePt t="36425" x="2679700" y="3956050"/>
          <p14:tracePt t="36433" x="2724150" y="3956050"/>
          <p14:tracePt t="36442" x="2749550" y="3956050"/>
          <p14:tracePt t="36449" x="2794000" y="3956050"/>
          <p14:tracePt t="36459" x="2813050" y="3956050"/>
          <p14:tracePt t="36465" x="2870200" y="3956050"/>
          <p14:tracePt t="36492" x="2959100" y="3956050"/>
          <p14:tracePt t="36497" x="2984500" y="3956050"/>
          <p14:tracePt t="36508" x="3003550" y="3956050"/>
          <p14:tracePt t="36513" x="3022600" y="3956050"/>
          <p14:tracePt t="36542" x="3054350" y="3956050"/>
          <p14:tracePt t="36545" x="3060700" y="3956050"/>
          <p14:tracePt t="36558" x="3073400" y="3956050"/>
          <p14:tracePt t="36569" x="3079750" y="3956050"/>
          <p14:tracePt t="36601" x="3092450" y="3956050"/>
          <p14:tracePt t="36993" x="3092450" y="3968750"/>
          <p14:tracePt t="37129" x="3092450" y="3975100"/>
          <p14:tracePt t="37979" x="3092450" y="3968750"/>
          <p14:tracePt t="37987" x="3092450" y="3949700"/>
          <p14:tracePt t="37995" x="3111500" y="3917950"/>
          <p14:tracePt t="38003" x="3130550" y="3886200"/>
          <p14:tracePt t="38011" x="3149600" y="3860800"/>
          <p14:tracePt t="38026" x="3168650" y="3829050"/>
          <p14:tracePt t="38028" x="3200400" y="3810000"/>
          <p14:tracePt t="38042" x="3213100" y="3797300"/>
          <p14:tracePt t="38043" x="3238500" y="3765550"/>
          <p14:tracePt t="38058" x="3251200" y="3759200"/>
          <p14:tracePt t="38059" x="3270250" y="3746500"/>
          <p14:tracePt t="38067" x="3289300" y="3740150"/>
          <p14:tracePt t="38092" x="3321050" y="3727450"/>
          <p14:tracePt t="38099" x="3327400" y="3727450"/>
          <p14:tracePt t="38108" x="3340100" y="3727450"/>
          <p14:tracePt t="38131" x="3352800" y="3727450"/>
          <p14:tracePt t="38147" x="3359150" y="3727450"/>
          <p14:tracePt t="38158" x="3371850" y="3727450"/>
          <p14:tracePt t="38163" x="3390900" y="3727450"/>
          <p14:tracePt t="38192" x="3448050" y="3727450"/>
          <p14:tracePt t="38195" x="3479800" y="3740150"/>
          <p14:tracePt t="38208" x="3492500" y="3740150"/>
          <p14:tracePt t="38211" x="3517900" y="3740150"/>
          <p14:tracePt t="38243" x="3581400" y="3759200"/>
          <p14:tracePt t="38244" x="3600450" y="3759200"/>
          <p14:tracePt t="38251" x="3606800" y="3759200"/>
          <p14:tracePt t="38259" x="3632200" y="3765550"/>
          <p14:tracePt t="38275" x="3638550" y="3765550"/>
          <p14:tracePt t="38292" x="3651250" y="3765550"/>
          <p14:tracePt t="38308" x="3651250" y="3778250"/>
          <p14:tracePt t="38315" x="3657600" y="3778250"/>
          <p14:tracePt t="38355" x="3670300" y="3778250"/>
          <p14:tracePt t="38395" x="3676650" y="3778250"/>
          <p14:tracePt t="38459" x="3689350" y="3778250"/>
          <p14:tracePt t="38491" x="3702050" y="3778250"/>
          <p14:tracePt t="38508" x="3708400" y="3778250"/>
          <p14:tracePt t="38531" x="3721100" y="3778250"/>
          <p14:tracePt t="38539" x="3727450" y="3778250"/>
          <p14:tracePt t="38555" x="3740150" y="3778250"/>
          <p14:tracePt t="38563" x="3746500" y="3778250"/>
          <p14:tracePt t="38575" x="3759200" y="3778250"/>
          <p14:tracePt t="38579" x="3771900" y="3778250"/>
          <p14:tracePt t="38592" x="3790950" y="3778250"/>
          <p14:tracePt t="38595" x="3797300" y="3778250"/>
          <p14:tracePt t="38625" x="3841750" y="3778250"/>
          <p14:tracePt t="38627" x="3848100" y="3778250"/>
          <p14:tracePt t="38642" x="3860800" y="3778250"/>
          <p14:tracePt t="38644" x="3867150" y="3778250"/>
          <p14:tracePt t="38675" x="3886200" y="3778250"/>
          <p14:tracePt t="38699" x="3898900" y="3778250"/>
          <p14:tracePt t="38747" x="3911600" y="3778250"/>
          <p14:tracePt t="44536" x="3911600" y="3790950"/>
          <p14:tracePt t="44544" x="3917950" y="3810000"/>
          <p14:tracePt t="44552" x="3930650" y="3816350"/>
          <p14:tracePt t="44560" x="3949700" y="3835400"/>
          <p14:tracePt t="44576" x="3956050" y="3860800"/>
          <p14:tracePt t="44578" x="3981450" y="3879850"/>
          <p14:tracePt t="44592" x="4000500" y="3905250"/>
          <p14:tracePt t="44593" x="4025900" y="3924300"/>
          <p14:tracePt t="44608" x="4089400" y="3975100"/>
          <p14:tracePt t="44616" x="4121150" y="3994150"/>
          <p14:tracePt t="44642" x="4165600" y="4044950"/>
          <p14:tracePt t="44648" x="4191000" y="4064000"/>
          <p14:tracePt t="44658" x="4210050" y="4089400"/>
          <p14:tracePt t="44664" x="4216400" y="4095750"/>
          <p14:tracePt t="44691" x="4248150" y="4127500"/>
          <p14:tracePt t="44696" x="4248150" y="4133850"/>
          <p14:tracePt t="44712" x="4260850" y="4146550"/>
          <p14:tracePt t="44742" x="4267200" y="4159250"/>
          <p14:tracePt t="44744" x="4279900" y="4165600"/>
          <p14:tracePt t="44759" x="4286250" y="4165600"/>
          <p14:tracePt t="44761" x="4298950" y="4178300"/>
          <p14:tracePt t="44792" x="4330700" y="4184650"/>
          <p14:tracePt t="44794" x="4337050" y="4184650"/>
          <p14:tracePt t="44808" x="4349750" y="4197350"/>
          <p14:tracePt t="44816" x="4356100" y="4197350"/>
          <p14:tracePt t="44842" x="4368800" y="4203700"/>
          <p14:tracePt t="44848" x="4375150" y="4203700"/>
          <p14:tracePt t="44858" x="4387850" y="4203700"/>
          <p14:tracePt t="44865" x="4400550" y="4203700"/>
          <p14:tracePt t="44892" x="4438650" y="4216400"/>
          <p14:tracePt t="44897" x="4445000" y="4216400"/>
          <p14:tracePt t="44908" x="4457700" y="4229100"/>
          <p14:tracePt t="44913" x="4476750" y="4229100"/>
          <p14:tracePt t="44942" x="4495800" y="4235450"/>
          <p14:tracePt t="44945" x="4508500" y="4235450"/>
          <p14:tracePt t="44958" x="4514850" y="4248150"/>
          <p14:tracePt t="44961" x="4527550" y="4248150"/>
          <p14:tracePt t="44992" x="4565650" y="4254500"/>
          <p14:tracePt t="44994" x="4578350" y="4267200"/>
          <p14:tracePt t="45009" x="4597400" y="4267200"/>
          <p14:tracePt t="45009" x="4616450" y="4273550"/>
          <p14:tracePt t="45017" x="4629150" y="4273550"/>
          <p14:tracePt t="45042" x="4654550" y="4286250"/>
          <p14:tracePt t="45049" x="4667250" y="4298950"/>
          <p14:tracePt t="45065" x="4673600" y="4298950"/>
          <p14:tracePt t="45097" x="4686300" y="4305300"/>
          <p14:tracePt t="45265" x="4699000" y="4305300"/>
          <p14:tracePt t="45337" x="4705350" y="4305300"/>
          <p14:tracePt t="45345" x="4724400" y="4298950"/>
          <p14:tracePt t="45353" x="4756150" y="4286250"/>
          <p14:tracePt t="45361" x="4794250" y="4286250"/>
          <p14:tracePt t="45369" x="4845050" y="4267200"/>
          <p14:tracePt t="45377" x="4908550" y="4254500"/>
          <p14:tracePt t="45385" x="4946650" y="4248150"/>
          <p14:tracePt t="45393" x="4997450" y="4248150"/>
          <p14:tracePt t="45408" x="5016500" y="4235450"/>
          <p14:tracePt t="45410" x="5054600" y="4235450"/>
          <p14:tracePt t="45425" x="5092700" y="4235450"/>
          <p14:tracePt t="45425" x="5124450" y="4229100"/>
          <p14:tracePt t="45433" x="5143500" y="4229100"/>
          <p14:tracePt t="45458" x="5213350" y="4229100"/>
          <p14:tracePt t="45465" x="5226050" y="4229100"/>
          <p14:tracePt t="45475" x="5245100" y="4229100"/>
          <p14:tracePt t="45481" x="5257800" y="4229100"/>
          <p14:tracePt t="45508" x="5283200" y="4229100"/>
          <p14:tracePt t="45513" x="5295900" y="4229100"/>
          <p14:tracePt t="45529" x="5302250" y="4235450"/>
          <p14:tracePt t="45569" x="5314950" y="4235450"/>
          <p14:tracePt t="45890" x="5334000" y="4235450"/>
          <p14:tracePt t="45898" x="5372100" y="4235450"/>
          <p14:tracePt t="45906" x="5416550" y="4235450"/>
          <p14:tracePt t="45914" x="5467350" y="4229100"/>
          <p14:tracePt t="45922" x="5505450" y="4229100"/>
          <p14:tracePt t="45941" x="5594350" y="4229100"/>
          <p14:tracePt t="45946" x="5626100" y="4229100"/>
          <p14:tracePt t="45958" x="5695950" y="4229100"/>
          <p14:tracePt t="45962" x="5715000" y="4229100"/>
          <p14:tracePt t="45975" x="5753100" y="4229100"/>
          <p14:tracePt t="45978" x="5784850" y="4229100"/>
          <p14:tracePt t="46008" x="5835650" y="4229100"/>
          <p14:tracePt t="46010" x="5842000" y="4229100"/>
          <p14:tracePt t="46058" x="5854700" y="4229100"/>
          <p14:tracePt t="46098" x="5861050" y="4229100"/>
          <p14:tracePt t="46122" x="5873750" y="4229100"/>
          <p14:tracePt t="46130" x="5880100" y="4229100"/>
          <p14:tracePt t="46138" x="5892800" y="4229100"/>
          <p14:tracePt t="46146" x="5905500" y="4229100"/>
          <p14:tracePt t="46154" x="5911850" y="4229100"/>
          <p14:tracePt t="46162" x="5924550" y="4235450"/>
          <p14:tracePt t="46170" x="5930900" y="4235450"/>
          <p14:tracePt t="46191" x="5943600" y="4235450"/>
          <p14:tracePt t="46194" x="5949950" y="4248150"/>
          <p14:tracePt t="46208" x="5962650" y="4248150"/>
          <p14:tracePt t="46226" x="5975350" y="4248150"/>
          <p14:tracePt t="46291" x="5981700" y="4248150"/>
          <p14:tracePt t="46731" x="5994400" y="4235450"/>
          <p14:tracePt t="46739" x="6013450" y="4203700"/>
          <p14:tracePt t="46747" x="6051550" y="4165600"/>
          <p14:tracePt t="46755" x="6070600" y="4133850"/>
          <p14:tracePt t="46775" x="6172200" y="4025900"/>
          <p14:tracePt t="46779" x="6223000" y="3968750"/>
          <p14:tracePt t="46792" x="6273800" y="3905250"/>
          <p14:tracePt t="46795" x="6324600" y="3860800"/>
          <p14:tracePt t="46808" x="6362700" y="3797300"/>
          <p14:tracePt t="46811" x="6413500" y="3746500"/>
          <p14:tracePt t="46842" x="6483350" y="3657600"/>
          <p14:tracePt t="46844" x="6502400" y="3625850"/>
          <p14:tracePt t="46858" x="6521450" y="3600450"/>
          <p14:tracePt t="46861" x="6534150" y="3587750"/>
          <p14:tracePt t="46892" x="6572250" y="3530600"/>
          <p14:tracePt t="46899" x="6578600" y="3517900"/>
          <p14:tracePt t="46908" x="6578600" y="3511550"/>
          <p14:tracePt t="46923" x="6591300" y="3498850"/>
          <p14:tracePt t="46955" x="6591300" y="3486150"/>
          <p14:tracePt t="47115" x="6604000" y="3479800"/>
          <p14:tracePt t="47124" x="6623050" y="3448050"/>
          <p14:tracePt t="47131" x="6661150" y="3397250"/>
          <p14:tracePt t="47139" x="6718300" y="3327400"/>
          <p14:tracePt t="47158" x="6838950" y="3136900"/>
          <p14:tracePt t="47163" x="6858000" y="3092450"/>
          <p14:tracePt t="47175" x="6908800" y="3003550"/>
          <p14:tracePt t="47179" x="6953250" y="2921000"/>
          <p14:tracePt t="47191" x="6978650" y="2838450"/>
          <p14:tracePt t="47195" x="7010400" y="2768600"/>
          <p14:tracePt t="47225" x="7061200" y="2641600"/>
          <p14:tracePt t="47229" x="7067550" y="2609850"/>
          <p14:tracePt t="47241" x="7080250" y="2584450"/>
          <p14:tracePt t="47243" x="7092950" y="2552700"/>
          <p14:tracePt t="47275" x="7099300" y="2501900"/>
          <p14:tracePt t="47276" x="7112000" y="2489200"/>
          <p14:tracePt t="47283" x="7112000" y="2482850"/>
          <p14:tracePt t="47292" x="7112000" y="2470150"/>
          <p14:tracePt t="47307" x="7118350" y="2463800"/>
          <p14:tracePt t="47325" x="7118350" y="2451100"/>
          <p14:tracePt t="47341" x="7118350" y="2444750"/>
          <p14:tracePt t="47347" x="7131050" y="2444750"/>
          <p14:tracePt t="47355" x="7131050" y="2432050"/>
          <p14:tracePt t="47375" x="7137400" y="2400300"/>
          <p14:tracePt t="47379" x="7150100" y="2393950"/>
          <p14:tracePt t="47391" x="7150100" y="2381250"/>
          <p14:tracePt t="47395" x="7162800" y="2374900"/>
          <p14:tracePt t="47425" x="7200900" y="2305050"/>
          <p14:tracePt t="47428" x="7219950" y="2254250"/>
          <p14:tracePt t="47441" x="7251700" y="2203450"/>
          <p14:tracePt t="47443" x="7277100" y="2133600"/>
          <p14:tracePt t="47475" x="7366000" y="1962150"/>
          <p14:tracePt t="47477" x="7397750" y="1905000"/>
          <p14:tracePt t="47492" x="7429500" y="1822450"/>
          <p14:tracePt t="47500" x="7448550" y="1797050"/>
          <p14:tracePt t="47525" x="7467600" y="1733550"/>
          <p14:tracePt t="47532" x="7480300" y="1727200"/>
          <p14:tracePt t="47542" x="7480300" y="1714500"/>
          <p14:tracePt t="47644" x="7480300" y="1727200"/>
          <p14:tracePt t="47652" x="7467600" y="1727200"/>
          <p14:tracePt t="47660" x="7467600" y="1733550"/>
          <p14:tracePt t="47668" x="7461250" y="1733550"/>
          <p14:tracePt t="47676" x="7461250" y="1746250"/>
          <p14:tracePt t="47691" x="7448550" y="1752600"/>
          <p14:tracePt t="47700" x="7435850" y="1752600"/>
          <p14:tracePt t="47708" x="7435850" y="1765300"/>
          <p14:tracePt t="47724" x="7429500" y="1765300"/>
          <p14:tracePt t="47732" x="7429500" y="1771650"/>
          <p14:tracePt t="47748" x="7416800" y="1771650"/>
          <p14:tracePt t="47758" x="7416800" y="1784350"/>
          <p14:tracePt t="47764" x="7410450" y="1784350"/>
          <p14:tracePt t="47780" x="7397750" y="1797050"/>
          <p14:tracePt t="47808" x="7378700" y="1803400"/>
          <p14:tracePt t="47812" x="7378700" y="1816100"/>
          <p14:tracePt t="47828" x="7366000" y="1816100"/>
          <p14:tracePt t="47858" x="7366000" y="1822450"/>
          <p14:tracePt t="47892" x="7378700" y="1822450"/>
          <p14:tracePt t="47908" x="7397750" y="1816100"/>
          <p14:tracePt t="47916" x="7416800" y="1816100"/>
          <p14:tracePt t="47924" x="7435850" y="1803400"/>
          <p14:tracePt t="47932" x="7467600" y="1797050"/>
          <p14:tracePt t="47940" x="7518400" y="1784350"/>
          <p14:tracePt t="47958" x="7600950" y="1771650"/>
          <p14:tracePt t="47964" x="7645400" y="1765300"/>
          <p14:tracePt t="47975" x="7689850" y="1752600"/>
          <p14:tracePt t="47980" x="7708900" y="1752600"/>
          <p14:tracePt t="48008" x="7829550" y="1752600"/>
          <p14:tracePt t="48012" x="7848600" y="1752600"/>
          <p14:tracePt t="48025" x="7867650" y="1752600"/>
          <p14:tracePt t="48028" x="7886700" y="1752600"/>
          <p14:tracePt t="48058" x="7905750" y="1765300"/>
          <p14:tracePt t="48060" x="7905750" y="1771650"/>
          <p14:tracePt t="48075" x="7905750" y="1797050"/>
          <p14:tracePt t="48077" x="7899400" y="1835150"/>
          <p14:tracePt t="48108" x="7689850" y="2184400"/>
          <p14:tracePt t="48109" x="7569200" y="2374900"/>
          <p14:tracePt t="48116" x="7435850" y="2584450"/>
          <p14:tracePt t="48125" x="7378700" y="2692400"/>
          <p14:tracePt t="48132" x="7270750" y="2882900"/>
          <p14:tracePt t="48158" x="7061200" y="3276600"/>
          <p14:tracePt t="48164" x="7023100" y="3390900"/>
          <p14:tracePt t="48175" x="6972300" y="3479800"/>
          <p14:tracePt t="48181" x="6927850" y="3549650"/>
          <p14:tracePt t="48208" x="6838950" y="3708400"/>
          <p14:tracePt t="48212" x="6819900" y="3759200"/>
          <p14:tracePt t="48226" x="6788150" y="3790950"/>
          <p14:tracePt t="48229" x="6769100" y="3829050"/>
          <p14:tracePt t="48259" x="6718300" y="3886200"/>
          <p14:tracePt t="48261" x="6711950" y="3905250"/>
          <p14:tracePt t="48275" x="6692900" y="3924300"/>
          <p14:tracePt t="48277" x="6680200" y="3949700"/>
          <p14:tracePt t="48308" x="6642100" y="3987800"/>
          <p14:tracePt t="48309" x="6629400" y="3994150"/>
          <p14:tracePt t="48317" x="6623050" y="4019550"/>
          <p14:tracePt t="48325" x="6604000" y="4038600"/>
          <p14:tracePt t="48333" x="6578600" y="4044950"/>
          <p14:tracePt t="48358" x="6534150" y="4089400"/>
          <p14:tracePt t="48365" x="6508750" y="4108450"/>
          <p14:tracePt t="48375" x="6489700" y="4127500"/>
          <p14:tracePt t="48381" x="6470650" y="4133850"/>
          <p14:tracePt t="48408" x="6419850" y="4178300"/>
          <p14:tracePt t="48413" x="6413500" y="4184650"/>
          <p14:tracePt t="48425" x="6381750" y="4203700"/>
          <p14:tracePt t="48429" x="6369050" y="4216400"/>
          <p14:tracePt t="48458" x="6299200" y="4267200"/>
          <p14:tracePt t="48461" x="6280150" y="4298950"/>
          <p14:tracePt t="48475" x="6273800" y="4305300"/>
          <p14:tracePt t="48477" x="6254750" y="4324350"/>
          <p14:tracePt t="48508" x="6203950" y="4368800"/>
          <p14:tracePt t="48510" x="6203950" y="4375150"/>
          <p14:tracePt t="48558" x="6229350" y="4375150"/>
          <p14:tracePt t="48565" x="6254750" y="4368800"/>
          <p14:tracePt t="48574" x="6292850" y="4356100"/>
          <p14:tracePt t="48581" x="6324600" y="4343400"/>
          <p14:tracePt t="48589" x="6369050" y="4337050"/>
          <p14:tracePt t="48608" x="6464300" y="4318000"/>
          <p14:tracePt t="48613" x="6502400" y="4305300"/>
          <p14:tracePt t="48625" x="6534150" y="4298950"/>
          <p14:tracePt t="48629" x="6559550" y="4298950"/>
          <p14:tracePt t="48658" x="6648450" y="4286250"/>
          <p14:tracePt t="48661" x="6661150" y="4286250"/>
          <p14:tracePt t="48675" x="6673850" y="4286250"/>
          <p14:tracePt t="48677" x="6680200" y="4286250"/>
          <p14:tracePt t="48708" x="6692900" y="4286250"/>
          <p14:tracePt t="48717" x="6699250" y="4286250"/>
          <p14:tracePt t="48861" x="6711950" y="4286250"/>
          <p14:tracePt t="48893" x="6718300" y="4286250"/>
          <p14:tracePt t="48901" x="6731000" y="4286250"/>
          <p14:tracePt t="48917" x="6743700" y="4286250"/>
          <p14:tracePt t="48933" x="6750050" y="4286250"/>
          <p14:tracePt t="48957" x="6762750" y="4286250"/>
          <p14:tracePt t="48989" x="6769100" y="4286250"/>
          <p14:tracePt t="49013" x="6781800" y="4286250"/>
          <p14:tracePt t="49037" x="6788150" y="4286250"/>
          <p14:tracePt t="49085" x="6800850" y="4286250"/>
          <p14:tracePt t="49278" x="6788150" y="4286250"/>
          <p14:tracePt t="49606" x="6800850" y="4286250"/>
          <p14:tracePt t="49614" x="6813550" y="4286250"/>
          <p14:tracePt t="49622" x="6819900" y="4273550"/>
          <p14:tracePt t="49630" x="6832600" y="4273550"/>
          <p14:tracePt t="49638" x="6838950" y="4273550"/>
          <p14:tracePt t="49658" x="6851650" y="4267200"/>
          <p14:tracePt t="49662" x="6858000" y="4267200"/>
          <p14:tracePt t="49678" x="6870700" y="4254500"/>
          <p14:tracePt t="49702" x="6883400" y="4254500"/>
          <p14:tracePt t="49782" x="6870700" y="4254500"/>
          <p14:tracePt t="49791" x="6858000" y="4254500"/>
          <p14:tracePt t="49798" x="6851650" y="4254500"/>
          <p14:tracePt t="49808" x="6838950" y="4254500"/>
          <p14:tracePt t="49814" x="6832600" y="4254500"/>
          <p14:tracePt t="49822" x="6819900" y="4254500"/>
          <p14:tracePt t="49830" x="6800850" y="4254500"/>
          <p14:tracePt t="49838" x="6781800" y="4254500"/>
          <p14:tracePt t="49858" x="6731000" y="4254500"/>
          <p14:tracePt t="49862" x="6692900" y="4254500"/>
          <p14:tracePt t="49875" x="6648450" y="4254500"/>
          <p14:tracePt t="49878" x="6559550" y="4235450"/>
          <p14:tracePt t="49908" x="6292850" y="4203700"/>
          <p14:tracePt t="49911" x="6172200" y="4184650"/>
          <p14:tracePt t="49925" x="6051550" y="4178300"/>
          <p14:tracePt t="49926" x="6000750" y="4178300"/>
          <p14:tracePt t="49958" x="5765800" y="4159250"/>
          <p14:tracePt t="49959" x="5702300" y="4159250"/>
          <p14:tracePt t="49966" x="5651500" y="4159250"/>
          <p14:tracePt t="49975" x="5613400" y="4146550"/>
          <p14:tracePt t="49983" x="5556250" y="4146550"/>
          <p14:tracePt t="50008" x="5397500" y="4133850"/>
          <p14:tracePt t="50014" x="5346700" y="4127500"/>
          <p14:tracePt t="50025" x="5283200" y="4114800"/>
          <p14:tracePt t="50031" x="5226050" y="4108450"/>
          <p14:tracePt t="50058" x="5118100" y="4095750"/>
          <p14:tracePt t="50063" x="5086350" y="4089400"/>
          <p14:tracePt t="50075" x="5054600" y="4089400"/>
          <p14:tracePt t="50079" x="5035550" y="4089400"/>
          <p14:tracePt t="50108" x="5003800" y="4089400"/>
          <p14:tracePt t="50118" x="4997450" y="4089400"/>
          <p14:tracePt t="50150" x="4984750" y="4089400"/>
          <p14:tracePt t="50303" x="4984750" y="4076700"/>
          <p14:tracePt t="50423" x="4978400" y="4076700"/>
          <p14:tracePt t="50455" x="4965700" y="4076700"/>
          <p14:tracePt t="50463" x="4953000" y="4076700"/>
          <p14:tracePt t="50479" x="4946650" y="4076700"/>
          <p14:tracePt t="50487" x="4933950" y="4076700"/>
          <p14:tracePt t="50503" x="4927600" y="4076700"/>
          <p14:tracePt t="50511" x="4914900" y="4076700"/>
          <p14:tracePt t="50527" x="4908550" y="4089400"/>
          <p14:tracePt t="50535" x="4895850" y="4089400"/>
          <p14:tracePt t="50543" x="4883150" y="4095750"/>
          <p14:tracePt t="50551" x="4876800" y="4095750"/>
          <p14:tracePt t="50559" x="4864100" y="4108450"/>
          <p14:tracePt t="50567" x="4857750" y="4108450"/>
          <p14:tracePt t="50591" x="4838700" y="4114800"/>
          <p14:tracePt t="50599" x="4826000" y="4114800"/>
          <p14:tracePt t="50608" x="4813300" y="4127500"/>
          <p14:tracePt t="50615" x="4806950" y="4127500"/>
          <p14:tracePt t="50641" x="4775200" y="4133850"/>
          <p14:tracePt t="50647" x="4768850" y="4133850"/>
          <p14:tracePt t="50658" x="4756150" y="4146550"/>
          <p14:tracePt t="50663" x="4743450" y="4146550"/>
          <p14:tracePt t="50691" x="4705350" y="4165600"/>
          <p14:tracePt t="50695" x="4686300" y="4165600"/>
          <p14:tracePt t="50708" x="4667250" y="4165600"/>
          <p14:tracePt t="50711" x="4648200" y="4178300"/>
          <p14:tracePt t="50741" x="4584700" y="4184650"/>
          <p14:tracePt t="50743" x="4565650" y="4197350"/>
          <p14:tracePt t="50758" x="4546600" y="4197350"/>
          <p14:tracePt t="50760" x="4527550" y="4197350"/>
          <p14:tracePt t="50791" x="4438650" y="4197350"/>
          <p14:tracePt t="50799" x="4406900" y="4197350"/>
          <p14:tracePt t="50808" x="4387850" y="4197350"/>
          <p14:tracePt t="50815" x="4368800" y="4197350"/>
          <p14:tracePt t="50841" x="4305300" y="4197350"/>
          <p14:tracePt t="50847" x="4279900" y="4197350"/>
          <p14:tracePt t="50858" x="4267200" y="4197350"/>
          <p14:tracePt t="50863" x="4248150" y="4184650"/>
          <p14:tracePt t="50891" x="4191000" y="4178300"/>
          <p14:tracePt t="50896" x="4159250" y="4165600"/>
          <p14:tracePt t="50908" x="4140200" y="4165600"/>
          <p14:tracePt t="50912" x="4127500" y="4165600"/>
          <p14:tracePt t="50941" x="4076700" y="4159250"/>
          <p14:tracePt t="50944" x="4070350" y="4159250"/>
          <p14:tracePt t="50958" x="4057650" y="4146550"/>
          <p14:tracePt t="51008" x="4057650" y="4133850"/>
          <p14:tracePt t="51088" x="4057650" y="4127500"/>
          <p14:tracePt t="51096" x="4070350" y="4127500"/>
          <p14:tracePt t="51104" x="4089400" y="4114800"/>
          <p14:tracePt t="51112" x="4108450" y="4108450"/>
          <p14:tracePt t="51120" x="4127500" y="4095750"/>
          <p14:tracePt t="51128" x="4146550" y="4095750"/>
          <p14:tracePt t="51136" x="4165600" y="4089400"/>
          <p14:tracePt t="51144" x="4178300" y="4089400"/>
          <p14:tracePt t="51158" x="4197350" y="4076700"/>
          <p14:tracePt t="51160" x="4210050" y="4076700"/>
          <p14:tracePt t="51174" x="4216400" y="4076700"/>
          <p14:tracePt t="51208" x="4229100" y="4076700"/>
          <p14:tracePt t="51272" x="4216400" y="4076700"/>
          <p14:tracePt t="51296" x="4210050" y="4076700"/>
          <p14:tracePt t="51328" x="4197350" y="4076700"/>
          <p14:tracePt t="51336" x="4197350" y="4089400"/>
          <p14:tracePt t="51360" x="4191000" y="4089400"/>
          <p14:tracePt t="51384" x="4191000" y="4095750"/>
          <p14:tracePt t="51392" x="4178300" y="4095750"/>
          <p14:tracePt t="51400" x="4165600" y="4095750"/>
          <p14:tracePt t="51408" x="4165600" y="4108450"/>
          <p14:tracePt t="51425" x="4146550" y="4108450"/>
          <p14:tracePt t="51432" x="4140200" y="4108450"/>
          <p14:tracePt t="51441" x="4140200" y="4114800"/>
          <p14:tracePt t="51448" x="4127500" y="4114800"/>
          <p14:tracePt t="51475" x="4108450" y="4127500"/>
          <p14:tracePt t="51480" x="4095750" y="4127500"/>
          <p14:tracePt t="51504" x="4089400" y="4127500"/>
          <p14:tracePt t="51632" x="4095750" y="4127500"/>
          <p14:tracePt t="51681" x="4108450" y="4127500"/>
          <p14:tracePt t="51737" x="4121150" y="4127500"/>
          <p14:tracePt t="51817" x="4127500" y="4127500"/>
          <p14:tracePt t="51841" x="4146550" y="4127500"/>
          <p14:tracePt t="51849" x="4165600" y="4127500"/>
          <p14:tracePt t="51858" x="4210050" y="4127500"/>
          <p14:tracePt t="51865" x="4267200" y="4127500"/>
          <p14:tracePt t="51874" x="4330700" y="4127500"/>
          <p14:tracePt t="51881" x="4406900" y="4127500"/>
          <p14:tracePt t="51889" x="4489450" y="4127500"/>
          <p14:tracePt t="51897" x="4584700" y="4146550"/>
          <p14:tracePt t="51905" x="4635500" y="4159250"/>
          <p14:tracePt t="51924" x="4806950" y="4184650"/>
          <p14:tracePt t="51929" x="4838700" y="4197350"/>
          <p14:tracePt t="51941" x="4883150" y="4203700"/>
          <p14:tracePt t="51945" x="4927600" y="4216400"/>
          <p14:tracePt t="51975" x="4997450" y="4235450"/>
          <p14:tracePt t="51977" x="5003800" y="4235450"/>
          <p14:tracePt t="51991" x="5016500" y="4235450"/>
          <p14:tracePt t="51993" x="5016500" y="4248150"/>
          <p14:tracePt t="52025" x="5022850" y="4248150"/>
          <p14:tracePt t="52026" x="5035550" y="4248150"/>
          <p14:tracePt t="52041" x="5054600" y="4248150"/>
          <p14:tracePt t="52057" x="5067300" y="4248150"/>
          <p14:tracePt t="52075" x="5086350" y="4248150"/>
          <p14:tracePt t="52081" x="5092700" y="4248150"/>
          <p14:tracePt t="52091" x="5105400" y="4248150"/>
          <p14:tracePt t="52097" x="5118100" y="4248150"/>
          <p14:tracePt t="52124" x="5137150" y="4248150"/>
          <p14:tracePt t="52129" x="5143500" y="4248150"/>
          <p14:tracePt t="52153" x="5156200" y="4248150"/>
          <p14:tracePt t="52185" x="5162550" y="4248150"/>
          <p14:tracePt t="52241" x="5175250" y="4248150"/>
          <p14:tracePt t="52417" x="5175250" y="4235450"/>
          <p14:tracePt t="52449" x="5187950" y="4235450"/>
          <p14:tracePt t="52513" x="5194300" y="4235450"/>
          <p14:tracePt t="52594" x="5194300" y="4229100"/>
          <p14:tracePt t="52626" x="5207000" y="4229100"/>
          <p14:tracePt t="52674" x="5213350" y="4229100"/>
          <p14:tracePt t="52706" x="5226050" y="4229100"/>
          <p14:tracePt t="52722" x="5232400" y="4229100"/>
          <p14:tracePt t="52730" x="5245100" y="4229100"/>
          <p14:tracePt t="52738" x="5257800" y="4229100"/>
          <p14:tracePt t="52746" x="5264150" y="4229100"/>
          <p14:tracePt t="52754" x="5283200" y="4229100"/>
          <p14:tracePt t="52762" x="5302250" y="4229100"/>
          <p14:tracePt t="52770" x="5314950" y="4229100"/>
          <p14:tracePt t="52791" x="5353050" y="4229100"/>
          <p14:tracePt t="52794" x="5365750" y="4229100"/>
          <p14:tracePt t="52808" x="5397500" y="4229100"/>
          <p14:tracePt t="52810" x="5416550" y="4229100"/>
          <p14:tracePt t="52842" x="5473700" y="4229100"/>
          <p14:tracePt t="52842" x="5505450" y="4229100"/>
          <p14:tracePt t="52850" x="5524500" y="4229100"/>
          <p14:tracePt t="52858" x="5543550" y="4229100"/>
          <p14:tracePt t="52866" x="5562600" y="4229100"/>
          <p14:tracePt t="52891" x="5613400" y="4216400"/>
          <p14:tracePt t="52898" x="5632450" y="4216400"/>
          <p14:tracePt t="52908" x="5645150" y="4216400"/>
          <p14:tracePt t="52914" x="5651500" y="4216400"/>
          <p14:tracePt t="52941" x="5695950" y="4203700"/>
          <p14:tracePt t="52946" x="5702300" y="4203700"/>
          <p14:tracePt t="52958" x="5715000" y="4203700"/>
          <p14:tracePt t="52962" x="5721350" y="4203700"/>
          <p14:tracePt t="52991" x="5746750" y="4203700"/>
          <p14:tracePt t="52994" x="5746750" y="4197350"/>
          <p14:tracePt t="53010" x="5753100" y="4197350"/>
          <p14:tracePt t="53043" x="5765800" y="4197350"/>
          <p14:tracePt t="53091" x="5772150" y="4197350"/>
          <p14:tracePt t="53098" x="5784850" y="4197350"/>
          <p14:tracePt t="53162" x="5791200" y="4197350"/>
          <p14:tracePt t="53266" x="5803900" y="4197350"/>
          <p14:tracePt t="53435" x="5816600" y="4197350"/>
          <p14:tracePt t="53539" x="5816600" y="4184650"/>
          <p14:tracePt t="53555" x="5803900" y="4184650"/>
          <p14:tracePt t="53563" x="5791200" y="4184650"/>
          <p14:tracePt t="53571" x="5772150" y="4184650"/>
          <p14:tracePt t="53591" x="5746750" y="4184650"/>
          <p14:tracePt t="53595" x="5715000" y="4184650"/>
          <p14:tracePt t="53608" x="5651500" y="4184650"/>
          <p14:tracePt t="53611" x="5543550" y="4184650"/>
          <p14:tracePt t="53625" x="5486400" y="4184650"/>
          <p14:tracePt t="53627" x="5365750" y="4184650"/>
          <p14:tracePt t="53658" x="4927600" y="4235450"/>
          <p14:tracePt t="53660" x="4787900" y="4254500"/>
          <p14:tracePt t="53675" x="4654550" y="4286250"/>
          <p14:tracePt t="53675" x="4527550" y="4305300"/>
          <p14:tracePt t="53683" x="4406900" y="4337050"/>
          <p14:tracePt t="53708" x="4095750" y="4394200"/>
          <p14:tracePt t="53715" x="4057650" y="4406900"/>
          <p14:tracePt t="53725" x="3968750" y="4425950"/>
          <p14:tracePt t="53731" x="3879850" y="4445000"/>
          <p14:tracePt t="53758" x="3606800" y="4508500"/>
          <p14:tracePt t="53763" x="3517900" y="4514850"/>
          <p14:tracePt t="53774" x="3479800" y="4514850"/>
          <p14:tracePt t="53779" x="3409950" y="4527550"/>
          <p14:tracePt t="53808" x="3213100" y="4546600"/>
          <p14:tracePt t="53811" x="3143250" y="4546600"/>
          <p14:tracePt t="53824" x="3073400" y="4546600"/>
          <p14:tracePt t="53827" x="3003550" y="4546600"/>
          <p14:tracePt t="53858" x="2832100" y="4533900"/>
          <p14:tracePt t="53860" x="2781300" y="4527550"/>
          <p14:tracePt t="53874" x="2730500" y="4514850"/>
          <p14:tracePt t="53877" x="2705100" y="4508500"/>
          <p14:tracePt t="53908" x="2571750" y="4464050"/>
          <p14:tracePt t="53915" x="2552700" y="4464050"/>
          <p14:tracePt t="53925" x="2533650" y="4457700"/>
          <p14:tracePt t="53932" x="2514600" y="4438650"/>
          <p14:tracePt t="54268" x="2495550" y="4438650"/>
          <p14:tracePt t="54276" x="2470150" y="4438650"/>
          <p14:tracePt t="54284" x="2444750" y="4438650"/>
          <p14:tracePt t="54292" x="2413000" y="4438650"/>
          <p14:tracePt t="54300" x="2393950" y="4438650"/>
          <p14:tracePt t="54308" x="2362200" y="4438650"/>
          <p14:tracePt t="54316" x="2330450" y="4438650"/>
          <p14:tracePt t="54324" x="2311400" y="4438650"/>
          <p14:tracePt t="54341" x="2286000" y="4438650"/>
          <p14:tracePt t="54348" x="2273300" y="4438650"/>
          <p14:tracePt t="54364" x="2260600" y="4438650"/>
          <p14:tracePt t="54572" x="2260600" y="4425950"/>
          <p14:tracePt t="54580" x="2273300" y="4425950"/>
          <p14:tracePt t="54612" x="2286000" y="4425950"/>
          <p14:tracePt t="54644" x="2292350" y="4425950"/>
          <p14:tracePt t="54684" x="2305050" y="4425950"/>
          <p14:tracePt t="54708" x="2311400" y="4425950"/>
          <p14:tracePt t="54740" x="2324100" y="4425950"/>
          <p14:tracePt t="54764" x="2330450" y="4425950"/>
          <p14:tracePt t="55245" x="2343150" y="4425950"/>
          <p14:tracePt t="55253" x="2355850" y="4425950"/>
          <p14:tracePt t="55261" x="2425700" y="4425950"/>
          <p14:tracePt t="55269" x="2482850" y="4425950"/>
          <p14:tracePt t="55277" x="2520950" y="4425950"/>
          <p14:tracePt t="55285" x="2590800" y="4425950"/>
          <p14:tracePt t="55293" x="2660650" y="4425950"/>
          <p14:tracePt t="55301" x="2730500" y="4425950"/>
          <p14:tracePt t="55309" x="2794000" y="4425950"/>
          <p14:tracePt t="55325" x="2813050" y="4425950"/>
          <p14:tracePt t="55325" x="2851150" y="4425950"/>
          <p14:tracePt t="55333" x="2889250" y="4425950"/>
          <p14:tracePt t="55341" x="2914650" y="4425950"/>
          <p14:tracePt t="55349" x="2940050" y="4425950"/>
          <p14:tracePt t="55374" x="2984500" y="4425950"/>
          <p14:tracePt t="55390" x="2990850" y="4425950"/>
          <p14:tracePt t="55397" x="3003550" y="4425950"/>
          <p14:tracePt t="55413" x="3009900" y="4425950"/>
          <p14:tracePt t="55424" x="3022600" y="4425950"/>
          <p14:tracePt t="55445" x="3028950" y="4425950"/>
          <p14:tracePt t="55461" x="3041650" y="4425950"/>
          <p14:tracePt t="55613" x="3028950" y="4425950"/>
          <p14:tracePt t="55630" x="3022600" y="4425950"/>
          <p14:tracePt t="55654" x="3009900" y="4425950"/>
          <p14:tracePt t="55669" x="3003550" y="4425950"/>
          <p14:tracePt t="55694" x="2990850" y="4425950"/>
          <p14:tracePt t="55710" x="2984500" y="4425950"/>
          <p14:tracePt t="55726" x="2971800" y="4425950"/>
          <p14:tracePt t="55741" x="2959100" y="4425950"/>
          <p14:tracePt t="55749" x="2952750" y="4425950"/>
          <p14:tracePt t="55758" x="2940050" y="4425950"/>
          <p14:tracePt t="55766" x="2933700" y="4425950"/>
          <p14:tracePt t="55774" x="2921000" y="4438650"/>
          <p14:tracePt t="55782" x="2901950" y="4438650"/>
          <p14:tracePt t="55808" x="2851150" y="4438650"/>
          <p14:tracePt t="55814" x="2844800" y="4438650"/>
          <p14:tracePt t="55824" x="2819400" y="4438650"/>
          <p14:tracePt t="55830" x="2800350" y="4438650"/>
          <p14:tracePt t="55858" x="2749550" y="4438650"/>
          <p14:tracePt t="55862" x="2730500" y="4438650"/>
          <p14:tracePt t="55874" x="2724150" y="4438650"/>
          <p14:tracePt t="55878" x="2711450" y="4438650"/>
          <p14:tracePt t="55908" x="2679700" y="4438650"/>
          <p14:tracePt t="55918" x="2673350" y="4438650"/>
          <p14:tracePt t="55934" x="2660650" y="4438650"/>
          <p14:tracePt t="55958" x="2654300" y="4438650"/>
          <p14:tracePt t="56158" x="2654300" y="4425950"/>
          <p14:tracePt t="56318" x="2660650" y="4425950"/>
          <p14:tracePt t="56350" x="2660650" y="4413250"/>
          <p14:tracePt t="56366" x="2673350" y="4413250"/>
          <p14:tracePt t="56390" x="2679700" y="4413250"/>
          <p14:tracePt t="56398" x="2679700" y="4406900"/>
          <p14:tracePt t="56407" x="2705100" y="4406900"/>
          <p14:tracePt t="56414" x="2724150" y="4406900"/>
          <p14:tracePt t="56424" x="2749550" y="4406900"/>
          <p14:tracePt t="56430" x="2794000" y="4406900"/>
          <p14:tracePt t="56438" x="2863850" y="4406900"/>
          <p14:tracePt t="56458" x="2971800" y="4406900"/>
          <p14:tracePt t="56462" x="3041650" y="4406900"/>
          <p14:tracePt t="56474" x="3124200" y="4406900"/>
          <p14:tracePt t="56478" x="3200400" y="4413250"/>
          <p14:tracePt t="56508" x="3409950" y="4438650"/>
          <p14:tracePt t="56510" x="3441700" y="4438650"/>
          <p14:tracePt t="56524" x="3479800" y="4438650"/>
          <p14:tracePt t="56527" x="3517900" y="4445000"/>
          <p14:tracePt t="56558" x="3600450" y="4457700"/>
          <p14:tracePt t="56560" x="3606800" y="4457700"/>
          <p14:tracePt t="56574" x="3619500" y="4457700"/>
          <p14:tracePt t="56575" x="3632200" y="4457700"/>
          <p14:tracePt t="56591" x="3638550" y="4457700"/>
          <p14:tracePt t="56615" x="3651250" y="4457700"/>
          <p14:tracePt t="56646" x="3657600" y="4457700"/>
          <p14:tracePt t="56679" x="3670300" y="4457700"/>
          <p14:tracePt t="56719" x="3676650" y="4457700"/>
          <p14:tracePt t="56783" x="3689350" y="4457700"/>
          <p14:tracePt t="56903" x="3702050" y="4457700"/>
          <p14:tracePt t="56943" x="3708400" y="4457700"/>
          <p14:tracePt t="56951" x="3721100" y="4457700"/>
          <p14:tracePt t="56967" x="3740150" y="4457700"/>
          <p14:tracePt t="56975" x="3759200" y="4457700"/>
          <p14:tracePt t="56983" x="3778250" y="4457700"/>
          <p14:tracePt t="56991" x="3790950" y="4457700"/>
          <p14:tracePt t="56999" x="3816350" y="4457700"/>
          <p14:tracePt t="57007" x="3841750" y="4457700"/>
          <p14:tracePt t="57024" x="3886200" y="4457700"/>
          <p14:tracePt t="57031" x="3917950" y="4457700"/>
          <p14:tracePt t="57041" x="3937000" y="4464050"/>
          <p14:tracePt t="57047" x="3981450" y="4464050"/>
          <p14:tracePt t="57074" x="4057650" y="4476750"/>
          <p14:tracePt t="57079" x="4089400" y="4476750"/>
          <p14:tracePt t="57091" x="4121150" y="4476750"/>
          <p14:tracePt t="57095" x="4159250" y="4476750"/>
          <p14:tracePt t="57124" x="4279900" y="4476750"/>
          <p14:tracePt t="57127" x="4330700" y="4476750"/>
          <p14:tracePt t="57141" x="4356100" y="4476750"/>
          <p14:tracePt t="57143" x="4387850" y="4476750"/>
          <p14:tracePt t="57174" x="4470400" y="4476750"/>
          <p14:tracePt t="57176" x="4489450" y="4476750"/>
          <p14:tracePt t="57191" x="4508500" y="4476750"/>
          <p14:tracePt t="57192" x="4527550" y="4476750"/>
          <p14:tracePt t="57199" x="4540250" y="4476750"/>
          <p14:tracePt t="57225" x="4603750" y="4464050"/>
          <p14:tracePt t="57231" x="4629150" y="4457700"/>
          <p14:tracePt t="57241" x="4654550" y="4457700"/>
          <p14:tracePt t="57247" x="4686300" y="4457700"/>
          <p14:tracePt t="57274" x="4743450" y="4438650"/>
          <p14:tracePt t="57279" x="4775200" y="4438650"/>
          <p14:tracePt t="57291" x="4794250" y="4425950"/>
          <p14:tracePt t="57295" x="4838700" y="4413250"/>
          <p14:tracePt t="57325" x="4914900" y="4387850"/>
          <p14:tracePt t="57328" x="4946650" y="4375150"/>
          <p14:tracePt t="57624" x="5003800" y="4356100"/>
          <p14:tracePt t="57632" x="5067300" y="4324350"/>
          <p14:tracePt t="57640" x="5143500" y="4305300"/>
          <p14:tracePt t="57648" x="5232400" y="4286250"/>
          <p14:tracePt t="57656" x="5403850" y="4248150"/>
          <p14:tracePt t="57674" x="5715000" y="4184650"/>
          <p14:tracePt t="57680" x="5911850" y="4159250"/>
          <p14:tracePt t="57691" x="6089650" y="4127500"/>
          <p14:tracePt t="57696" x="6280150" y="4108450"/>
          <p14:tracePt t="57708" x="6350000" y="4095750"/>
          <p14:tracePt t="57712" x="6483350" y="4089400"/>
          <p14:tracePt t="57741" x="6858000" y="4044950"/>
          <p14:tracePt t="57744" x="6927850" y="4038600"/>
          <p14:tracePt t="57758" x="7010400" y="4038600"/>
          <p14:tracePt t="57760" x="7080250" y="4025900"/>
          <p14:tracePt t="57791" x="7219950" y="4006850"/>
          <p14:tracePt t="57793" x="7258050" y="3994150"/>
          <p14:tracePt t="57808" x="7289800" y="3987800"/>
          <p14:tracePt t="57808" x="7321550" y="3968750"/>
          <p14:tracePt t="57816" x="7340600" y="3949700"/>
          <p14:tracePt t="57841" x="7416800" y="3867150"/>
          <p14:tracePt t="57848" x="7435850" y="3829050"/>
          <p14:tracePt t="57858" x="7467600" y="3790950"/>
          <p14:tracePt t="57864" x="7486650" y="3740150"/>
          <p14:tracePt t="57891" x="7569200" y="3511550"/>
          <p14:tracePt t="57896" x="7569200" y="3467100"/>
          <p14:tracePt t="57908" x="7588250" y="3390900"/>
          <p14:tracePt t="57912" x="7600950" y="3321050"/>
          <p14:tracePt t="57941" x="7620000" y="3149600"/>
          <p14:tracePt t="57944" x="7620000" y="3136900"/>
          <p14:tracePt t="57958" x="7620000" y="3111500"/>
          <p14:tracePt t="57960" x="7620000" y="3079750"/>
          <p14:tracePt t="57991" x="7620000" y="3022600"/>
          <p14:tracePt t="57993" x="7620000" y="3009900"/>
          <p14:tracePt t="58008" x="7607300" y="3003550"/>
          <p14:tracePt t="58010" x="7600950" y="2990850"/>
          <p14:tracePt t="58041" x="7550150" y="2952750"/>
          <p14:tracePt t="58048" x="7537450" y="2940050"/>
          <p14:tracePt t="58058" x="7505700" y="2933700"/>
          <p14:tracePt t="58064" x="7499350" y="2921000"/>
          <p14:tracePt t="58091" x="7429500" y="2901950"/>
          <p14:tracePt t="58097" x="7410450" y="2889250"/>
          <p14:tracePt t="58108" x="7397750" y="2882900"/>
          <p14:tracePt t="58113" x="7366000" y="2882900"/>
          <p14:tracePt t="58141" x="7321550" y="2882900"/>
          <p14:tracePt t="58145" x="7296150" y="2882900"/>
          <p14:tracePt t="58158" x="7289800" y="2882900"/>
          <p14:tracePt t="58161" x="7277100" y="2882900"/>
          <p14:tracePt t="58191" x="7239000" y="2882900"/>
          <p14:tracePt t="58194" x="7226300" y="2882900"/>
          <p14:tracePt t="58243" x="7207250" y="2889250"/>
          <p14:tracePt t="58265" x="7200900" y="2889250"/>
          <p14:tracePt t="58273" x="7200900" y="2901950"/>
          <p14:tracePt t="58289" x="7188200" y="2901950"/>
          <p14:tracePt t="58297" x="7188200" y="2908300"/>
          <p14:tracePt t="58304" x="7181850" y="2908300"/>
          <p14:tracePt t="58313" x="7181850" y="2921000"/>
          <p14:tracePt t="58321" x="7169150" y="2921000"/>
          <p14:tracePt t="58341" x="7150100" y="2933700"/>
          <p14:tracePt t="58345" x="7137400" y="2933700"/>
          <p14:tracePt t="58358" x="7137400" y="2940050"/>
          <p14:tracePt t="58361" x="7131050" y="2940050"/>
          <p14:tracePt t="58391" x="7080250" y="2959100"/>
          <p14:tracePt t="58393" x="7061200" y="2971800"/>
          <p14:tracePt t="58408" x="7042150" y="2971800"/>
          <p14:tracePt t="58409" x="7023100" y="2978150"/>
          <p14:tracePt t="58441" x="6953250" y="2990850"/>
          <p14:tracePt t="58449" x="6921500" y="2990850"/>
          <p14:tracePt t="58458" x="6908800" y="2990850"/>
          <p14:tracePt t="58465" x="6883400" y="2990850"/>
          <p14:tracePt t="58491" x="6788150" y="2990850"/>
          <p14:tracePt t="58497" x="6762750" y="2990850"/>
          <p14:tracePt t="58508" x="6743700" y="2990850"/>
          <p14:tracePt t="58513" x="6699250" y="2990850"/>
          <p14:tracePt t="58541" x="6629400" y="2990850"/>
          <p14:tracePt t="58545" x="6610350" y="2990850"/>
          <p14:tracePt t="58558" x="6591300" y="2990850"/>
          <p14:tracePt t="58561" x="6572250" y="2990850"/>
          <p14:tracePt t="58591" x="6540500" y="2990850"/>
          <p14:tracePt t="58593" x="6534150" y="2990850"/>
          <p14:tracePt t="58608" x="6521450" y="2990850"/>
          <p14:tracePt t="58641" x="6508750" y="2978150"/>
          <p14:tracePt t="58681" x="6521450" y="2971800"/>
          <p14:tracePt t="58690" x="6534150" y="2971800"/>
          <p14:tracePt t="58697" x="6553200" y="2959100"/>
          <p14:tracePt t="58705" x="6578600" y="2959100"/>
          <p14:tracePt t="58713" x="6610350" y="2952750"/>
          <p14:tracePt t="58721" x="6642100" y="2940050"/>
          <p14:tracePt t="58741" x="6692900" y="2921000"/>
          <p14:tracePt t="58745" x="6699250" y="2921000"/>
          <p14:tracePt t="58758" x="6718300" y="2908300"/>
          <p14:tracePt t="58761" x="6743700" y="2901950"/>
          <p14:tracePt t="58791" x="6750050" y="2889250"/>
          <p14:tracePt t="58809" x="6750050" y="2882900"/>
          <p14:tracePt t="58825" x="6731000" y="2882900"/>
          <p14:tracePt t="58833" x="6699250" y="2882900"/>
          <p14:tracePt t="58841" x="6673850" y="2882900"/>
          <p14:tracePt t="58849" x="6629400" y="2870200"/>
          <p14:tracePt t="58858" x="6591300" y="2870200"/>
          <p14:tracePt t="58865" x="6553200" y="2870200"/>
          <p14:tracePt t="58891" x="6464300" y="2870200"/>
          <p14:tracePt t="58897" x="6432550" y="2870200"/>
          <p14:tracePt t="58907" x="6413500" y="2870200"/>
          <p14:tracePt t="58913" x="6381750" y="2870200"/>
          <p14:tracePt t="58941" x="6350000" y="2882900"/>
          <p14:tracePt t="58953" x="6343650" y="2889250"/>
          <p14:tracePt t="58977" x="6343650" y="2901950"/>
          <p14:tracePt t="58994" x="6343650" y="2908300"/>
          <p14:tracePt t="59009" x="6343650" y="2921000"/>
          <p14:tracePt t="59018" x="6343650" y="2933700"/>
          <p14:tracePt t="59025" x="6343650" y="2940050"/>
          <p14:tracePt t="59041" x="6343650" y="2952750"/>
          <p14:tracePt t="59042" x="6343650" y="2971800"/>
          <p14:tracePt t="59057" x="6343650" y="2990850"/>
          <p14:tracePt t="59065" x="6343650" y="3003550"/>
          <p14:tracePt t="59091" x="6343650" y="3022600"/>
          <p14:tracePt t="59098" x="6343650" y="3028950"/>
          <p14:tracePt t="59121" x="6350000" y="3041650"/>
          <p14:tracePt t="59193" x="6343650" y="3041650"/>
          <p14:tracePt t="59219" x="6330950" y="3041650"/>
          <p14:tracePt t="59234" x="6324600" y="3041650"/>
          <p14:tracePt t="59322" x="6324600" y="3028950"/>
          <p14:tracePt t="59346" x="6330950" y="3022600"/>
          <p14:tracePt t="59354" x="6330950" y="3009900"/>
          <p14:tracePt t="59362" x="6343650" y="3009900"/>
          <p14:tracePt t="59374" x="6350000" y="3003550"/>
          <p14:tracePt t="59386" x="6362700" y="2990850"/>
          <p14:tracePt t="59402" x="6369050" y="2978150"/>
          <p14:tracePt t="59434" x="6381750" y="2978150"/>
          <p14:tracePt t="59442" x="6381750" y="2971800"/>
          <p14:tracePt t="59474" x="6394450" y="2971800"/>
          <p14:tracePt t="59490" x="6394450" y="2959100"/>
          <p14:tracePt t="59514" x="6400800" y="2959100"/>
          <p14:tracePt t="59530" x="6400800" y="2952750"/>
          <p14:tracePt t="59554" x="6413500" y="2940050"/>
          <p14:tracePt t="59586" x="6413500" y="2933700"/>
          <p14:tracePt t="59602" x="6413500" y="2921000"/>
          <p14:tracePt t="59618" x="6419850" y="2908300"/>
          <p14:tracePt t="59634" x="6419850" y="2901950"/>
          <p14:tracePt t="59650" x="6419850" y="2889250"/>
          <p14:tracePt t="59666" x="6419850" y="2882900"/>
          <p14:tracePt t="59690" x="6419850" y="2870200"/>
          <p14:tracePt t="59722" x="6419850" y="2863850"/>
          <p14:tracePt t="59738" x="6419850" y="2851150"/>
          <p14:tracePt t="59770" x="6419850" y="2838450"/>
          <p14:tracePt t="59778" x="6432550" y="2838450"/>
          <p14:tracePt t="59794" x="6432550" y="2832100"/>
          <p14:tracePt t="59834" x="6432550" y="2819400"/>
          <p14:tracePt t="59850" x="6438900" y="2819400"/>
          <p14:tracePt t="60203" x="6470650" y="2819400"/>
          <p14:tracePt t="60211" x="6502400" y="2813050"/>
          <p14:tracePt t="60219" x="6540500" y="2813050"/>
          <p14:tracePt t="60227" x="6578600" y="2800350"/>
          <p14:tracePt t="60241" x="6623050" y="2794000"/>
          <p14:tracePt t="60243" x="6692900" y="2781300"/>
          <p14:tracePt t="60258" x="6750050" y="2768600"/>
          <p14:tracePt t="60260" x="6819900" y="2768600"/>
          <p14:tracePt t="60274" x="6883400" y="2762250"/>
          <p14:tracePt t="60276" x="6927850" y="2762250"/>
          <p14:tracePt t="60308" x="7080250" y="2762250"/>
          <p14:tracePt t="60315" x="7118350" y="2762250"/>
          <p14:tracePt t="60324" x="7150100" y="2762250"/>
          <p14:tracePt t="60331" x="7169150" y="2749550"/>
          <p14:tracePt t="60357" x="7226300" y="2743200"/>
          <p14:tracePt t="60363" x="7239000" y="2743200"/>
          <p14:tracePt t="60374" x="7258050" y="2743200"/>
          <p14:tracePt t="60379" x="7270750" y="2743200"/>
          <p14:tracePt t="60408" x="7296150" y="2724150"/>
          <p14:tracePt t="60419" x="7308850" y="2724150"/>
          <p14:tracePt t="60427" x="7308850" y="2711450"/>
          <p14:tracePt t="60435" x="7321550" y="2711450"/>
          <p14:tracePt t="60457" x="7327900" y="2698750"/>
          <p14:tracePt t="60459" x="7340600" y="2692400"/>
          <p14:tracePt t="60475" x="7346950" y="2679700"/>
          <p14:tracePt t="60508" x="7391400" y="2654300"/>
          <p14:tracePt t="60515" x="7397750" y="2654300"/>
          <p14:tracePt t="60524" x="7410450" y="2628900"/>
          <p14:tracePt t="60531" x="7416800" y="2628900"/>
          <p14:tracePt t="60557" x="7435850" y="2609850"/>
          <p14:tracePt t="60563" x="7448550" y="2609850"/>
          <p14:tracePt t="60574" x="7448550" y="2603500"/>
          <p14:tracePt t="60579" x="7461250" y="2603500"/>
          <p14:tracePt t="60607" x="7480300" y="2584450"/>
          <p14:tracePt t="60619" x="7486650" y="2571750"/>
          <p14:tracePt t="60635" x="7499350" y="2559050"/>
          <p14:tracePt t="60660" x="7505700" y="2552700"/>
          <p14:tracePt t="60843" x="7499350" y="2559050"/>
          <p14:tracePt t="60860" x="7486650" y="2571750"/>
          <p14:tracePt t="60876" x="7486650" y="2584450"/>
          <p14:tracePt t="60883" x="7480300" y="2584450"/>
          <p14:tracePt t="60900" x="7480300" y="2590800"/>
          <p14:tracePt t="60908" x="7467600" y="2590800"/>
          <p14:tracePt t="60916" x="7467600" y="2603500"/>
          <p14:tracePt t="60932" x="7461250" y="2603500"/>
          <p14:tracePt t="60940" x="7461250" y="2609850"/>
          <p14:tracePt t="60964" x="7448550" y="2609850"/>
          <p14:tracePt t="60972" x="7448550" y="2622550"/>
          <p14:tracePt t="61204" x="7435850" y="2622550"/>
          <p14:tracePt t="61228" x="7435850" y="2628900"/>
          <p14:tracePt t="61252" x="7429500" y="2628900"/>
          <p14:tracePt t="61292" x="7429500" y="2622550"/>
          <p14:tracePt t="61300" x="7429500" y="2603500"/>
          <p14:tracePt t="61308" x="7429500" y="2584450"/>
          <p14:tracePt t="61316" x="7435850" y="2559050"/>
          <p14:tracePt t="61324" x="7461250" y="2501900"/>
          <p14:tracePt t="61332" x="7480300" y="2432050"/>
          <p14:tracePt t="61340" x="7505700" y="2292350"/>
          <p14:tracePt t="61348" x="7531100" y="2152650"/>
          <p14:tracePt t="61356" x="7537450" y="2051050"/>
          <p14:tracePt t="61374" x="7550150" y="1536700"/>
          <p14:tracePt t="61380" x="7531100" y="1289050"/>
          <p14:tracePt t="61391" x="7461250" y="1016000"/>
          <p14:tracePt t="61396" x="7378700" y="749300"/>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6534-7A2C-142F-2EB6-5A2496D853B2}"/>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2F209D4C-E6EE-96CF-095D-58215C7B312A}"/>
              </a:ext>
            </a:extLst>
          </p:cNvPr>
          <p:cNvSpPr>
            <a:spLocks noGrp="1"/>
          </p:cNvSpPr>
          <p:nvPr>
            <p:ph type="ftr" sz="quarter" idx="16"/>
          </p:nvPr>
        </p:nvSpPr>
        <p:spPr/>
        <p:txBody>
          <a:bodyPr/>
          <a:lstStyle/>
          <a:p>
            <a:r>
              <a:rPr lang="en-US" dirty="0"/>
              <a:t>Paul Jollet, Group G2 | Data Splitting</a:t>
            </a:r>
            <a:endParaRPr lang="de-DE" dirty="0"/>
          </a:p>
        </p:txBody>
      </p:sp>
      <p:sp>
        <p:nvSpPr>
          <p:cNvPr id="3" name="Datumsplatzhalter 2">
            <a:extLst>
              <a:ext uri="{FF2B5EF4-FFF2-40B4-BE49-F238E27FC236}">
                <a16:creationId xmlns:a16="http://schemas.microsoft.com/office/drawing/2014/main" id="{F77523F1-5194-7E24-C5DF-37832F3B232A}"/>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139AA9A4-5229-30E7-5253-877DD1901258}"/>
              </a:ext>
            </a:extLst>
          </p:cNvPr>
          <p:cNvSpPr>
            <a:spLocks noGrp="1"/>
          </p:cNvSpPr>
          <p:nvPr>
            <p:ph type="sldNum" sz="quarter" idx="10"/>
          </p:nvPr>
        </p:nvSpPr>
        <p:spPr/>
        <p:txBody>
          <a:bodyPr/>
          <a:lstStyle/>
          <a:p>
            <a:fld id="{63CECEBB-547B-4598-95D8-3FB4D608B5D5}" type="slidenum">
              <a:rPr lang="de-DE" smtClean="0"/>
              <a:pPr/>
              <a:t>4</a:t>
            </a:fld>
            <a:endParaRPr lang="de-DE" dirty="0"/>
          </a:p>
        </p:txBody>
      </p:sp>
      <p:sp>
        <p:nvSpPr>
          <p:cNvPr id="5" name="Textplatzhalter 4">
            <a:extLst>
              <a:ext uri="{FF2B5EF4-FFF2-40B4-BE49-F238E27FC236}">
                <a16:creationId xmlns:a16="http://schemas.microsoft.com/office/drawing/2014/main" id="{A703BFBC-C00F-BB88-8FA2-FA466911B894}"/>
              </a:ext>
            </a:extLst>
          </p:cNvPr>
          <p:cNvSpPr>
            <a:spLocks noGrp="1"/>
          </p:cNvSpPr>
          <p:nvPr>
            <p:ph type="body" sz="quarter" idx="14"/>
          </p:nvPr>
        </p:nvSpPr>
        <p:spPr/>
        <p:txBody>
          <a:bodyPr/>
          <a:lstStyle/>
          <a:p>
            <a:r>
              <a:rPr lang="en-US" dirty="0"/>
              <a:t>Data Splitting</a:t>
            </a:r>
          </a:p>
        </p:txBody>
      </p:sp>
      <mc:AlternateContent xmlns:mc="http://schemas.openxmlformats.org/markup-compatibility/2006" xmlns:a14="http://schemas.microsoft.com/office/drawing/2010/main">
        <mc:Choice Requires="a14">
          <p:sp>
            <p:nvSpPr>
              <p:cNvPr id="6" name="Inhaltsplatzhalter 5">
                <a:extLst>
                  <a:ext uri="{FF2B5EF4-FFF2-40B4-BE49-F238E27FC236}">
                    <a16:creationId xmlns:a16="http://schemas.microsoft.com/office/drawing/2014/main" id="{3226FAB2-ED07-2FD5-CABD-1EE7C673902A}"/>
                  </a:ext>
                </a:extLst>
              </p:cNvPr>
              <p:cNvSpPr>
                <a:spLocks noGrp="1"/>
              </p:cNvSpPr>
              <p:nvPr>
                <p:ph sz="quarter" idx="11"/>
              </p:nvPr>
            </p:nvSpPr>
            <p:spPr>
              <a:xfrm>
                <a:off x="250825" y="1058862"/>
                <a:ext cx="8642350" cy="3313087"/>
              </a:xfrm>
            </p:spPr>
            <p:txBody>
              <a:bodyPr anchor="ctr"/>
              <a:lstStyle/>
              <a:p>
                <a:pPr marL="268288" indent="-268288">
                  <a:buFont typeface="+mj-lt"/>
                  <a:buAutoNum type="arabicPeriod"/>
                </a:pPr>
                <a:r>
                  <a:rPr lang="en-US" dirty="0"/>
                  <a:t>Only consider valid clusters</a:t>
                </a:r>
              </a:p>
              <a:p>
                <a:pPr marL="268288" indent="-268288">
                  <a:buFont typeface="+mj-lt"/>
                  <a:buAutoNum type="arabicPeriod"/>
                </a:pPr>
                <a:r>
                  <a:rPr lang="en-US" dirty="0"/>
                  <a:t>No random sample selection, due to temporal dependencies from lagged input windows</a:t>
                </a:r>
              </a:p>
              <a:p>
                <a:pPr marL="627063" indent="-269875">
                  <a:buFont typeface="Wingdings" panose="05000000000000000000" pitchFamily="2" charset="2"/>
                  <a:buChar char="Ø"/>
                </a:pPr>
                <a:r>
                  <a:rPr lang="en-US" sz="1400" dirty="0"/>
                  <a:t>Splitting at trajectory level</a:t>
                </a:r>
              </a:p>
              <a:p>
                <a:pPr marL="895350" lvl="1" indent="-103188"/>
                <a:r>
                  <a:rPr lang="en-US" sz="1100" dirty="0"/>
                  <a:t>Prevents information leakage from overlapping time steps</a:t>
                </a:r>
              </a:p>
              <a:p>
                <a:pPr marL="792163" lvl="1" indent="0">
                  <a:buNone/>
                </a:pPr>
                <a:endParaRPr lang="en-US" sz="1100" dirty="0"/>
              </a:p>
              <a:p>
                <a:pPr marL="627063" indent="-269875">
                  <a:buFont typeface="Wingdings" panose="05000000000000000000" pitchFamily="2" charset="2"/>
                  <a:buChar char="Ø"/>
                </a:pPr>
                <a:r>
                  <a:rPr lang="en-US" sz="1400" dirty="0"/>
                  <a:t>Cluster-wise splitting</a:t>
                </a:r>
              </a:p>
              <a:p>
                <a:pPr marL="895350" indent="-103188"/>
                <a:r>
                  <a:rPr lang="en-US" sz="1050" dirty="0"/>
                  <a:t>Ensures generalization across different behavioral modes</a:t>
                </a:r>
              </a:p>
              <a:p>
                <a:pPr marL="895350" indent="-103188"/>
                <a:endParaRPr lang="en-US" sz="1050" dirty="0"/>
              </a:p>
              <a:p>
                <a:pPr marL="627063" indent="-268288">
                  <a:buFont typeface="Wingdings" panose="05000000000000000000" pitchFamily="2" charset="2"/>
                  <a:buChar char="Ø"/>
                </a:pPr>
                <a:r>
                  <a:rPr lang="en-US" sz="1400" dirty="0"/>
                  <a:t>Don’t use the first </a:t>
                </a:r>
                <a14:m>
                  <m:oMath xmlns:m="http://schemas.openxmlformats.org/officeDocument/2006/math">
                    <m:r>
                      <a:rPr lang="de-DE" sz="1400" i="1">
                        <a:latin typeface="Cambria Math" panose="02040503050406030204" pitchFamily="18" charset="0"/>
                      </a:rPr>
                      <m:t>𝑙𝑎𝑔</m:t>
                    </m:r>
                    <m:r>
                      <a:rPr lang="de-DE" sz="1400" i="1">
                        <a:latin typeface="Cambria Math" panose="02040503050406030204" pitchFamily="18" charset="0"/>
                      </a:rPr>
                      <m:t>−1</m:t>
                    </m:r>
                  </m:oMath>
                </a14:m>
                <a:r>
                  <a:rPr lang="en-US" sz="1400" dirty="0"/>
                  <a:t> values per trajectory</a:t>
                </a:r>
              </a:p>
              <a:p>
                <a:pPr marL="895350" indent="-103188"/>
                <a:r>
                  <a:rPr lang="en-US" sz="1050" dirty="0"/>
                  <a:t>Avoids the use of incomplete data points</a:t>
                </a:r>
              </a:p>
              <a:p>
                <a:pPr marL="895350" indent="-103188"/>
                <a:r>
                  <a:rPr lang="en-US" sz="1050" dirty="0"/>
                  <a:t>Avoid incorrect connections between the trajectories</a:t>
                </a:r>
              </a:p>
              <a:p>
                <a:endParaRPr lang="en-US" dirty="0"/>
              </a:p>
              <a:p>
                <a:pPr marL="536575" lvl="2" indent="-179388">
                  <a:buFont typeface="Wingdings" panose="05000000000000000000" pitchFamily="2" charset="2"/>
                  <a:buChar char="Ø"/>
                </a:pPr>
                <a:endParaRPr lang="en-US" dirty="0"/>
              </a:p>
              <a:p>
                <a:pPr marL="285750" lvl="2" indent="-285750"/>
                <a:endParaRPr lang="en-US" dirty="0"/>
              </a:p>
            </p:txBody>
          </p:sp>
        </mc:Choice>
        <mc:Fallback xmlns="">
          <p:sp>
            <p:nvSpPr>
              <p:cNvPr id="6" name="Inhaltsplatzhalter 5">
                <a:extLst>
                  <a:ext uri="{FF2B5EF4-FFF2-40B4-BE49-F238E27FC236}">
                    <a16:creationId xmlns:a16="http://schemas.microsoft.com/office/drawing/2014/main" id="{3226FAB2-ED07-2FD5-CABD-1EE7C673902A}"/>
                  </a:ext>
                </a:extLst>
              </p:cNvPr>
              <p:cNvSpPr>
                <a:spLocks noGrp="1" noRot="1" noChangeAspect="1" noMove="1" noResize="1" noEditPoints="1" noAdjustHandles="1" noChangeArrowheads="1" noChangeShapeType="1" noTextEdit="1"/>
              </p:cNvSpPr>
              <p:nvPr>
                <p:ph sz="quarter" idx="11"/>
              </p:nvPr>
            </p:nvSpPr>
            <p:spPr>
              <a:xfrm>
                <a:off x="250825" y="1058862"/>
                <a:ext cx="8642350" cy="3313087"/>
              </a:xfrm>
              <a:blipFill>
                <a:blip r:embed="rId4"/>
                <a:stretch>
                  <a:fillRect l="-1320" b="-382"/>
                </a:stretch>
              </a:blipFill>
            </p:spPr>
            <p:txBody>
              <a:bodyPr/>
              <a:lstStyle/>
              <a:p>
                <a:r>
                  <a:rPr lang="en-GB">
                    <a:noFill/>
                  </a:rPr>
                  <a:t> </a:t>
                </a:r>
              </a:p>
            </p:txBody>
          </p:sp>
        </mc:Fallback>
      </mc:AlternateContent>
      <p:sp>
        <p:nvSpPr>
          <p:cNvPr id="70" name="Rechteck 69">
            <a:extLst>
              <a:ext uri="{FF2B5EF4-FFF2-40B4-BE49-F238E27FC236}">
                <a16:creationId xmlns:a16="http://schemas.microsoft.com/office/drawing/2014/main" id="{91874933-96BC-C12C-1276-7C24EE060800}"/>
              </a:ext>
            </a:extLst>
          </p:cNvPr>
          <p:cNvSpPr/>
          <p:nvPr/>
        </p:nvSpPr>
        <p:spPr>
          <a:xfrm>
            <a:off x="6398277" y="3387002"/>
            <a:ext cx="596606" cy="43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20 % </a:t>
            </a:r>
            <a:r>
              <a:rPr lang="de-DE" sz="700" dirty="0" err="1"/>
              <a:t>validation</a:t>
            </a:r>
            <a:r>
              <a:rPr lang="de-DE" sz="700" dirty="0"/>
              <a:t> </a:t>
            </a:r>
            <a:r>
              <a:rPr lang="de-DE" sz="700" dirty="0" err="1"/>
              <a:t>data</a:t>
            </a:r>
            <a:endParaRPr lang="de-DE" sz="700" dirty="0"/>
          </a:p>
        </p:txBody>
      </p:sp>
      <p:sp>
        <p:nvSpPr>
          <p:cNvPr id="71" name="Rechteck 70">
            <a:extLst>
              <a:ext uri="{FF2B5EF4-FFF2-40B4-BE49-F238E27FC236}">
                <a16:creationId xmlns:a16="http://schemas.microsoft.com/office/drawing/2014/main" id="{2E53490C-84C6-B674-36D5-EFF5988C22C3}"/>
              </a:ext>
            </a:extLst>
          </p:cNvPr>
          <p:cNvSpPr/>
          <p:nvPr/>
        </p:nvSpPr>
        <p:spPr>
          <a:xfrm>
            <a:off x="6398277" y="3941137"/>
            <a:ext cx="596606" cy="43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10 % </a:t>
            </a:r>
            <a:r>
              <a:rPr lang="de-DE" sz="700" dirty="0" err="1"/>
              <a:t>testing</a:t>
            </a:r>
            <a:r>
              <a:rPr lang="de-DE" sz="700" dirty="0"/>
              <a:t> </a:t>
            </a:r>
            <a:r>
              <a:rPr lang="de-DE" sz="700" dirty="0" err="1"/>
              <a:t>data</a:t>
            </a:r>
            <a:endParaRPr lang="de-DE" sz="700" dirty="0"/>
          </a:p>
        </p:txBody>
      </p:sp>
      <p:sp>
        <p:nvSpPr>
          <p:cNvPr id="72" name="Rechteck 71">
            <a:extLst>
              <a:ext uri="{FF2B5EF4-FFF2-40B4-BE49-F238E27FC236}">
                <a16:creationId xmlns:a16="http://schemas.microsoft.com/office/drawing/2014/main" id="{1F14456C-1C49-CFBD-7EA5-C23A69E8202D}"/>
              </a:ext>
            </a:extLst>
          </p:cNvPr>
          <p:cNvSpPr/>
          <p:nvPr/>
        </p:nvSpPr>
        <p:spPr>
          <a:xfrm>
            <a:off x="6398277" y="2832867"/>
            <a:ext cx="596606" cy="43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70 % </a:t>
            </a:r>
            <a:r>
              <a:rPr lang="de-DE" sz="700" dirty="0" err="1"/>
              <a:t>training</a:t>
            </a:r>
            <a:r>
              <a:rPr lang="de-DE" sz="700" dirty="0"/>
              <a:t> </a:t>
            </a:r>
            <a:r>
              <a:rPr lang="de-DE" sz="700" dirty="0" err="1"/>
              <a:t>data</a:t>
            </a:r>
            <a:endParaRPr lang="de-DE" sz="700" dirty="0"/>
          </a:p>
        </p:txBody>
      </p:sp>
      <p:grpSp>
        <p:nvGrpSpPr>
          <p:cNvPr id="103" name="Gruppieren 102">
            <a:extLst>
              <a:ext uri="{FF2B5EF4-FFF2-40B4-BE49-F238E27FC236}">
                <a16:creationId xmlns:a16="http://schemas.microsoft.com/office/drawing/2014/main" id="{9DBAB02A-6AD9-2A82-604D-5CC599809CE6}"/>
              </a:ext>
            </a:extLst>
          </p:cNvPr>
          <p:cNvGrpSpPr/>
          <p:nvPr/>
        </p:nvGrpSpPr>
        <p:grpSpPr>
          <a:xfrm>
            <a:off x="5014980" y="908842"/>
            <a:ext cx="3363201" cy="430812"/>
            <a:chOff x="5014980" y="908842"/>
            <a:chExt cx="3363201" cy="430812"/>
          </a:xfrm>
        </p:grpSpPr>
        <p:sp>
          <p:nvSpPr>
            <p:cNvPr id="73" name="Rechteck 72">
              <a:extLst>
                <a:ext uri="{FF2B5EF4-FFF2-40B4-BE49-F238E27FC236}">
                  <a16:creationId xmlns:a16="http://schemas.microsoft.com/office/drawing/2014/main" id="{D965949D-283F-76CF-E6F9-FAE99BEECB53}"/>
                </a:ext>
              </a:extLst>
            </p:cNvPr>
            <p:cNvSpPr/>
            <p:nvPr/>
          </p:nvSpPr>
          <p:spPr>
            <a:xfrm>
              <a:off x="5014980" y="908842"/>
              <a:ext cx="596606" cy="43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-1 (Noise)</a:t>
              </a:r>
            </a:p>
          </p:txBody>
        </p:sp>
        <p:sp>
          <p:nvSpPr>
            <p:cNvPr id="74" name="Rechteck 73">
              <a:extLst>
                <a:ext uri="{FF2B5EF4-FFF2-40B4-BE49-F238E27FC236}">
                  <a16:creationId xmlns:a16="http://schemas.microsoft.com/office/drawing/2014/main" id="{9A9178EC-D8FC-FE3A-CF63-01EEB8CE5321}"/>
                </a:ext>
              </a:extLst>
            </p:cNvPr>
            <p:cNvSpPr/>
            <p:nvPr/>
          </p:nvSpPr>
          <p:spPr>
            <a:xfrm>
              <a:off x="5706629" y="908842"/>
              <a:ext cx="596606" cy="43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0</a:t>
              </a:r>
            </a:p>
          </p:txBody>
        </p:sp>
        <p:sp>
          <p:nvSpPr>
            <p:cNvPr id="75" name="Rechteck 74">
              <a:extLst>
                <a:ext uri="{FF2B5EF4-FFF2-40B4-BE49-F238E27FC236}">
                  <a16:creationId xmlns:a16="http://schemas.microsoft.com/office/drawing/2014/main" id="{A7EE1D99-4CD0-BA84-F640-53E28C83CA30}"/>
                </a:ext>
              </a:extLst>
            </p:cNvPr>
            <p:cNvSpPr/>
            <p:nvPr/>
          </p:nvSpPr>
          <p:spPr>
            <a:xfrm>
              <a:off x="6398278" y="908842"/>
              <a:ext cx="596606" cy="43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1</a:t>
              </a:r>
            </a:p>
          </p:txBody>
        </p:sp>
        <p:sp>
          <p:nvSpPr>
            <p:cNvPr id="76" name="Rechteck 75">
              <a:extLst>
                <a:ext uri="{FF2B5EF4-FFF2-40B4-BE49-F238E27FC236}">
                  <a16:creationId xmlns:a16="http://schemas.microsoft.com/office/drawing/2014/main" id="{6C4F1A3A-2D66-BD84-F5EC-1B20981F247B}"/>
                </a:ext>
              </a:extLst>
            </p:cNvPr>
            <p:cNvSpPr/>
            <p:nvPr/>
          </p:nvSpPr>
          <p:spPr>
            <a:xfrm>
              <a:off x="7089926" y="908842"/>
              <a:ext cx="596606" cy="43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2</a:t>
              </a:r>
            </a:p>
          </p:txBody>
        </p:sp>
        <p:sp>
          <p:nvSpPr>
            <p:cNvPr id="77" name="Rechteck 76">
              <a:extLst>
                <a:ext uri="{FF2B5EF4-FFF2-40B4-BE49-F238E27FC236}">
                  <a16:creationId xmlns:a16="http://schemas.microsoft.com/office/drawing/2014/main" id="{D6A79005-A838-5B42-C2EA-9B1052D41549}"/>
                </a:ext>
              </a:extLst>
            </p:cNvPr>
            <p:cNvSpPr/>
            <p:nvPr/>
          </p:nvSpPr>
          <p:spPr>
            <a:xfrm>
              <a:off x="7781575" y="908842"/>
              <a:ext cx="596606" cy="4308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3</a:t>
              </a:r>
            </a:p>
          </p:txBody>
        </p:sp>
      </p:grpSp>
      <p:grpSp>
        <p:nvGrpSpPr>
          <p:cNvPr id="129" name="Gruppieren 128">
            <a:extLst>
              <a:ext uri="{FF2B5EF4-FFF2-40B4-BE49-F238E27FC236}">
                <a16:creationId xmlns:a16="http://schemas.microsoft.com/office/drawing/2014/main" id="{48205695-44E0-B5FA-CC0C-8C57852C27FA}"/>
              </a:ext>
            </a:extLst>
          </p:cNvPr>
          <p:cNvGrpSpPr/>
          <p:nvPr/>
        </p:nvGrpSpPr>
        <p:grpSpPr>
          <a:xfrm>
            <a:off x="4499991" y="1869307"/>
            <a:ext cx="4393181" cy="435007"/>
            <a:chOff x="1547664" y="1217785"/>
            <a:chExt cx="5832648" cy="443693"/>
          </a:xfrm>
        </p:grpSpPr>
        <p:grpSp>
          <p:nvGrpSpPr>
            <p:cNvPr id="128" name="Gruppieren 127">
              <a:extLst>
                <a:ext uri="{FF2B5EF4-FFF2-40B4-BE49-F238E27FC236}">
                  <a16:creationId xmlns:a16="http://schemas.microsoft.com/office/drawing/2014/main" id="{751FB731-D5AB-9A49-DA0E-A1DD274350E7}"/>
                </a:ext>
              </a:extLst>
            </p:cNvPr>
            <p:cNvGrpSpPr/>
            <p:nvPr/>
          </p:nvGrpSpPr>
          <p:grpSpPr>
            <a:xfrm>
              <a:off x="1547664" y="1220654"/>
              <a:ext cx="2628638" cy="440824"/>
              <a:chOff x="1772257" y="1220654"/>
              <a:chExt cx="2628638" cy="440824"/>
            </a:xfrm>
          </p:grpSpPr>
          <p:sp>
            <p:nvSpPr>
              <p:cNvPr id="93" name="Rechteck 92">
                <a:extLst>
                  <a:ext uri="{FF2B5EF4-FFF2-40B4-BE49-F238E27FC236}">
                    <a16:creationId xmlns:a16="http://schemas.microsoft.com/office/drawing/2014/main" id="{20BBDF4E-C377-EF2C-7F55-91E48F9933B2}"/>
                  </a:ext>
                </a:extLst>
              </p:cNvPr>
              <p:cNvSpPr/>
              <p:nvPr/>
            </p:nvSpPr>
            <p:spPr>
              <a:xfrm>
                <a:off x="2690531" y="1220654"/>
                <a:ext cx="792090" cy="4394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0</a:t>
                </a:r>
              </a:p>
              <a:p>
                <a:pPr algn="ctr"/>
                <a:r>
                  <a:rPr lang="de-DE" sz="700" dirty="0"/>
                  <a:t>20 % </a:t>
                </a:r>
                <a:r>
                  <a:rPr lang="de-DE" sz="700" dirty="0" err="1"/>
                  <a:t>val</a:t>
                </a:r>
                <a:endParaRPr lang="de-DE" sz="700" dirty="0"/>
              </a:p>
            </p:txBody>
          </p:sp>
          <p:sp>
            <p:nvSpPr>
              <p:cNvPr id="94" name="Rechteck 93">
                <a:extLst>
                  <a:ext uri="{FF2B5EF4-FFF2-40B4-BE49-F238E27FC236}">
                    <a16:creationId xmlns:a16="http://schemas.microsoft.com/office/drawing/2014/main" id="{7212861C-ECCE-6E76-B9D2-3AB599DDD9E3}"/>
                  </a:ext>
                </a:extLst>
              </p:cNvPr>
              <p:cNvSpPr/>
              <p:nvPr/>
            </p:nvSpPr>
            <p:spPr>
              <a:xfrm>
                <a:off x="3608805" y="1220654"/>
                <a:ext cx="792090" cy="4394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0</a:t>
                </a:r>
              </a:p>
              <a:p>
                <a:pPr algn="ctr"/>
                <a:r>
                  <a:rPr lang="de-DE" sz="700" dirty="0"/>
                  <a:t>10 % </a:t>
                </a:r>
                <a:r>
                  <a:rPr lang="de-DE" sz="700" dirty="0" err="1"/>
                  <a:t>train</a:t>
                </a:r>
                <a:endParaRPr lang="de-DE" sz="700" dirty="0"/>
              </a:p>
            </p:txBody>
          </p:sp>
          <p:sp>
            <p:nvSpPr>
              <p:cNvPr id="95" name="Rechteck 94">
                <a:extLst>
                  <a:ext uri="{FF2B5EF4-FFF2-40B4-BE49-F238E27FC236}">
                    <a16:creationId xmlns:a16="http://schemas.microsoft.com/office/drawing/2014/main" id="{A4CABD2C-918E-8F03-8C81-C9C6A7BA1003}"/>
                  </a:ext>
                </a:extLst>
              </p:cNvPr>
              <p:cNvSpPr/>
              <p:nvPr/>
            </p:nvSpPr>
            <p:spPr>
              <a:xfrm>
                <a:off x="1772257" y="1222063"/>
                <a:ext cx="792090" cy="4394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0</a:t>
                </a:r>
              </a:p>
              <a:p>
                <a:pPr algn="ctr"/>
                <a:r>
                  <a:rPr lang="de-DE" sz="700" dirty="0"/>
                  <a:t>70 % </a:t>
                </a:r>
                <a:r>
                  <a:rPr lang="de-DE" sz="700" dirty="0" err="1"/>
                  <a:t>train</a:t>
                </a:r>
                <a:endParaRPr lang="de-DE" sz="700" dirty="0"/>
              </a:p>
            </p:txBody>
          </p:sp>
        </p:grpSp>
        <p:sp>
          <p:nvSpPr>
            <p:cNvPr id="90" name="Rechteck 89">
              <a:extLst>
                <a:ext uri="{FF2B5EF4-FFF2-40B4-BE49-F238E27FC236}">
                  <a16:creationId xmlns:a16="http://schemas.microsoft.com/office/drawing/2014/main" id="{3A15F5F0-41D2-9955-5A18-47F39624FDBD}"/>
                </a:ext>
              </a:extLst>
            </p:cNvPr>
            <p:cNvSpPr/>
            <p:nvPr/>
          </p:nvSpPr>
          <p:spPr>
            <a:xfrm>
              <a:off x="5669943" y="1217785"/>
              <a:ext cx="792090" cy="4394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1</a:t>
              </a:r>
            </a:p>
            <a:p>
              <a:pPr algn="ctr"/>
              <a:r>
                <a:rPr lang="de-DE" sz="700" dirty="0"/>
                <a:t>20 % </a:t>
              </a:r>
              <a:r>
                <a:rPr lang="de-DE" sz="700" dirty="0" err="1"/>
                <a:t>val</a:t>
              </a:r>
              <a:endParaRPr lang="de-DE" sz="700" dirty="0"/>
            </a:p>
          </p:txBody>
        </p:sp>
        <p:sp>
          <p:nvSpPr>
            <p:cNvPr id="91" name="Rechteck 90">
              <a:extLst>
                <a:ext uri="{FF2B5EF4-FFF2-40B4-BE49-F238E27FC236}">
                  <a16:creationId xmlns:a16="http://schemas.microsoft.com/office/drawing/2014/main" id="{F92A4586-5D62-929D-8770-FFBB77AED849}"/>
                </a:ext>
              </a:extLst>
            </p:cNvPr>
            <p:cNvSpPr/>
            <p:nvPr/>
          </p:nvSpPr>
          <p:spPr>
            <a:xfrm>
              <a:off x="6588222" y="1217785"/>
              <a:ext cx="792090" cy="4394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1</a:t>
              </a:r>
            </a:p>
            <a:p>
              <a:pPr algn="ctr"/>
              <a:r>
                <a:rPr lang="de-DE" sz="700" dirty="0"/>
                <a:t>10 % </a:t>
              </a:r>
              <a:r>
                <a:rPr lang="de-DE" sz="700" dirty="0" err="1"/>
                <a:t>test</a:t>
              </a:r>
              <a:endParaRPr lang="de-DE" sz="700" dirty="0"/>
            </a:p>
          </p:txBody>
        </p:sp>
        <p:sp>
          <p:nvSpPr>
            <p:cNvPr id="92" name="Rechteck 91">
              <a:extLst>
                <a:ext uri="{FF2B5EF4-FFF2-40B4-BE49-F238E27FC236}">
                  <a16:creationId xmlns:a16="http://schemas.microsoft.com/office/drawing/2014/main" id="{794BAFA9-9849-7D05-6C1A-C0C037C4BE5E}"/>
                </a:ext>
              </a:extLst>
            </p:cNvPr>
            <p:cNvSpPr/>
            <p:nvPr/>
          </p:nvSpPr>
          <p:spPr>
            <a:xfrm>
              <a:off x="4751669" y="1219194"/>
              <a:ext cx="792090" cy="4394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t>Cluster 1</a:t>
              </a:r>
            </a:p>
            <a:p>
              <a:pPr algn="ctr"/>
              <a:r>
                <a:rPr lang="de-DE" sz="700" dirty="0"/>
                <a:t>70 % </a:t>
              </a:r>
              <a:r>
                <a:rPr lang="de-DE" sz="700" dirty="0" err="1"/>
                <a:t>train</a:t>
              </a:r>
              <a:endParaRPr lang="de-DE" sz="700" dirty="0"/>
            </a:p>
          </p:txBody>
        </p:sp>
      </p:grpSp>
      <p:cxnSp>
        <p:nvCxnSpPr>
          <p:cNvPr id="78" name="Gerader Verbinder 32">
            <a:extLst>
              <a:ext uri="{FF2B5EF4-FFF2-40B4-BE49-F238E27FC236}">
                <a16:creationId xmlns:a16="http://schemas.microsoft.com/office/drawing/2014/main" id="{12B33181-A8CA-73B1-A2CA-54288760FC58}"/>
              </a:ext>
            </a:extLst>
          </p:cNvPr>
          <p:cNvCxnSpPr>
            <a:cxnSpLocks/>
            <a:stCxn id="74" idx="2"/>
            <a:endCxn id="94" idx="0"/>
          </p:cNvCxnSpPr>
          <p:nvPr/>
        </p:nvCxnSpPr>
        <p:spPr>
          <a:xfrm rot="16200000" flipH="1">
            <a:off x="5827029" y="1517557"/>
            <a:ext cx="532466" cy="176660"/>
          </a:xfrm>
          <a:prstGeom prst="bentConnector3">
            <a:avLst>
              <a:gd name="adj1" fmla="val 50000"/>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79" name="Gerader Verbinder 37">
            <a:extLst>
              <a:ext uri="{FF2B5EF4-FFF2-40B4-BE49-F238E27FC236}">
                <a16:creationId xmlns:a16="http://schemas.microsoft.com/office/drawing/2014/main" id="{542B2769-BC45-A7AB-3989-A519F0BBDD0A}"/>
              </a:ext>
            </a:extLst>
          </p:cNvPr>
          <p:cNvCxnSpPr>
            <a:cxnSpLocks/>
            <a:stCxn id="74" idx="2"/>
            <a:endCxn id="93" idx="0"/>
          </p:cNvCxnSpPr>
          <p:nvPr/>
        </p:nvCxnSpPr>
        <p:spPr>
          <a:xfrm rot="5400000">
            <a:off x="5481205" y="1348393"/>
            <a:ext cx="532466" cy="514989"/>
          </a:xfrm>
          <a:prstGeom prst="bentConnector3">
            <a:avLst>
              <a:gd name="adj1" fmla="val 50000"/>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80" name="Gerader Verbinder 41">
            <a:extLst>
              <a:ext uri="{FF2B5EF4-FFF2-40B4-BE49-F238E27FC236}">
                <a16:creationId xmlns:a16="http://schemas.microsoft.com/office/drawing/2014/main" id="{3DE91239-86D2-E87E-454C-BCCB95202B19}"/>
              </a:ext>
            </a:extLst>
          </p:cNvPr>
          <p:cNvCxnSpPr>
            <a:cxnSpLocks/>
            <a:stCxn id="74" idx="2"/>
            <a:endCxn id="95" idx="0"/>
          </p:cNvCxnSpPr>
          <p:nvPr/>
        </p:nvCxnSpPr>
        <p:spPr>
          <a:xfrm rot="5400000">
            <a:off x="5134690" y="1003258"/>
            <a:ext cx="533847" cy="1206638"/>
          </a:xfrm>
          <a:prstGeom prst="bentConnector3">
            <a:avLst>
              <a:gd name="adj1" fmla="val 50000"/>
            </a:avLst>
          </a:prstGeom>
          <a:ln w="12700">
            <a:solidFill>
              <a:srgbClr val="344C05"/>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81" name="Gerader Verbinder 47">
            <a:extLst>
              <a:ext uri="{FF2B5EF4-FFF2-40B4-BE49-F238E27FC236}">
                <a16:creationId xmlns:a16="http://schemas.microsoft.com/office/drawing/2014/main" id="{8FE5FFDF-EC5F-4161-018C-67076A0579ED}"/>
              </a:ext>
            </a:extLst>
          </p:cNvPr>
          <p:cNvCxnSpPr>
            <a:cxnSpLocks/>
            <a:stCxn id="75" idx="2"/>
            <a:endCxn id="92" idx="0"/>
          </p:cNvCxnSpPr>
          <p:nvPr/>
        </p:nvCxnSpPr>
        <p:spPr>
          <a:xfrm rot="16200000" flipH="1">
            <a:off x="6688557" y="1347678"/>
            <a:ext cx="531034" cy="514986"/>
          </a:xfrm>
          <a:prstGeom prst="bentConnector3">
            <a:avLst>
              <a:gd name="adj1" fmla="val 50000"/>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82" name="Gerader Verbinder 53">
            <a:extLst>
              <a:ext uri="{FF2B5EF4-FFF2-40B4-BE49-F238E27FC236}">
                <a16:creationId xmlns:a16="http://schemas.microsoft.com/office/drawing/2014/main" id="{BAA2D305-3102-9B1B-16AB-5D686D4B88DC}"/>
              </a:ext>
            </a:extLst>
          </p:cNvPr>
          <p:cNvCxnSpPr>
            <a:cxnSpLocks/>
            <a:stCxn id="75" idx="2"/>
            <a:endCxn id="90" idx="0"/>
          </p:cNvCxnSpPr>
          <p:nvPr/>
        </p:nvCxnSpPr>
        <p:spPr>
          <a:xfrm rot="16200000" flipH="1">
            <a:off x="7035072" y="1001162"/>
            <a:ext cx="529653" cy="1206635"/>
          </a:xfrm>
          <a:prstGeom prst="bentConnector3">
            <a:avLst>
              <a:gd name="adj1" fmla="val 50000"/>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83" name="Gerader Verbinder 58">
            <a:extLst>
              <a:ext uri="{FF2B5EF4-FFF2-40B4-BE49-F238E27FC236}">
                <a16:creationId xmlns:a16="http://schemas.microsoft.com/office/drawing/2014/main" id="{D63D3A0C-A959-55C9-8BD2-E3E93212AC30}"/>
              </a:ext>
            </a:extLst>
          </p:cNvPr>
          <p:cNvCxnSpPr>
            <a:cxnSpLocks/>
            <a:stCxn id="75" idx="2"/>
            <a:endCxn id="91" idx="0"/>
          </p:cNvCxnSpPr>
          <p:nvPr/>
        </p:nvCxnSpPr>
        <p:spPr>
          <a:xfrm rot="16200000" flipH="1">
            <a:off x="7380899" y="655336"/>
            <a:ext cx="529653" cy="1898288"/>
          </a:xfrm>
          <a:prstGeom prst="bentConnector3">
            <a:avLst>
              <a:gd name="adj1" fmla="val 50000"/>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84" name="Gerader Verbinder 71">
            <a:extLst>
              <a:ext uri="{FF2B5EF4-FFF2-40B4-BE49-F238E27FC236}">
                <a16:creationId xmlns:a16="http://schemas.microsoft.com/office/drawing/2014/main" id="{E9738069-309A-1A4A-5C90-10162F75F4DC}"/>
              </a:ext>
            </a:extLst>
          </p:cNvPr>
          <p:cNvCxnSpPr>
            <a:cxnSpLocks/>
            <a:stCxn id="95" idx="2"/>
            <a:endCxn id="72" idx="1"/>
          </p:cNvCxnSpPr>
          <p:nvPr/>
        </p:nvCxnSpPr>
        <p:spPr>
          <a:xfrm rot="16200000" flipH="1">
            <a:off x="5226306" y="1876301"/>
            <a:ext cx="743959" cy="1599983"/>
          </a:xfrm>
          <a:prstGeom prst="bentConnector2">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85" name="Gerader Verbinder 74">
            <a:extLst>
              <a:ext uri="{FF2B5EF4-FFF2-40B4-BE49-F238E27FC236}">
                <a16:creationId xmlns:a16="http://schemas.microsoft.com/office/drawing/2014/main" id="{024DCF43-EC9B-1372-473E-A60FDADD268A}"/>
              </a:ext>
            </a:extLst>
          </p:cNvPr>
          <p:cNvCxnSpPr>
            <a:cxnSpLocks/>
            <a:stCxn id="93" idx="2"/>
            <a:endCxn id="70" idx="1"/>
          </p:cNvCxnSpPr>
          <p:nvPr/>
        </p:nvCxnSpPr>
        <p:spPr>
          <a:xfrm rot="16200000" flipH="1">
            <a:off x="5294373" y="2498503"/>
            <a:ext cx="1299475" cy="908334"/>
          </a:xfrm>
          <a:prstGeom prst="bentConnector2">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86" name="Gerader Verbinder 77">
            <a:extLst>
              <a:ext uri="{FF2B5EF4-FFF2-40B4-BE49-F238E27FC236}">
                <a16:creationId xmlns:a16="http://schemas.microsoft.com/office/drawing/2014/main" id="{61A294AC-4612-7F21-D3E4-387577D1D467}"/>
              </a:ext>
            </a:extLst>
          </p:cNvPr>
          <p:cNvCxnSpPr>
            <a:cxnSpLocks/>
            <a:stCxn id="94" idx="2"/>
            <a:endCxn id="71" idx="1"/>
          </p:cNvCxnSpPr>
          <p:nvPr/>
        </p:nvCxnSpPr>
        <p:spPr>
          <a:xfrm rot="16200000" flipH="1">
            <a:off x="5363129" y="3121395"/>
            <a:ext cx="1853610" cy="216685"/>
          </a:xfrm>
          <a:prstGeom prst="bentConnector2">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87" name="Gerader Verbinder 81">
            <a:extLst>
              <a:ext uri="{FF2B5EF4-FFF2-40B4-BE49-F238E27FC236}">
                <a16:creationId xmlns:a16="http://schemas.microsoft.com/office/drawing/2014/main" id="{014BE003-99ED-E7F6-B5F0-1CA3C927D1D5}"/>
              </a:ext>
            </a:extLst>
          </p:cNvPr>
          <p:cNvCxnSpPr>
            <a:cxnSpLocks/>
            <a:stCxn id="91" idx="2"/>
            <a:endCxn id="71" idx="3"/>
          </p:cNvCxnSpPr>
          <p:nvPr/>
        </p:nvCxnSpPr>
        <p:spPr>
          <a:xfrm rot="5400000">
            <a:off x="6866665" y="2428338"/>
            <a:ext cx="1856423" cy="1599986"/>
          </a:xfrm>
          <a:prstGeom prst="bentConnector2">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88" name="Gerader Verbinder 84">
            <a:extLst>
              <a:ext uri="{FF2B5EF4-FFF2-40B4-BE49-F238E27FC236}">
                <a16:creationId xmlns:a16="http://schemas.microsoft.com/office/drawing/2014/main" id="{D4F97D56-AE93-9DE6-7484-B689959B0A28}"/>
              </a:ext>
            </a:extLst>
          </p:cNvPr>
          <p:cNvCxnSpPr>
            <a:cxnSpLocks/>
            <a:stCxn id="90" idx="2"/>
            <a:endCxn id="70" idx="3"/>
          </p:cNvCxnSpPr>
          <p:nvPr/>
        </p:nvCxnSpPr>
        <p:spPr>
          <a:xfrm rot="5400000">
            <a:off x="6797906" y="2497098"/>
            <a:ext cx="1302288" cy="908333"/>
          </a:xfrm>
          <a:prstGeom prst="bentConnector2">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89" name="Gerader Verbinder 87">
            <a:extLst>
              <a:ext uri="{FF2B5EF4-FFF2-40B4-BE49-F238E27FC236}">
                <a16:creationId xmlns:a16="http://schemas.microsoft.com/office/drawing/2014/main" id="{D30191B9-7DA0-2772-1933-6FEC586BA111}"/>
              </a:ext>
            </a:extLst>
          </p:cNvPr>
          <p:cNvCxnSpPr>
            <a:cxnSpLocks/>
            <a:stCxn id="92" idx="2"/>
            <a:endCxn id="72" idx="3"/>
          </p:cNvCxnSpPr>
          <p:nvPr/>
        </p:nvCxnSpPr>
        <p:spPr>
          <a:xfrm rot="5400000">
            <a:off x="6729839" y="2566545"/>
            <a:ext cx="746772" cy="216684"/>
          </a:xfrm>
          <a:prstGeom prst="bentConnector2">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sp>
        <p:nvSpPr>
          <p:cNvPr id="111" name="Rechteck 110">
            <a:extLst>
              <a:ext uri="{FF2B5EF4-FFF2-40B4-BE49-F238E27FC236}">
                <a16:creationId xmlns:a16="http://schemas.microsoft.com/office/drawing/2014/main" id="{F077FA2D-59DF-0DA2-A1AF-36F818CCAD80}"/>
              </a:ext>
            </a:extLst>
          </p:cNvPr>
          <p:cNvSpPr/>
          <p:nvPr/>
        </p:nvSpPr>
        <p:spPr>
          <a:xfrm>
            <a:off x="4919933" y="868856"/>
            <a:ext cx="732187" cy="510781"/>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2" name="Rechteck 111">
            <a:extLst>
              <a:ext uri="{FF2B5EF4-FFF2-40B4-BE49-F238E27FC236}">
                <a16:creationId xmlns:a16="http://schemas.microsoft.com/office/drawing/2014/main" id="{0EAA4B61-928C-16A1-9248-BC1B7B4FDCD0}"/>
              </a:ext>
            </a:extLst>
          </p:cNvPr>
          <p:cNvSpPr/>
          <p:nvPr/>
        </p:nvSpPr>
        <p:spPr>
          <a:xfrm>
            <a:off x="7062432" y="887730"/>
            <a:ext cx="1397355" cy="510781"/>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8" name="Audio 27">
            <a:extLst>
              <a:ext uri="{FF2B5EF4-FFF2-40B4-BE49-F238E27FC236}">
                <a16:creationId xmlns:a16="http://schemas.microsoft.com/office/drawing/2014/main" id="{2652E6A2-7DAB-F842-29E8-B4924B2D4ED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053387" y="5308054"/>
            <a:ext cx="812800" cy="812800"/>
          </a:xfrm>
          <a:prstGeom prst="rect">
            <a:avLst/>
          </a:prstGeom>
        </p:spPr>
      </p:pic>
    </p:spTree>
    <p:extLst>
      <p:ext uri="{BB962C8B-B14F-4D97-AF65-F5344CB8AC3E}">
        <p14:creationId xmlns:p14="http://schemas.microsoft.com/office/powerpoint/2010/main" val="3804143301"/>
      </p:ext>
    </p:extLst>
  </p:cSld>
  <p:clrMapOvr>
    <a:masterClrMapping/>
  </p:clrMapOvr>
  <mc:AlternateContent xmlns:mc="http://schemas.openxmlformats.org/markup-compatibility/2006" xmlns:p14="http://schemas.microsoft.com/office/powerpoint/2010/main">
    <mc:Choice Requires="p14">
      <p:transition spd="slow" p14:dur="2000" advTm="47942"/>
    </mc:Choice>
    <mc:Fallback xmlns="">
      <p:transition spd="slow" advTm="479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F7A30-596D-0255-1AAB-9F5064639D14}"/>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97A5D33D-AF4C-1304-2539-E5C129F265C4}"/>
              </a:ext>
            </a:extLst>
          </p:cNvPr>
          <p:cNvSpPr>
            <a:spLocks noGrp="1"/>
          </p:cNvSpPr>
          <p:nvPr>
            <p:ph type="ftr" sz="quarter" idx="16"/>
          </p:nvPr>
        </p:nvSpPr>
        <p:spPr/>
        <p:txBody>
          <a:bodyPr/>
          <a:lstStyle/>
          <a:p>
            <a:r>
              <a:rPr lang="en-US" dirty="0"/>
              <a:t>Paul Jollet, Group G2 | NARX Model</a:t>
            </a:r>
            <a:endParaRPr lang="de-DE" dirty="0"/>
          </a:p>
        </p:txBody>
      </p:sp>
      <p:sp>
        <p:nvSpPr>
          <p:cNvPr id="3" name="Datumsplatzhalter 2">
            <a:extLst>
              <a:ext uri="{FF2B5EF4-FFF2-40B4-BE49-F238E27FC236}">
                <a16:creationId xmlns:a16="http://schemas.microsoft.com/office/drawing/2014/main" id="{6E3773E8-17EA-199B-0D5C-95D71C928926}"/>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1F7E75B1-AFFC-8914-DD96-AE089D0ED6B5}"/>
              </a:ext>
            </a:extLst>
          </p:cNvPr>
          <p:cNvSpPr>
            <a:spLocks noGrp="1"/>
          </p:cNvSpPr>
          <p:nvPr>
            <p:ph type="sldNum" sz="quarter" idx="10"/>
          </p:nvPr>
        </p:nvSpPr>
        <p:spPr/>
        <p:txBody>
          <a:bodyPr/>
          <a:lstStyle/>
          <a:p>
            <a:fld id="{63CECEBB-547B-4598-95D8-3FB4D608B5D5}" type="slidenum">
              <a:rPr lang="de-DE" smtClean="0"/>
              <a:pPr/>
              <a:t>5</a:t>
            </a:fld>
            <a:endParaRPr lang="de-DE" dirty="0"/>
          </a:p>
        </p:txBody>
      </p:sp>
      <p:sp>
        <p:nvSpPr>
          <p:cNvPr id="5" name="Textplatzhalter 4">
            <a:extLst>
              <a:ext uri="{FF2B5EF4-FFF2-40B4-BE49-F238E27FC236}">
                <a16:creationId xmlns:a16="http://schemas.microsoft.com/office/drawing/2014/main" id="{DF30E4AD-33B5-25D3-4FF7-6923F45EFECF}"/>
              </a:ext>
            </a:extLst>
          </p:cNvPr>
          <p:cNvSpPr>
            <a:spLocks noGrp="1"/>
          </p:cNvSpPr>
          <p:nvPr>
            <p:ph type="body" sz="quarter" idx="14"/>
          </p:nvPr>
        </p:nvSpPr>
        <p:spPr/>
        <p:txBody>
          <a:bodyPr/>
          <a:lstStyle/>
          <a:p>
            <a:r>
              <a:rPr lang="en-US" sz="2200" dirty="0"/>
              <a:t>Nonlinear </a:t>
            </a:r>
            <a:r>
              <a:rPr lang="en-US" sz="2200" dirty="0" err="1"/>
              <a:t>AutoRegressive</a:t>
            </a:r>
            <a:r>
              <a:rPr lang="en-US" sz="2200" dirty="0"/>
              <a:t> with </a:t>
            </a:r>
            <a:r>
              <a:rPr lang="en-US" sz="2200" dirty="0" err="1"/>
              <a:t>eXogenous</a:t>
            </a:r>
            <a:r>
              <a:rPr lang="en-US" sz="2200" dirty="0"/>
              <a:t> Inputs (NARX) Model</a:t>
            </a:r>
          </a:p>
        </p:txBody>
      </p:sp>
      <p:sp>
        <p:nvSpPr>
          <p:cNvPr id="6" name="Inhaltsplatzhalter 5">
            <a:extLst>
              <a:ext uri="{FF2B5EF4-FFF2-40B4-BE49-F238E27FC236}">
                <a16:creationId xmlns:a16="http://schemas.microsoft.com/office/drawing/2014/main" id="{9BC91C98-D6A4-0C0D-B703-A41CF221047F}"/>
              </a:ext>
            </a:extLst>
          </p:cNvPr>
          <p:cNvSpPr>
            <a:spLocks noGrp="1"/>
          </p:cNvSpPr>
          <p:nvPr>
            <p:ph sz="quarter" idx="11"/>
          </p:nvPr>
        </p:nvSpPr>
        <p:spPr>
          <a:xfrm>
            <a:off x="250825" y="1058862"/>
            <a:ext cx="8642350" cy="3313087"/>
          </a:xfrm>
        </p:spPr>
        <p:txBody>
          <a:bodyPr/>
          <a:lstStyle/>
          <a:p>
            <a:r>
              <a:rPr lang="en-US" dirty="0"/>
              <a:t>Architecture:</a:t>
            </a:r>
          </a:p>
          <a:p>
            <a:pPr marL="627063" indent="-269875">
              <a:buFont typeface="Wingdings" panose="05000000000000000000" pitchFamily="2" charset="2"/>
              <a:buChar char="Ø"/>
            </a:pPr>
            <a:r>
              <a:rPr lang="en-US" sz="1400" dirty="0"/>
              <a:t>Flexible feedforward neural network</a:t>
            </a:r>
          </a:p>
          <a:p>
            <a:pPr marL="627063" indent="-269875">
              <a:buFont typeface="Wingdings" panose="05000000000000000000" pitchFamily="2" charset="2"/>
              <a:buChar char="Ø"/>
            </a:pPr>
            <a:r>
              <a:rPr lang="en-US" sz="1400" dirty="0"/>
              <a:t>Variable number of hidden layers &amp; neurons</a:t>
            </a:r>
          </a:p>
          <a:p>
            <a:pPr marL="627063" indent="-269875">
              <a:buFont typeface="Wingdings" panose="05000000000000000000" pitchFamily="2" charset="2"/>
              <a:buChar char="Ø"/>
            </a:pPr>
            <a:r>
              <a:rPr lang="en-US" sz="1400" dirty="0"/>
              <a:t>Includes configurable dropout for regularization</a:t>
            </a:r>
          </a:p>
          <a:p>
            <a:pPr marL="627063" indent="-269875">
              <a:buFont typeface="Wingdings" panose="05000000000000000000" pitchFamily="2" charset="2"/>
              <a:buChar char="Ø"/>
            </a:pPr>
            <a:r>
              <a:rPr lang="en-US" sz="1400" dirty="0"/>
              <a:t>Configurable:</a:t>
            </a:r>
          </a:p>
          <a:p>
            <a:pPr marL="895350" indent="-103188"/>
            <a:r>
              <a:rPr lang="en-US" sz="1050" dirty="0"/>
              <a:t>Activation function</a:t>
            </a:r>
          </a:p>
          <a:p>
            <a:pPr marL="895350" indent="-103188"/>
            <a:r>
              <a:rPr lang="en-US" sz="1050" dirty="0"/>
              <a:t>Learning rate</a:t>
            </a:r>
          </a:p>
          <a:p>
            <a:pPr marL="895350" indent="-103188"/>
            <a:r>
              <a:rPr lang="en-US" sz="1050" dirty="0"/>
              <a:t>Batch size</a:t>
            </a:r>
          </a:p>
          <a:p>
            <a:pPr marL="895350" indent="-103188"/>
            <a:r>
              <a:rPr lang="en-US" sz="1050" dirty="0"/>
              <a:t>Epochs</a:t>
            </a:r>
          </a:p>
          <a:p>
            <a:pPr marL="895350" indent="-103188"/>
            <a:endParaRPr lang="en-US" sz="1050" dirty="0"/>
          </a:p>
          <a:p>
            <a:pPr marL="182563" indent="-171450"/>
            <a:r>
              <a:rPr lang="en-US" dirty="0"/>
              <a:t>Training:</a:t>
            </a:r>
          </a:p>
          <a:p>
            <a:pPr marL="627063" indent="-268288">
              <a:buFont typeface="Wingdings" panose="05000000000000000000" pitchFamily="2" charset="2"/>
              <a:buChar char="Ø"/>
            </a:pPr>
            <a:r>
              <a:rPr lang="en-US" sz="1400" dirty="0"/>
              <a:t>Adam optimizer</a:t>
            </a:r>
          </a:p>
          <a:p>
            <a:pPr marL="627063" indent="-268288">
              <a:buFont typeface="Wingdings" panose="05000000000000000000" pitchFamily="2" charset="2"/>
              <a:buChar char="Ø"/>
            </a:pPr>
            <a:r>
              <a:rPr lang="en-US" sz="1400" dirty="0"/>
              <a:t>MSE Loss</a:t>
            </a:r>
          </a:p>
          <a:p>
            <a:pPr marL="627063" indent="-268288">
              <a:buFont typeface="Wingdings" panose="05000000000000000000" pitchFamily="2" charset="2"/>
              <a:buChar char="Ø"/>
            </a:pPr>
            <a:r>
              <a:rPr lang="en-US" sz="1400" dirty="0"/>
              <a:t>Output layer with six</a:t>
            </a:r>
            <a:br>
              <a:rPr lang="en-US" sz="1400" dirty="0"/>
            </a:br>
            <a:r>
              <a:rPr lang="en-US" sz="1400" dirty="0"/>
              <a:t>neurons</a:t>
            </a:r>
          </a:p>
          <a:p>
            <a:pPr marL="182563" indent="-182563"/>
            <a:r>
              <a:rPr lang="en-US" dirty="0"/>
              <a:t>Hyperparameter Optimization:</a:t>
            </a:r>
          </a:p>
          <a:p>
            <a:pPr marL="627063" indent="-265113">
              <a:buFont typeface="Wingdings" panose="05000000000000000000" pitchFamily="2" charset="2"/>
              <a:buChar char="Ø"/>
              <a:tabLst>
                <a:tab pos="182563" algn="l"/>
              </a:tabLst>
            </a:pPr>
            <a:r>
              <a:rPr lang="en-US" sz="1400" dirty="0"/>
              <a:t>Bayesian optimization </a:t>
            </a:r>
          </a:p>
          <a:p>
            <a:pPr marL="627063" indent="-265113">
              <a:buFont typeface="Wingdings" panose="05000000000000000000" pitchFamily="2" charset="2"/>
              <a:buChar char="Ø"/>
              <a:tabLst>
                <a:tab pos="182563" algn="l"/>
              </a:tabLst>
            </a:pPr>
            <a:r>
              <a:rPr lang="en-US" sz="1400" dirty="0"/>
              <a:t>50 trails to minimize MSE on validation set</a:t>
            </a:r>
          </a:p>
        </p:txBody>
      </p:sp>
      <p:grpSp>
        <p:nvGrpSpPr>
          <p:cNvPr id="30" name="Gruppieren 29">
            <a:extLst>
              <a:ext uri="{FF2B5EF4-FFF2-40B4-BE49-F238E27FC236}">
                <a16:creationId xmlns:a16="http://schemas.microsoft.com/office/drawing/2014/main" id="{4496A488-69FB-CC09-A6AF-700E38BAA0E2}"/>
              </a:ext>
            </a:extLst>
          </p:cNvPr>
          <p:cNvGrpSpPr/>
          <p:nvPr/>
        </p:nvGrpSpPr>
        <p:grpSpPr>
          <a:xfrm>
            <a:off x="3085257" y="2571750"/>
            <a:ext cx="5807916" cy="889494"/>
            <a:chOff x="2937328" y="2401027"/>
            <a:chExt cx="5807916" cy="889494"/>
          </a:xfrm>
        </p:grpSpPr>
        <p:grpSp>
          <p:nvGrpSpPr>
            <p:cNvPr id="16" name="Gruppieren 15">
              <a:extLst>
                <a:ext uri="{FF2B5EF4-FFF2-40B4-BE49-F238E27FC236}">
                  <a16:creationId xmlns:a16="http://schemas.microsoft.com/office/drawing/2014/main" id="{38F2B02D-4527-A4EF-D0BC-5CD2592E6BE1}"/>
                </a:ext>
              </a:extLst>
            </p:cNvPr>
            <p:cNvGrpSpPr/>
            <p:nvPr/>
          </p:nvGrpSpPr>
          <p:grpSpPr>
            <a:xfrm>
              <a:off x="2937328" y="2416980"/>
              <a:ext cx="1966051" cy="857588"/>
              <a:chOff x="2937328" y="2425364"/>
              <a:chExt cx="1966051" cy="857588"/>
            </a:xfrm>
          </p:grpSpPr>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C8795352-359D-1001-76F6-A3370D37D0AA}"/>
                      </a:ext>
                    </a:extLst>
                  </p:cNvPr>
                  <p:cNvSpPr txBox="1"/>
                  <p:nvPr/>
                </p:nvSpPr>
                <p:spPr>
                  <a:xfrm>
                    <a:off x="2987824" y="2425364"/>
                    <a:ext cx="1865061" cy="292772"/>
                  </a:xfrm>
                  <a:prstGeom prst="rect">
                    <a:avLst/>
                  </a:prstGeom>
                </p:spPr>
                <p:txBody>
                  <a:bodyPr wrap="none" lIns="0" tIns="0" rIns="0" bIns="0" numCol="2" spcCol="216000" rtlCol="0">
                    <a:spAutoFit/>
                  </a:bodyPr>
                  <a:lstStyle/>
                  <a:p>
                    <a:pPr defTabSz="0">
                      <a:lnSpc>
                        <a:spcPct val="100000"/>
                      </a:lnSpc>
                      <a:spcBef>
                        <a:spcPts val="0"/>
                      </a:spcBef>
                      <a:tabLst>
                        <a:tab pos="180000" algn="l"/>
                      </a:tabLst>
                    </a:pPr>
                    <a14:m>
                      <m:oMathPara xmlns:m="http://schemas.openxmlformats.org/officeDocument/2006/math">
                        <m:oMathParaPr>
                          <m:jc m:val="centerGroup"/>
                        </m:oMathParaPr>
                        <m:oMath xmlns:m="http://schemas.openxmlformats.org/officeDocument/2006/math">
                          <m:d>
                            <m:dPr>
                              <m:begChr m:val="["/>
                              <m:endChr m:val="]"/>
                              <m:ctrlPr>
                                <a:rPr lang="de-DE" sz="1650" i="1" smtClean="0">
                                  <a:solidFill>
                                    <a:schemeClr val="tx1"/>
                                  </a:solidFill>
                                  <a:latin typeface="Cambria Math" panose="02040503050406030204" pitchFamily="18" charset="0"/>
                                </a:rPr>
                              </m:ctrlPr>
                            </m:dPr>
                            <m:e>
                              <m:sSub>
                                <m:sSubPr>
                                  <m:ctrlPr>
                                    <a:rPr lang="de-DE" sz="1650" b="0" i="1" smtClean="0">
                                      <a:solidFill>
                                        <a:schemeClr val="tx1"/>
                                      </a:solidFill>
                                      <a:latin typeface="Cambria Math" panose="02040503050406030204" pitchFamily="18" charset="0"/>
                                    </a:rPr>
                                  </m:ctrlPr>
                                </m:sSubPr>
                                <m:e>
                                  <m:r>
                                    <a:rPr lang="de-DE" sz="1650" b="0" i="1" smtClean="0">
                                      <a:solidFill>
                                        <a:schemeClr val="tx1"/>
                                      </a:solidFill>
                                      <a:latin typeface="Cambria Math" panose="02040503050406030204" pitchFamily="18" charset="0"/>
                                    </a:rPr>
                                    <m:t>𝑦</m:t>
                                  </m:r>
                                </m:e>
                                <m:sub>
                                  <m:r>
                                    <a:rPr lang="de-DE" sz="1650" b="0" i="1" smtClean="0">
                                      <a:solidFill>
                                        <a:schemeClr val="tx1"/>
                                      </a:solidFill>
                                      <a:latin typeface="Cambria Math" panose="02040503050406030204" pitchFamily="18" charset="0"/>
                                    </a:rPr>
                                    <m:t>𝑘</m:t>
                                  </m:r>
                                  <m:r>
                                    <a:rPr lang="de-DE" sz="1650" b="0" i="1" smtClean="0">
                                      <a:solidFill>
                                        <a:schemeClr val="tx1"/>
                                      </a:solidFill>
                                      <a:latin typeface="Cambria Math" panose="02040503050406030204" pitchFamily="18" charset="0"/>
                                    </a:rPr>
                                    <m:t>−</m:t>
                                  </m:r>
                                  <m:r>
                                    <a:rPr lang="de-DE" sz="1650" b="0" i="1" smtClean="0">
                                      <a:solidFill>
                                        <a:schemeClr val="tx1"/>
                                      </a:solidFill>
                                      <a:latin typeface="Cambria Math" panose="02040503050406030204" pitchFamily="18" charset="0"/>
                                    </a:rPr>
                                    <m:t>𝑙𝑎𝑔</m:t>
                                  </m:r>
                                </m:sub>
                              </m:sSub>
                              <m:r>
                                <a:rPr lang="de-DE" sz="1650" b="0" i="1" smtClean="0">
                                  <a:solidFill>
                                    <a:schemeClr val="tx1"/>
                                  </a:solidFill>
                                  <a:latin typeface="Cambria Math" panose="02040503050406030204" pitchFamily="18" charset="0"/>
                                </a:rPr>
                                <m:t>,…,</m:t>
                              </m:r>
                              <m:sSub>
                                <m:sSubPr>
                                  <m:ctrlPr>
                                    <a:rPr lang="de-DE" sz="1650" b="0" i="1" smtClean="0">
                                      <a:solidFill>
                                        <a:schemeClr val="tx1"/>
                                      </a:solidFill>
                                      <a:latin typeface="Cambria Math" panose="02040503050406030204" pitchFamily="18" charset="0"/>
                                    </a:rPr>
                                  </m:ctrlPr>
                                </m:sSubPr>
                                <m:e>
                                  <m:r>
                                    <a:rPr lang="de-DE" sz="1650" b="0" i="1" smtClean="0">
                                      <a:solidFill>
                                        <a:schemeClr val="tx1"/>
                                      </a:solidFill>
                                      <a:latin typeface="Cambria Math" panose="02040503050406030204" pitchFamily="18" charset="0"/>
                                    </a:rPr>
                                    <m:t>𝑦</m:t>
                                  </m:r>
                                </m:e>
                                <m:sub>
                                  <m:r>
                                    <a:rPr lang="de-DE" sz="1650" b="0" i="1" smtClean="0">
                                      <a:solidFill>
                                        <a:schemeClr val="tx1"/>
                                      </a:solidFill>
                                      <a:latin typeface="Cambria Math" panose="02040503050406030204" pitchFamily="18" charset="0"/>
                                    </a:rPr>
                                    <m:t>𝑘</m:t>
                                  </m:r>
                                  <m:r>
                                    <a:rPr lang="de-DE" sz="1650" b="0" i="1" smtClean="0">
                                      <a:solidFill>
                                        <a:schemeClr val="tx1"/>
                                      </a:solidFill>
                                      <a:latin typeface="Cambria Math" panose="02040503050406030204" pitchFamily="18" charset="0"/>
                                    </a:rPr>
                                    <m:t>−1</m:t>
                                  </m:r>
                                </m:sub>
                              </m:sSub>
                              <m:r>
                                <a:rPr lang="de-DE" sz="1650" b="0" i="1" smtClean="0">
                                  <a:solidFill>
                                    <a:schemeClr val="tx1"/>
                                  </a:solidFill>
                                  <a:latin typeface="Cambria Math" panose="02040503050406030204" pitchFamily="18" charset="0"/>
                                </a:rPr>
                                <m:t>,</m:t>
                              </m:r>
                              <m:sSub>
                                <m:sSubPr>
                                  <m:ctrlPr>
                                    <a:rPr lang="de-DE" sz="1650" b="0" i="1" smtClean="0">
                                      <a:solidFill>
                                        <a:schemeClr val="tx1"/>
                                      </a:solidFill>
                                      <a:latin typeface="Cambria Math" panose="02040503050406030204" pitchFamily="18" charset="0"/>
                                    </a:rPr>
                                  </m:ctrlPr>
                                </m:sSubPr>
                                <m:e>
                                  <m:r>
                                    <a:rPr lang="de-DE" sz="1650" b="0" i="1" smtClean="0">
                                      <a:solidFill>
                                        <a:schemeClr val="tx1"/>
                                      </a:solidFill>
                                      <a:latin typeface="Cambria Math" panose="02040503050406030204" pitchFamily="18" charset="0"/>
                                    </a:rPr>
                                    <m:t>𝑦</m:t>
                                  </m:r>
                                </m:e>
                                <m:sub>
                                  <m:r>
                                    <a:rPr lang="de-DE" sz="1650" b="0" i="1" smtClean="0">
                                      <a:solidFill>
                                        <a:schemeClr val="tx1"/>
                                      </a:solidFill>
                                      <a:latin typeface="Cambria Math" panose="02040503050406030204" pitchFamily="18" charset="0"/>
                                    </a:rPr>
                                    <m:t>𝑘</m:t>
                                  </m:r>
                                </m:sub>
                              </m:sSub>
                            </m:e>
                          </m:d>
                        </m:oMath>
                      </m:oMathPara>
                    </a14:m>
                    <a:endParaRPr lang="de-DE" sz="1650" dirty="0">
                      <a:solidFill>
                        <a:schemeClr val="tx1"/>
                      </a:solidFill>
                    </a:endParaRPr>
                  </a:p>
                </p:txBody>
              </p:sp>
            </mc:Choice>
            <mc:Fallback xmlns="">
              <p:sp>
                <p:nvSpPr>
                  <p:cNvPr id="12" name="Textfeld 11">
                    <a:extLst>
                      <a:ext uri="{FF2B5EF4-FFF2-40B4-BE49-F238E27FC236}">
                        <a16:creationId xmlns:a16="http://schemas.microsoft.com/office/drawing/2014/main" id="{C8795352-359D-1001-76F6-A3370D37D0AA}"/>
                      </a:ext>
                    </a:extLst>
                  </p:cNvPr>
                  <p:cNvSpPr txBox="1">
                    <a:spLocks noRot="1" noChangeAspect="1" noMove="1" noResize="1" noEditPoints="1" noAdjustHandles="1" noChangeArrowheads="1" noChangeShapeType="1" noTextEdit="1"/>
                  </p:cNvSpPr>
                  <p:nvPr/>
                </p:nvSpPr>
                <p:spPr>
                  <a:xfrm>
                    <a:off x="2987824" y="2425364"/>
                    <a:ext cx="1865061" cy="292772"/>
                  </a:xfrm>
                  <a:prstGeom prst="rect">
                    <a:avLst/>
                  </a:prstGeom>
                  <a:blipFill>
                    <a:blip r:embed="rId4"/>
                    <a:stretch>
                      <a:fillRect b="-22449"/>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DADD9E08-D342-0ACA-290A-C1F87FA781D3}"/>
                      </a:ext>
                    </a:extLst>
                  </p:cNvPr>
                  <p:cNvSpPr txBox="1"/>
                  <p:nvPr/>
                </p:nvSpPr>
                <p:spPr>
                  <a:xfrm>
                    <a:off x="2937328" y="2990180"/>
                    <a:ext cx="1966051" cy="292772"/>
                  </a:xfrm>
                  <a:prstGeom prst="rect">
                    <a:avLst/>
                  </a:prstGeom>
                </p:spPr>
                <p:txBody>
                  <a:bodyPr wrap="none" lIns="0" tIns="0" rIns="0" bIns="0" numCol="2" spcCol="216000" rtlCol="0">
                    <a:spAutoFit/>
                  </a:bodyPr>
                  <a:lstStyle/>
                  <a:p>
                    <a:pPr defTabSz="0">
                      <a:lnSpc>
                        <a:spcPct val="100000"/>
                      </a:lnSpc>
                      <a:spcBef>
                        <a:spcPts val="0"/>
                      </a:spcBef>
                      <a:tabLst>
                        <a:tab pos="180000" algn="l"/>
                      </a:tabLst>
                    </a:pPr>
                    <a14:m>
                      <m:oMathPara xmlns:m="http://schemas.openxmlformats.org/officeDocument/2006/math">
                        <m:oMathParaPr>
                          <m:jc m:val="centerGroup"/>
                        </m:oMathParaPr>
                        <m:oMath xmlns:m="http://schemas.openxmlformats.org/officeDocument/2006/math">
                          <m:d>
                            <m:dPr>
                              <m:begChr m:val="["/>
                              <m:endChr m:val="]"/>
                              <m:ctrlPr>
                                <a:rPr lang="de-DE" sz="1650" i="1" smtClean="0">
                                  <a:solidFill>
                                    <a:schemeClr val="tx1"/>
                                  </a:solidFill>
                                  <a:latin typeface="Cambria Math" panose="02040503050406030204" pitchFamily="18" charset="0"/>
                                </a:rPr>
                              </m:ctrlPr>
                            </m:dPr>
                            <m:e>
                              <m:sSub>
                                <m:sSubPr>
                                  <m:ctrlPr>
                                    <a:rPr lang="de-DE" sz="1650" b="0" i="1" smtClean="0">
                                      <a:solidFill>
                                        <a:schemeClr val="tx1"/>
                                      </a:solidFill>
                                      <a:latin typeface="Cambria Math" panose="02040503050406030204" pitchFamily="18" charset="0"/>
                                    </a:rPr>
                                  </m:ctrlPr>
                                </m:sSubPr>
                                <m:e>
                                  <m:r>
                                    <a:rPr lang="de-DE" sz="1650" b="0" i="1" smtClean="0">
                                      <a:solidFill>
                                        <a:schemeClr val="tx1"/>
                                      </a:solidFill>
                                      <a:latin typeface="Cambria Math" panose="02040503050406030204" pitchFamily="18" charset="0"/>
                                    </a:rPr>
                                    <m:t>𝑢</m:t>
                                  </m:r>
                                </m:e>
                                <m:sub>
                                  <m:r>
                                    <a:rPr lang="de-DE" sz="1650" b="0" i="1" smtClean="0">
                                      <a:solidFill>
                                        <a:schemeClr val="tx1"/>
                                      </a:solidFill>
                                      <a:latin typeface="Cambria Math" panose="02040503050406030204" pitchFamily="18" charset="0"/>
                                    </a:rPr>
                                    <m:t>𝑘</m:t>
                                  </m:r>
                                  <m:r>
                                    <a:rPr lang="de-DE" sz="1650" b="0" i="1" smtClean="0">
                                      <a:solidFill>
                                        <a:schemeClr val="tx1"/>
                                      </a:solidFill>
                                      <a:latin typeface="Cambria Math" panose="02040503050406030204" pitchFamily="18" charset="0"/>
                                    </a:rPr>
                                    <m:t>−</m:t>
                                  </m:r>
                                  <m:r>
                                    <a:rPr lang="de-DE" sz="1650" b="0" i="1" smtClean="0">
                                      <a:solidFill>
                                        <a:schemeClr val="tx1"/>
                                      </a:solidFill>
                                      <a:latin typeface="Cambria Math" panose="02040503050406030204" pitchFamily="18" charset="0"/>
                                    </a:rPr>
                                    <m:t>𝑙𝑎𝑔</m:t>
                                  </m:r>
                                </m:sub>
                              </m:sSub>
                              <m:r>
                                <a:rPr lang="de-DE" sz="1650" b="0" i="1" smtClean="0">
                                  <a:solidFill>
                                    <a:schemeClr val="tx1"/>
                                  </a:solidFill>
                                  <a:latin typeface="Cambria Math" panose="02040503050406030204" pitchFamily="18" charset="0"/>
                                </a:rPr>
                                <m:t>,…,</m:t>
                              </m:r>
                              <m:sSub>
                                <m:sSubPr>
                                  <m:ctrlPr>
                                    <a:rPr lang="de-DE" sz="1650" b="0" i="1" smtClean="0">
                                      <a:solidFill>
                                        <a:schemeClr val="tx1"/>
                                      </a:solidFill>
                                      <a:latin typeface="Cambria Math" panose="02040503050406030204" pitchFamily="18" charset="0"/>
                                    </a:rPr>
                                  </m:ctrlPr>
                                </m:sSubPr>
                                <m:e>
                                  <m:r>
                                    <a:rPr lang="de-DE" sz="1650" b="0" i="1" smtClean="0">
                                      <a:solidFill>
                                        <a:schemeClr val="tx1"/>
                                      </a:solidFill>
                                      <a:latin typeface="Cambria Math" panose="02040503050406030204" pitchFamily="18" charset="0"/>
                                    </a:rPr>
                                    <m:t>𝑢</m:t>
                                  </m:r>
                                </m:e>
                                <m:sub>
                                  <m:r>
                                    <a:rPr lang="de-DE" sz="1650" b="0" i="1" smtClean="0">
                                      <a:solidFill>
                                        <a:schemeClr val="tx1"/>
                                      </a:solidFill>
                                      <a:latin typeface="Cambria Math" panose="02040503050406030204" pitchFamily="18" charset="0"/>
                                    </a:rPr>
                                    <m:t>𝑘</m:t>
                                  </m:r>
                                  <m:r>
                                    <a:rPr lang="de-DE" sz="1650" b="0" i="1" smtClean="0">
                                      <a:solidFill>
                                        <a:schemeClr val="tx1"/>
                                      </a:solidFill>
                                      <a:latin typeface="Cambria Math" panose="02040503050406030204" pitchFamily="18" charset="0"/>
                                    </a:rPr>
                                    <m:t>−1</m:t>
                                  </m:r>
                                </m:sub>
                              </m:sSub>
                              <m:r>
                                <a:rPr lang="de-DE" sz="1650" b="0" i="1" smtClean="0">
                                  <a:solidFill>
                                    <a:schemeClr val="tx1"/>
                                  </a:solidFill>
                                  <a:latin typeface="Cambria Math" panose="02040503050406030204" pitchFamily="18" charset="0"/>
                                </a:rPr>
                                <m:t>,</m:t>
                              </m:r>
                              <m:sSub>
                                <m:sSubPr>
                                  <m:ctrlPr>
                                    <a:rPr lang="de-DE" sz="1650" b="0" i="1" smtClean="0">
                                      <a:solidFill>
                                        <a:schemeClr val="tx1"/>
                                      </a:solidFill>
                                      <a:latin typeface="Cambria Math" panose="02040503050406030204" pitchFamily="18" charset="0"/>
                                    </a:rPr>
                                  </m:ctrlPr>
                                </m:sSubPr>
                                <m:e>
                                  <m:r>
                                    <a:rPr lang="de-DE" sz="1650" b="0" i="1" smtClean="0">
                                      <a:solidFill>
                                        <a:schemeClr val="tx1"/>
                                      </a:solidFill>
                                      <a:latin typeface="Cambria Math" panose="02040503050406030204" pitchFamily="18" charset="0"/>
                                    </a:rPr>
                                    <m:t>𝑢</m:t>
                                  </m:r>
                                </m:e>
                                <m:sub>
                                  <m:r>
                                    <a:rPr lang="de-DE" sz="1650" b="0" i="1" smtClean="0">
                                      <a:solidFill>
                                        <a:schemeClr val="tx1"/>
                                      </a:solidFill>
                                      <a:latin typeface="Cambria Math" panose="02040503050406030204" pitchFamily="18" charset="0"/>
                                    </a:rPr>
                                    <m:t>𝑘</m:t>
                                  </m:r>
                                </m:sub>
                              </m:sSub>
                            </m:e>
                          </m:d>
                        </m:oMath>
                      </m:oMathPara>
                    </a14:m>
                    <a:endParaRPr lang="de-DE" sz="1650" dirty="0">
                      <a:solidFill>
                        <a:schemeClr val="tx1"/>
                      </a:solidFill>
                    </a:endParaRPr>
                  </a:p>
                </p:txBody>
              </p:sp>
            </mc:Choice>
            <mc:Fallback xmlns="">
              <p:sp>
                <p:nvSpPr>
                  <p:cNvPr id="13" name="Textfeld 12">
                    <a:extLst>
                      <a:ext uri="{FF2B5EF4-FFF2-40B4-BE49-F238E27FC236}">
                        <a16:creationId xmlns:a16="http://schemas.microsoft.com/office/drawing/2014/main" id="{DADD9E08-D342-0ACA-290A-C1F87FA781D3}"/>
                      </a:ext>
                    </a:extLst>
                  </p:cNvPr>
                  <p:cNvSpPr txBox="1">
                    <a:spLocks noRot="1" noChangeAspect="1" noMove="1" noResize="1" noEditPoints="1" noAdjustHandles="1" noChangeArrowheads="1" noChangeShapeType="1" noTextEdit="1"/>
                  </p:cNvSpPr>
                  <p:nvPr/>
                </p:nvSpPr>
                <p:spPr>
                  <a:xfrm>
                    <a:off x="2937328" y="2990180"/>
                    <a:ext cx="1966051" cy="292772"/>
                  </a:xfrm>
                  <a:prstGeom prst="rect">
                    <a:avLst/>
                  </a:prstGeom>
                  <a:blipFill>
                    <a:blip r:embed="rId5"/>
                    <a:stretch>
                      <a:fillRect b="-25000"/>
                    </a:stretch>
                  </a:blipFill>
                </p:spPr>
                <p:txBody>
                  <a:bodyPr/>
                  <a:lstStyle/>
                  <a:p>
                    <a:r>
                      <a:rPr lang="de-DE">
                        <a:noFill/>
                      </a:rPr>
                      <a:t> </a:t>
                    </a:r>
                  </a:p>
                </p:txBody>
              </p:sp>
            </mc:Fallback>
          </mc:AlternateContent>
        </p:grpSp>
        <p:sp>
          <p:nvSpPr>
            <p:cNvPr id="14" name="Rechteck 13">
              <a:extLst>
                <a:ext uri="{FF2B5EF4-FFF2-40B4-BE49-F238E27FC236}">
                  <a16:creationId xmlns:a16="http://schemas.microsoft.com/office/drawing/2014/main" id="{94D551B6-DBBB-CB1E-3EFC-B9A08423DC80}"/>
                </a:ext>
              </a:extLst>
            </p:cNvPr>
            <p:cNvSpPr/>
            <p:nvPr/>
          </p:nvSpPr>
          <p:spPr>
            <a:xfrm>
              <a:off x="5684338" y="2401027"/>
              <a:ext cx="1800200" cy="8894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NARX</a:t>
              </a:r>
            </a:p>
            <a:p>
              <a:pPr algn="ctr"/>
              <a:r>
                <a:rPr lang="de-DE" dirty="0"/>
                <a:t>Model</a:t>
              </a:r>
            </a:p>
          </p:txBody>
        </p:sp>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1685C3EC-B497-7A0D-D152-207A7441C206}"/>
                    </a:ext>
                  </a:extLst>
                </p:cNvPr>
                <p:cNvSpPr txBox="1"/>
                <p:nvPr/>
              </p:nvSpPr>
              <p:spPr>
                <a:xfrm>
                  <a:off x="8265497" y="2718816"/>
                  <a:ext cx="479747" cy="253916"/>
                </a:xfrm>
                <a:prstGeom prst="rect">
                  <a:avLst/>
                </a:prstGeom>
              </p:spPr>
              <p:txBody>
                <a:bodyPr wrap="none" lIns="0" tIns="0" rIns="0" bIns="0" numCol="2" spcCol="216000" rtlCol="0">
                  <a:spAutoFit/>
                </a:bodyPr>
                <a:lstStyle/>
                <a:p>
                  <a:pPr defTabSz="0">
                    <a:lnSpc>
                      <a:spcPct val="100000"/>
                    </a:lnSpc>
                    <a:spcBef>
                      <a:spcPts val="0"/>
                    </a:spcBef>
                    <a:tabLst>
                      <a:tab pos="180000" algn="l"/>
                    </a:tabLst>
                  </a:pPr>
                  <a14:m>
                    <m:oMathPara xmlns:m="http://schemas.openxmlformats.org/officeDocument/2006/math">
                      <m:oMathParaPr>
                        <m:jc m:val="centerGroup"/>
                      </m:oMathParaPr>
                      <m:oMath xmlns:m="http://schemas.openxmlformats.org/officeDocument/2006/math">
                        <m:sSub>
                          <m:sSubPr>
                            <m:ctrlPr>
                              <a:rPr lang="de-DE" sz="1650" b="0" i="1" smtClean="0">
                                <a:solidFill>
                                  <a:schemeClr val="tx1"/>
                                </a:solidFill>
                                <a:latin typeface="Cambria Math" panose="02040503050406030204" pitchFamily="18" charset="0"/>
                              </a:rPr>
                            </m:ctrlPr>
                          </m:sSubPr>
                          <m:e>
                            <m:acc>
                              <m:accPr>
                                <m:chr m:val="̂"/>
                                <m:ctrlPr>
                                  <a:rPr lang="de-DE" sz="1650" b="0" i="1" smtClean="0">
                                    <a:solidFill>
                                      <a:schemeClr val="tx1"/>
                                    </a:solidFill>
                                    <a:latin typeface="Cambria Math" panose="02040503050406030204" pitchFamily="18" charset="0"/>
                                  </a:rPr>
                                </m:ctrlPr>
                              </m:accPr>
                              <m:e>
                                <m:r>
                                  <a:rPr lang="de-DE" sz="1650" b="0" i="1" smtClean="0">
                                    <a:solidFill>
                                      <a:schemeClr val="tx1"/>
                                    </a:solidFill>
                                    <a:latin typeface="Cambria Math" panose="02040503050406030204" pitchFamily="18" charset="0"/>
                                  </a:rPr>
                                  <m:t>𝑦</m:t>
                                </m:r>
                              </m:e>
                            </m:acc>
                          </m:e>
                          <m:sub>
                            <m:r>
                              <a:rPr lang="de-DE" sz="1650" b="0" i="1" smtClean="0">
                                <a:solidFill>
                                  <a:schemeClr val="tx1"/>
                                </a:solidFill>
                                <a:latin typeface="Cambria Math" panose="02040503050406030204" pitchFamily="18" charset="0"/>
                              </a:rPr>
                              <m:t>𝑘</m:t>
                            </m:r>
                            <m:r>
                              <a:rPr lang="de-DE" sz="1650" b="0" i="1" smtClean="0">
                                <a:solidFill>
                                  <a:schemeClr val="tx1"/>
                                </a:solidFill>
                                <a:latin typeface="Cambria Math" panose="02040503050406030204" pitchFamily="18" charset="0"/>
                              </a:rPr>
                              <m:t>+1</m:t>
                            </m:r>
                          </m:sub>
                        </m:sSub>
                      </m:oMath>
                    </m:oMathPara>
                  </a14:m>
                  <a:endParaRPr lang="de-DE" sz="1650" dirty="0">
                    <a:solidFill>
                      <a:schemeClr val="tx1"/>
                    </a:solidFill>
                  </a:endParaRPr>
                </a:p>
              </p:txBody>
            </p:sp>
          </mc:Choice>
          <mc:Fallback xmlns="">
            <p:sp>
              <p:nvSpPr>
                <p:cNvPr id="15" name="Textfeld 14">
                  <a:extLst>
                    <a:ext uri="{FF2B5EF4-FFF2-40B4-BE49-F238E27FC236}">
                      <a16:creationId xmlns:a16="http://schemas.microsoft.com/office/drawing/2014/main" id="{1685C3EC-B497-7A0D-D152-207A7441C206}"/>
                    </a:ext>
                  </a:extLst>
                </p:cNvPr>
                <p:cNvSpPr txBox="1">
                  <a:spLocks noRot="1" noChangeAspect="1" noMove="1" noResize="1" noEditPoints="1" noAdjustHandles="1" noChangeArrowheads="1" noChangeShapeType="1" noTextEdit="1"/>
                </p:cNvSpPr>
                <p:nvPr/>
              </p:nvSpPr>
              <p:spPr>
                <a:xfrm>
                  <a:off x="8265497" y="2718816"/>
                  <a:ext cx="479747" cy="253916"/>
                </a:xfrm>
                <a:prstGeom prst="rect">
                  <a:avLst/>
                </a:prstGeom>
                <a:blipFill>
                  <a:blip r:embed="rId6"/>
                  <a:stretch>
                    <a:fillRect l="-8861" t="-14286" r="-1266" b="-23810"/>
                  </a:stretch>
                </a:blipFill>
              </p:spPr>
              <p:txBody>
                <a:bodyPr/>
                <a:lstStyle/>
                <a:p>
                  <a:r>
                    <a:rPr lang="de-DE">
                      <a:noFill/>
                    </a:rPr>
                    <a:t> </a:t>
                  </a:r>
                </a:p>
              </p:txBody>
            </p:sp>
          </mc:Fallback>
        </mc:AlternateContent>
        <p:cxnSp>
          <p:nvCxnSpPr>
            <p:cNvPr id="18" name="Gerade Verbindung mit Pfeil 17">
              <a:extLst>
                <a:ext uri="{FF2B5EF4-FFF2-40B4-BE49-F238E27FC236}">
                  <a16:creationId xmlns:a16="http://schemas.microsoft.com/office/drawing/2014/main" id="{D46E5221-3968-533C-0232-578D621959F2}"/>
                </a:ext>
              </a:extLst>
            </p:cNvPr>
            <p:cNvCxnSpPr>
              <a:cxnSpLocks/>
              <a:endCxn id="14" idx="1"/>
            </p:cNvCxnSpPr>
            <p:nvPr/>
          </p:nvCxnSpPr>
          <p:spPr>
            <a:xfrm>
              <a:off x="4860000" y="2563366"/>
              <a:ext cx="824338" cy="282408"/>
            </a:xfrm>
            <a:prstGeom prst="bentConnector3">
              <a:avLst>
                <a:gd name="adj1" fmla="val 50000"/>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rade Verbindung mit Pfeil 19">
              <a:extLst>
                <a:ext uri="{FF2B5EF4-FFF2-40B4-BE49-F238E27FC236}">
                  <a16:creationId xmlns:a16="http://schemas.microsoft.com/office/drawing/2014/main" id="{DF5F91D9-5317-4673-0B75-8F82B813DC42}"/>
                </a:ext>
              </a:extLst>
            </p:cNvPr>
            <p:cNvCxnSpPr>
              <a:cxnSpLocks/>
            </p:cNvCxnSpPr>
            <p:nvPr/>
          </p:nvCxnSpPr>
          <p:spPr>
            <a:xfrm flipV="1">
              <a:off x="4860000" y="2845774"/>
              <a:ext cx="824400" cy="282408"/>
            </a:xfrm>
            <a:prstGeom prst="bentConnector3">
              <a:avLst>
                <a:gd name="adj1" fmla="val 49943"/>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8D20EEBF-1B5D-089E-115E-5AAD6B0E11C5}"/>
                </a:ext>
              </a:extLst>
            </p:cNvPr>
            <p:cNvCxnSpPr>
              <a:cxnSpLocks/>
              <a:stCxn id="14" idx="3"/>
            </p:cNvCxnSpPr>
            <p:nvPr/>
          </p:nvCxnSpPr>
          <p:spPr>
            <a:xfrm>
              <a:off x="7484538" y="2845774"/>
              <a:ext cx="759870" cy="14008"/>
            </a:xfrm>
            <a:prstGeom prst="straightConnector1">
              <a:avLst/>
            </a:prstGeom>
            <a:ln w="12700">
              <a:solidFill>
                <a:srgbClr val="344C05"/>
              </a:solidFill>
              <a:tailEnd type="triangle"/>
            </a:ln>
          </p:spPr>
          <p:style>
            <a:lnRef idx="1">
              <a:schemeClr val="accent1"/>
            </a:lnRef>
            <a:fillRef idx="0">
              <a:schemeClr val="accent1"/>
            </a:fillRef>
            <a:effectRef idx="0">
              <a:schemeClr val="accent1"/>
            </a:effectRef>
            <a:fontRef idx="minor">
              <a:schemeClr val="tx1"/>
            </a:fontRef>
          </p:style>
        </p:cxnSp>
      </p:grpSp>
      <p:pic>
        <p:nvPicPr>
          <p:cNvPr id="38" name="Audio 37">
            <a:extLst>
              <a:ext uri="{FF2B5EF4-FFF2-40B4-BE49-F238E27FC236}">
                <a16:creationId xmlns:a16="http://schemas.microsoft.com/office/drawing/2014/main" id="{CBF2EB67-25CB-D430-F26B-01D23FACB95D}"/>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7886472" y="5143500"/>
            <a:ext cx="812800" cy="812800"/>
          </a:xfrm>
          <a:prstGeom prst="rect">
            <a:avLst/>
          </a:prstGeom>
        </p:spPr>
      </p:pic>
    </p:spTree>
    <p:extLst>
      <p:ext uri="{BB962C8B-B14F-4D97-AF65-F5344CB8AC3E}">
        <p14:creationId xmlns:p14="http://schemas.microsoft.com/office/powerpoint/2010/main" val="1612113488"/>
      </p:ext>
    </p:extLst>
  </p:cSld>
  <p:clrMapOvr>
    <a:masterClrMapping/>
  </p:clrMapOvr>
  <mc:AlternateContent xmlns:mc="http://schemas.openxmlformats.org/markup-compatibility/2006">
    <mc:Choice xmlns:p14="http://schemas.microsoft.com/office/powerpoint/2010/main" Requires="p14">
      <p:transition spd="slow" p14:dur="2000" advTm="34069"/>
    </mc:Choice>
    <mc:Fallback>
      <p:transition spd="slow" advTm="340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8"/>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76C80-6C46-FD4C-33EB-A5B846A0196B}"/>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820AD95D-6FBD-262F-B06C-F6EEC2D919FB}"/>
              </a:ext>
            </a:extLst>
          </p:cNvPr>
          <p:cNvSpPr>
            <a:spLocks noGrp="1"/>
          </p:cNvSpPr>
          <p:nvPr>
            <p:ph type="ftr" sz="quarter" idx="16"/>
          </p:nvPr>
        </p:nvSpPr>
        <p:spPr/>
        <p:txBody>
          <a:bodyPr/>
          <a:lstStyle/>
          <a:p>
            <a:r>
              <a:rPr lang="en-US" dirty="0"/>
              <a:t>Paul Jollet, Group G2 | NARX Model</a:t>
            </a:r>
            <a:endParaRPr lang="de-DE" dirty="0"/>
          </a:p>
        </p:txBody>
      </p:sp>
      <p:sp>
        <p:nvSpPr>
          <p:cNvPr id="3" name="Datumsplatzhalter 2">
            <a:extLst>
              <a:ext uri="{FF2B5EF4-FFF2-40B4-BE49-F238E27FC236}">
                <a16:creationId xmlns:a16="http://schemas.microsoft.com/office/drawing/2014/main" id="{0DAB6B6D-A1D7-6E94-FBE1-E7AE916D95E2}"/>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88B6A7CB-D057-5848-F202-9128AEB944EE}"/>
              </a:ext>
            </a:extLst>
          </p:cNvPr>
          <p:cNvSpPr>
            <a:spLocks noGrp="1"/>
          </p:cNvSpPr>
          <p:nvPr>
            <p:ph type="sldNum" sz="quarter" idx="10"/>
          </p:nvPr>
        </p:nvSpPr>
        <p:spPr/>
        <p:txBody>
          <a:bodyPr/>
          <a:lstStyle/>
          <a:p>
            <a:fld id="{63CECEBB-547B-4598-95D8-3FB4D608B5D5}" type="slidenum">
              <a:rPr lang="de-DE" smtClean="0"/>
              <a:pPr/>
              <a:t>6</a:t>
            </a:fld>
            <a:endParaRPr lang="de-DE" dirty="0"/>
          </a:p>
        </p:txBody>
      </p:sp>
      <p:sp>
        <p:nvSpPr>
          <p:cNvPr id="5" name="Textplatzhalter 4">
            <a:extLst>
              <a:ext uri="{FF2B5EF4-FFF2-40B4-BE49-F238E27FC236}">
                <a16:creationId xmlns:a16="http://schemas.microsoft.com/office/drawing/2014/main" id="{3F6401F8-7BC6-C924-B2E1-E66D4E0D67F8}"/>
              </a:ext>
            </a:extLst>
          </p:cNvPr>
          <p:cNvSpPr>
            <a:spLocks noGrp="1"/>
          </p:cNvSpPr>
          <p:nvPr>
            <p:ph type="body" sz="quarter" idx="14"/>
          </p:nvPr>
        </p:nvSpPr>
        <p:spPr/>
        <p:txBody>
          <a:bodyPr/>
          <a:lstStyle/>
          <a:p>
            <a:r>
              <a:rPr lang="en-US" dirty="0"/>
              <a:t>Optimized NARX Model</a:t>
            </a:r>
          </a:p>
        </p:txBody>
      </p:sp>
      <mc:AlternateContent xmlns:mc="http://schemas.openxmlformats.org/markup-compatibility/2006" xmlns:a14="http://schemas.microsoft.com/office/drawing/2010/main">
        <mc:Choice Requires="a14">
          <p:sp>
            <p:nvSpPr>
              <p:cNvPr id="6" name="Inhaltsplatzhalter 5">
                <a:extLst>
                  <a:ext uri="{FF2B5EF4-FFF2-40B4-BE49-F238E27FC236}">
                    <a16:creationId xmlns:a16="http://schemas.microsoft.com/office/drawing/2014/main" id="{729395B6-529E-EFA4-9FE5-2615B9F64005}"/>
                  </a:ext>
                </a:extLst>
              </p:cNvPr>
              <p:cNvSpPr>
                <a:spLocks noGrp="1"/>
              </p:cNvSpPr>
              <p:nvPr>
                <p:ph sz="quarter" idx="11"/>
              </p:nvPr>
            </p:nvSpPr>
            <p:spPr>
              <a:xfrm>
                <a:off x="250825" y="1058862"/>
                <a:ext cx="8642350" cy="3313087"/>
              </a:xfrm>
            </p:spPr>
            <p:txBody>
              <a:bodyPr anchor="ctr"/>
              <a:lstStyle/>
              <a:p>
                <a:pPr marL="182563" indent="-182563">
                  <a:tabLst>
                    <a:tab pos="182563" algn="l"/>
                  </a:tabLst>
                </a:pPr>
                <a:r>
                  <a:rPr lang="en-US" dirty="0"/>
                  <a:t>Optimized Hyperparameters:</a:t>
                </a:r>
              </a:p>
              <a:p>
                <a:pPr marL="627063" indent="-268288">
                  <a:buFont typeface="Wingdings" panose="05000000000000000000" pitchFamily="2" charset="2"/>
                  <a:buChar char="Ø"/>
                  <a:tabLst>
                    <a:tab pos="182563" algn="l"/>
                  </a:tabLst>
                </a:pPr>
                <a14:m>
                  <m:oMath xmlns:m="http://schemas.openxmlformats.org/officeDocument/2006/math">
                    <m:r>
                      <a:rPr lang="de-DE" sz="1400" b="0" i="1" smtClean="0">
                        <a:latin typeface="Cambria Math" panose="02040503050406030204" pitchFamily="18" charset="0"/>
                      </a:rPr>
                      <m:t>𝑙𝑎𝑔</m:t>
                    </m:r>
                    <m:r>
                      <a:rPr lang="de-DE" sz="1400" b="0" i="1" smtClean="0">
                        <a:latin typeface="Cambria Math" panose="02040503050406030204" pitchFamily="18" charset="0"/>
                      </a:rPr>
                      <m:t>=5</m:t>
                    </m:r>
                  </m:oMath>
                </a14:m>
                <a:r>
                  <a:rPr lang="en-US" sz="1400" dirty="0"/>
                  <a:t> </a:t>
                </a:r>
                <a:r>
                  <a:rPr lang="en-US" sz="1400" dirty="0">
                    <a:sym typeface="Wingdings" panose="05000000000000000000" pitchFamily="2" charset="2"/>
                  </a:rPr>
                  <a:t> 65 input neurons</a:t>
                </a:r>
              </a:p>
              <a:p>
                <a:pPr marL="627063" indent="-268288">
                  <a:buFont typeface="Wingdings" panose="05000000000000000000" pitchFamily="2" charset="2"/>
                  <a:buChar char="Ø"/>
                  <a:tabLst>
                    <a:tab pos="182563" algn="l"/>
                  </a:tabLst>
                </a:pPr>
                <a:r>
                  <a:rPr lang="en-US" sz="1400" dirty="0">
                    <a:sym typeface="Wingdings" panose="05000000000000000000" pitchFamily="2" charset="2"/>
                  </a:rPr>
                  <a:t>One hidden layer with 64 neurons</a:t>
                </a:r>
              </a:p>
              <a:p>
                <a:pPr marL="627063" indent="-268288">
                  <a:buFont typeface="Wingdings" panose="05000000000000000000" pitchFamily="2" charset="2"/>
                  <a:buChar char="Ø"/>
                  <a:tabLst>
                    <a:tab pos="182563" algn="l"/>
                  </a:tabLst>
                </a:pPr>
                <a:r>
                  <a:rPr lang="en-US" sz="1400" dirty="0">
                    <a:sym typeface="Wingdings" panose="05000000000000000000" pitchFamily="2" charset="2"/>
                  </a:rPr>
                  <a:t>Dropout </a:t>
                </a:r>
                <a14:m>
                  <m:oMath xmlns:m="http://schemas.openxmlformats.org/officeDocument/2006/math">
                    <m:r>
                      <a:rPr lang="de-DE" sz="1400" b="0" i="1" smtClean="0">
                        <a:latin typeface="Cambria Math" panose="02040503050406030204" pitchFamily="18" charset="0"/>
                        <a:sym typeface="Wingdings" panose="05000000000000000000" pitchFamily="2" charset="2"/>
                      </a:rPr>
                      <m:t>𝑑</m:t>
                    </m:r>
                    <m:r>
                      <a:rPr lang="de-DE" sz="1400" b="0" i="1" smtClean="0">
                        <a:latin typeface="Cambria Math" panose="02040503050406030204" pitchFamily="18" charset="0"/>
                        <a:sym typeface="Wingdings" panose="05000000000000000000" pitchFamily="2" charset="2"/>
                      </a:rPr>
                      <m:t>=</m:t>
                    </m:r>
                    <m:sSup>
                      <m:sSupPr>
                        <m:ctrlPr>
                          <a:rPr lang="de-DE" sz="1400" b="0" i="1" smtClean="0">
                            <a:latin typeface="Cambria Math" panose="02040503050406030204" pitchFamily="18" charset="0"/>
                            <a:sym typeface="Wingdings" panose="05000000000000000000" pitchFamily="2" charset="2"/>
                          </a:rPr>
                        </m:ctrlPr>
                      </m:sSupPr>
                      <m:e>
                        <m:r>
                          <a:rPr lang="de-DE" sz="1400" b="0" i="1" smtClean="0">
                            <a:latin typeface="Cambria Math" panose="02040503050406030204" pitchFamily="18" charset="0"/>
                            <a:sym typeface="Wingdings" panose="05000000000000000000" pitchFamily="2" charset="2"/>
                          </a:rPr>
                          <m:t>5⋅10</m:t>
                        </m:r>
                      </m:e>
                      <m:sup>
                        <m:r>
                          <a:rPr lang="de-DE" sz="1400" b="0" i="1" smtClean="0">
                            <a:latin typeface="Cambria Math" panose="02040503050406030204" pitchFamily="18" charset="0"/>
                            <a:sym typeface="Wingdings" panose="05000000000000000000" pitchFamily="2" charset="2"/>
                          </a:rPr>
                          <m:t>−5</m:t>
                        </m:r>
                      </m:sup>
                    </m:sSup>
                  </m:oMath>
                </a14:m>
                <a:endParaRPr lang="en-US" sz="1400" dirty="0"/>
              </a:p>
              <a:p>
                <a:pPr marL="627063" indent="-268288">
                  <a:buFont typeface="Wingdings" panose="05000000000000000000" pitchFamily="2" charset="2"/>
                  <a:buChar char="Ø"/>
                  <a:tabLst>
                    <a:tab pos="182563" algn="l"/>
                  </a:tabLst>
                </a:pPr>
                <a:r>
                  <a:rPr lang="en-US" sz="1400" dirty="0"/>
                  <a:t>Learning rate </a:t>
                </a:r>
                <a14:m>
                  <m:oMath xmlns:m="http://schemas.openxmlformats.org/officeDocument/2006/math">
                    <m:r>
                      <a:rPr lang="de-DE" sz="1400" b="0" i="1" smtClean="0">
                        <a:latin typeface="Cambria Math" panose="02040503050406030204" pitchFamily="18" charset="0"/>
                      </a:rPr>
                      <m:t>𝑙𝑟</m:t>
                    </m:r>
                    <m:r>
                      <a:rPr lang="de-DE" sz="1400" b="0" i="1" smtClean="0">
                        <a:latin typeface="Cambria Math" panose="02040503050406030204" pitchFamily="18" charset="0"/>
                      </a:rPr>
                      <m:t>=7⋅</m:t>
                    </m:r>
                    <m:sSup>
                      <m:sSupPr>
                        <m:ctrlPr>
                          <a:rPr lang="de-DE" sz="1400" b="0" i="1" smtClean="0">
                            <a:latin typeface="Cambria Math" panose="02040503050406030204" pitchFamily="18" charset="0"/>
                          </a:rPr>
                        </m:ctrlPr>
                      </m:sSupPr>
                      <m:e>
                        <m:r>
                          <a:rPr lang="de-DE" sz="1400" b="0" i="1" smtClean="0">
                            <a:latin typeface="Cambria Math" panose="02040503050406030204" pitchFamily="18" charset="0"/>
                          </a:rPr>
                          <m:t>10</m:t>
                        </m:r>
                      </m:e>
                      <m:sup>
                        <m:r>
                          <a:rPr lang="de-DE" sz="1400" b="0" i="1" smtClean="0">
                            <a:latin typeface="Cambria Math" panose="02040503050406030204" pitchFamily="18" charset="0"/>
                          </a:rPr>
                          <m:t>−5</m:t>
                        </m:r>
                      </m:sup>
                    </m:sSup>
                  </m:oMath>
                </a14:m>
                <a:endParaRPr lang="en-US" sz="1400" dirty="0"/>
              </a:p>
              <a:p>
                <a:pPr marL="627063" indent="-268288">
                  <a:buFont typeface="Wingdings" panose="05000000000000000000" pitchFamily="2" charset="2"/>
                  <a:buChar char="Ø"/>
                  <a:tabLst>
                    <a:tab pos="182563" algn="l"/>
                  </a:tabLst>
                </a:pPr>
                <a:r>
                  <a:rPr lang="en-US" sz="1400" dirty="0"/>
                  <a:t>Activation: ReLU</a:t>
                </a:r>
              </a:p>
              <a:p>
                <a:pPr marL="627063" indent="-268288">
                  <a:buFont typeface="Wingdings" panose="05000000000000000000" pitchFamily="2" charset="2"/>
                  <a:buChar char="Ø"/>
                  <a:tabLst>
                    <a:tab pos="182563" algn="l"/>
                  </a:tabLst>
                </a:pPr>
                <a:r>
                  <a:rPr lang="en-US" sz="1400" dirty="0"/>
                  <a:t>60 epochs</a:t>
                </a:r>
              </a:p>
              <a:p>
                <a:pPr marL="627063" indent="-268288">
                  <a:buFont typeface="Wingdings" panose="05000000000000000000" pitchFamily="2" charset="2"/>
                  <a:buChar char="Ø"/>
                  <a:tabLst>
                    <a:tab pos="182563" algn="l"/>
                  </a:tabLst>
                </a:pPr>
                <a:r>
                  <a:rPr lang="en-US" sz="1400" dirty="0"/>
                  <a:t>Batch size </a:t>
                </a:r>
                <a14:m>
                  <m:oMath xmlns:m="http://schemas.openxmlformats.org/officeDocument/2006/math">
                    <m:r>
                      <a:rPr lang="de-DE" sz="1400" b="0" i="1" smtClean="0">
                        <a:latin typeface="Cambria Math" panose="02040503050406030204" pitchFamily="18" charset="0"/>
                      </a:rPr>
                      <m:t>𝑏</m:t>
                    </m:r>
                    <m:r>
                      <a:rPr lang="de-DE" sz="1400" b="0" i="1" smtClean="0">
                        <a:latin typeface="Cambria Math" panose="02040503050406030204" pitchFamily="18" charset="0"/>
                      </a:rPr>
                      <m:t>=16</m:t>
                    </m:r>
                  </m:oMath>
                </a14:m>
                <a:endParaRPr lang="en-US" sz="1400" dirty="0"/>
              </a:p>
              <a:p>
                <a:pPr marL="627063" indent="-268288">
                  <a:buFont typeface="Wingdings" panose="05000000000000000000" pitchFamily="2" charset="2"/>
                  <a:buChar char="Ø"/>
                  <a:tabLst>
                    <a:tab pos="182563" algn="l"/>
                  </a:tabLst>
                </a:pPr>
                <a:endParaRPr lang="en-US" sz="1400" dirty="0"/>
              </a:p>
              <a:p>
                <a:pPr marL="627063" indent="-268288">
                  <a:buFont typeface="Wingdings" panose="05000000000000000000" pitchFamily="2" charset="2"/>
                  <a:buChar char="Ø"/>
                  <a:tabLst>
                    <a:tab pos="182563" algn="l"/>
                  </a:tabLst>
                </a:pPr>
                <a:endParaRPr lang="en-US" sz="1400" dirty="0"/>
              </a:p>
              <a:p>
                <a:pPr marL="182563" indent="-182563">
                  <a:tabLst>
                    <a:tab pos="182563" algn="l"/>
                  </a:tabLst>
                </a:pPr>
                <a:r>
                  <a:rPr lang="en-US" dirty="0"/>
                  <a:t>Initial MSE of 0.0329</a:t>
                </a:r>
                <a:br>
                  <a:rPr lang="en-US" dirty="0"/>
                </a:br>
                <a:r>
                  <a:rPr lang="en-US" dirty="0"/>
                  <a:t>Final MSE of 0.0028</a:t>
                </a:r>
                <a:br>
                  <a:rPr lang="en-US" dirty="0"/>
                </a:br>
                <a:r>
                  <a:rPr lang="en-US" dirty="0">
                    <a:sym typeface="Wingdings" panose="05000000000000000000" pitchFamily="2" charset="2"/>
                  </a:rPr>
                  <a:t> improvement of 91.48 %</a:t>
                </a:r>
                <a:endParaRPr lang="en-US" dirty="0"/>
              </a:p>
            </p:txBody>
          </p:sp>
        </mc:Choice>
        <mc:Fallback xmlns="">
          <p:sp>
            <p:nvSpPr>
              <p:cNvPr id="6" name="Inhaltsplatzhalter 5">
                <a:extLst>
                  <a:ext uri="{FF2B5EF4-FFF2-40B4-BE49-F238E27FC236}">
                    <a16:creationId xmlns:a16="http://schemas.microsoft.com/office/drawing/2014/main" id="{729395B6-529E-EFA4-9FE5-2615B9F64005}"/>
                  </a:ext>
                </a:extLst>
              </p:cNvPr>
              <p:cNvSpPr>
                <a:spLocks noGrp="1" noRot="1" noChangeAspect="1" noMove="1" noResize="1" noEditPoints="1" noAdjustHandles="1" noChangeArrowheads="1" noChangeShapeType="1" noTextEdit="1"/>
              </p:cNvSpPr>
              <p:nvPr>
                <p:ph sz="quarter" idx="11"/>
              </p:nvPr>
            </p:nvSpPr>
            <p:spPr>
              <a:xfrm>
                <a:off x="250825" y="1058862"/>
                <a:ext cx="8642350" cy="3313087"/>
              </a:xfrm>
              <a:blipFill>
                <a:blip r:embed="rId4"/>
                <a:stretch>
                  <a:fillRect l="-1340"/>
                </a:stretch>
              </a:blipFill>
            </p:spPr>
            <p:txBody>
              <a:bodyPr/>
              <a:lstStyle/>
              <a:p>
                <a:r>
                  <a:rPr lang="de-DE">
                    <a:noFill/>
                  </a:rPr>
                  <a:t> </a:t>
                </a:r>
              </a:p>
            </p:txBody>
          </p:sp>
        </mc:Fallback>
      </mc:AlternateContent>
      <p:grpSp>
        <p:nvGrpSpPr>
          <p:cNvPr id="282" name="Gruppieren 281">
            <a:extLst>
              <a:ext uri="{FF2B5EF4-FFF2-40B4-BE49-F238E27FC236}">
                <a16:creationId xmlns:a16="http://schemas.microsoft.com/office/drawing/2014/main" id="{8E1163B6-6D0D-A235-964E-FB89901353BB}"/>
              </a:ext>
            </a:extLst>
          </p:cNvPr>
          <p:cNvGrpSpPr/>
          <p:nvPr/>
        </p:nvGrpSpPr>
        <p:grpSpPr>
          <a:xfrm>
            <a:off x="4571355" y="1019673"/>
            <a:ext cx="3888432" cy="3391463"/>
            <a:chOff x="4211960" y="979718"/>
            <a:chExt cx="3888432" cy="3391463"/>
          </a:xfrm>
        </p:grpSpPr>
        <p:cxnSp>
          <p:nvCxnSpPr>
            <p:cNvPr id="35" name="Gerade Verbindung mit Pfeil 34">
              <a:extLst>
                <a:ext uri="{FF2B5EF4-FFF2-40B4-BE49-F238E27FC236}">
                  <a16:creationId xmlns:a16="http://schemas.microsoft.com/office/drawing/2014/main" id="{97E04860-39A6-BCC5-7933-B91FA2E825BD}"/>
                </a:ext>
              </a:extLst>
            </p:cNvPr>
            <p:cNvCxnSpPr>
              <a:cxnSpLocks/>
              <a:stCxn id="17" idx="6"/>
              <a:endCxn id="32" idx="2"/>
            </p:cNvCxnSpPr>
            <p:nvPr/>
          </p:nvCxnSpPr>
          <p:spPr>
            <a:xfrm flipV="1">
              <a:off x="4824008" y="1893569"/>
              <a:ext cx="1153392" cy="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37" name="Gerade Verbindung mit Pfeil 36">
              <a:extLst>
                <a:ext uri="{FF2B5EF4-FFF2-40B4-BE49-F238E27FC236}">
                  <a16:creationId xmlns:a16="http://schemas.microsoft.com/office/drawing/2014/main" id="{81683DD6-C6FA-6B22-954C-971137817BDA}"/>
                </a:ext>
              </a:extLst>
            </p:cNvPr>
            <p:cNvCxnSpPr>
              <a:cxnSpLocks/>
              <a:stCxn id="17" idx="6"/>
              <a:endCxn id="33" idx="2"/>
            </p:cNvCxnSpPr>
            <p:nvPr/>
          </p:nvCxnSpPr>
          <p:spPr>
            <a:xfrm>
              <a:off x="4824008" y="1893570"/>
              <a:ext cx="1153392" cy="49737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9F26112D-7CA9-43BB-335E-A92C8AE2157C}"/>
                </a:ext>
              </a:extLst>
            </p:cNvPr>
            <p:cNvCxnSpPr>
              <a:cxnSpLocks/>
              <a:stCxn id="17" idx="6"/>
              <a:endCxn id="30" idx="2"/>
            </p:cNvCxnSpPr>
            <p:nvPr/>
          </p:nvCxnSpPr>
          <p:spPr>
            <a:xfrm>
              <a:off x="4824008" y="1893570"/>
              <a:ext cx="1153392" cy="1302869"/>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969EB657-9830-EA33-8A43-EC9963431194}"/>
                </a:ext>
              </a:extLst>
            </p:cNvPr>
            <p:cNvCxnSpPr>
              <a:cxnSpLocks/>
              <a:stCxn id="17" idx="6"/>
              <a:endCxn id="31" idx="2"/>
            </p:cNvCxnSpPr>
            <p:nvPr/>
          </p:nvCxnSpPr>
          <p:spPr>
            <a:xfrm>
              <a:off x="4824008" y="1893570"/>
              <a:ext cx="1153392" cy="180024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63E1949B-030E-751A-871D-4B69A08C4612}"/>
                </a:ext>
              </a:extLst>
            </p:cNvPr>
            <p:cNvCxnSpPr>
              <a:cxnSpLocks/>
              <a:stCxn id="18" idx="6"/>
              <a:endCxn id="32" idx="2"/>
            </p:cNvCxnSpPr>
            <p:nvPr/>
          </p:nvCxnSpPr>
          <p:spPr>
            <a:xfrm flipV="1">
              <a:off x="4824008" y="1893569"/>
              <a:ext cx="1153392" cy="49737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41" name="Gerade Verbindung mit Pfeil 40">
              <a:extLst>
                <a:ext uri="{FF2B5EF4-FFF2-40B4-BE49-F238E27FC236}">
                  <a16:creationId xmlns:a16="http://schemas.microsoft.com/office/drawing/2014/main" id="{8770E19F-6ECD-2711-EC50-FD4ADFCC909D}"/>
                </a:ext>
              </a:extLst>
            </p:cNvPr>
            <p:cNvCxnSpPr>
              <a:cxnSpLocks/>
              <a:stCxn id="18" idx="6"/>
              <a:endCxn id="33" idx="2"/>
            </p:cNvCxnSpPr>
            <p:nvPr/>
          </p:nvCxnSpPr>
          <p:spPr>
            <a:xfrm flipV="1">
              <a:off x="4824008" y="2390940"/>
              <a:ext cx="1153392" cy="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42" name="Gerade Verbindung mit Pfeil 41">
              <a:extLst>
                <a:ext uri="{FF2B5EF4-FFF2-40B4-BE49-F238E27FC236}">
                  <a16:creationId xmlns:a16="http://schemas.microsoft.com/office/drawing/2014/main" id="{4E819BAE-7D57-3469-0520-96E367DE0C0A}"/>
                </a:ext>
              </a:extLst>
            </p:cNvPr>
            <p:cNvCxnSpPr>
              <a:cxnSpLocks/>
              <a:stCxn id="18" idx="6"/>
              <a:endCxn id="30" idx="2"/>
            </p:cNvCxnSpPr>
            <p:nvPr/>
          </p:nvCxnSpPr>
          <p:spPr>
            <a:xfrm>
              <a:off x="4824008" y="2390941"/>
              <a:ext cx="1153392" cy="805498"/>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55" name="Gerade Verbindung mit Pfeil 54">
              <a:extLst>
                <a:ext uri="{FF2B5EF4-FFF2-40B4-BE49-F238E27FC236}">
                  <a16:creationId xmlns:a16="http://schemas.microsoft.com/office/drawing/2014/main" id="{FD76EBF5-078C-8727-E363-B152123FEEDB}"/>
                </a:ext>
              </a:extLst>
            </p:cNvPr>
            <p:cNvCxnSpPr>
              <a:cxnSpLocks/>
              <a:stCxn id="18" idx="6"/>
              <a:endCxn id="31" idx="2"/>
            </p:cNvCxnSpPr>
            <p:nvPr/>
          </p:nvCxnSpPr>
          <p:spPr>
            <a:xfrm>
              <a:off x="4824008" y="2390941"/>
              <a:ext cx="1153392" cy="1302869"/>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58" name="Gerade Verbindung mit Pfeil 57">
              <a:extLst>
                <a:ext uri="{FF2B5EF4-FFF2-40B4-BE49-F238E27FC236}">
                  <a16:creationId xmlns:a16="http://schemas.microsoft.com/office/drawing/2014/main" id="{8D851A77-4B13-0BD6-3355-28AE9A930585}"/>
                </a:ext>
              </a:extLst>
            </p:cNvPr>
            <p:cNvCxnSpPr>
              <a:cxnSpLocks/>
              <a:stCxn id="22" idx="6"/>
              <a:endCxn id="31" idx="2"/>
            </p:cNvCxnSpPr>
            <p:nvPr/>
          </p:nvCxnSpPr>
          <p:spPr>
            <a:xfrm>
              <a:off x="4824008" y="3196440"/>
              <a:ext cx="1153392" cy="49737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59" name="Gerade Verbindung mit Pfeil 58">
              <a:extLst>
                <a:ext uri="{FF2B5EF4-FFF2-40B4-BE49-F238E27FC236}">
                  <a16:creationId xmlns:a16="http://schemas.microsoft.com/office/drawing/2014/main" id="{0EF71446-5EDD-8F30-A457-032BF9351B21}"/>
                </a:ext>
              </a:extLst>
            </p:cNvPr>
            <p:cNvCxnSpPr>
              <a:cxnSpLocks/>
              <a:stCxn id="22" idx="6"/>
              <a:endCxn id="30" idx="2"/>
            </p:cNvCxnSpPr>
            <p:nvPr/>
          </p:nvCxnSpPr>
          <p:spPr>
            <a:xfrm flipV="1">
              <a:off x="4824008" y="3196439"/>
              <a:ext cx="1153392" cy="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0" name="Gerade Verbindung mit Pfeil 59">
              <a:extLst>
                <a:ext uri="{FF2B5EF4-FFF2-40B4-BE49-F238E27FC236}">
                  <a16:creationId xmlns:a16="http://schemas.microsoft.com/office/drawing/2014/main" id="{B8D2809F-CB11-370E-801A-934943AEAE3A}"/>
                </a:ext>
              </a:extLst>
            </p:cNvPr>
            <p:cNvCxnSpPr>
              <a:cxnSpLocks/>
              <a:stCxn id="22" idx="6"/>
              <a:endCxn id="33" idx="2"/>
            </p:cNvCxnSpPr>
            <p:nvPr/>
          </p:nvCxnSpPr>
          <p:spPr>
            <a:xfrm flipV="1">
              <a:off x="4824008" y="2390940"/>
              <a:ext cx="1153392" cy="80550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61" name="Gerade Verbindung mit Pfeil 60">
              <a:extLst>
                <a:ext uri="{FF2B5EF4-FFF2-40B4-BE49-F238E27FC236}">
                  <a16:creationId xmlns:a16="http://schemas.microsoft.com/office/drawing/2014/main" id="{AFA73B13-5017-AD10-BD47-11A5E698295A}"/>
                </a:ext>
              </a:extLst>
            </p:cNvPr>
            <p:cNvCxnSpPr>
              <a:cxnSpLocks/>
              <a:stCxn id="22" idx="6"/>
              <a:endCxn id="32" idx="2"/>
            </p:cNvCxnSpPr>
            <p:nvPr/>
          </p:nvCxnSpPr>
          <p:spPr>
            <a:xfrm flipV="1">
              <a:off x="4824008" y="1893569"/>
              <a:ext cx="1153392" cy="130287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70" name="Gerade Verbindung mit Pfeil 69">
              <a:extLst>
                <a:ext uri="{FF2B5EF4-FFF2-40B4-BE49-F238E27FC236}">
                  <a16:creationId xmlns:a16="http://schemas.microsoft.com/office/drawing/2014/main" id="{CD94DD29-CAF4-074D-48DF-1D52C2720BF2}"/>
                </a:ext>
              </a:extLst>
            </p:cNvPr>
            <p:cNvCxnSpPr>
              <a:cxnSpLocks/>
              <a:stCxn id="23" idx="6"/>
              <a:endCxn id="31" idx="2"/>
            </p:cNvCxnSpPr>
            <p:nvPr/>
          </p:nvCxnSpPr>
          <p:spPr>
            <a:xfrm flipV="1">
              <a:off x="4824008" y="3693810"/>
              <a:ext cx="1153392" cy="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71" name="Gerade Verbindung mit Pfeil 70">
              <a:extLst>
                <a:ext uri="{FF2B5EF4-FFF2-40B4-BE49-F238E27FC236}">
                  <a16:creationId xmlns:a16="http://schemas.microsoft.com/office/drawing/2014/main" id="{BF6FF44E-570E-0CF3-544A-B07E0DF472FF}"/>
                </a:ext>
              </a:extLst>
            </p:cNvPr>
            <p:cNvCxnSpPr>
              <a:cxnSpLocks/>
              <a:stCxn id="23" idx="6"/>
              <a:endCxn id="30" idx="2"/>
            </p:cNvCxnSpPr>
            <p:nvPr/>
          </p:nvCxnSpPr>
          <p:spPr>
            <a:xfrm flipV="1">
              <a:off x="4824008" y="3196439"/>
              <a:ext cx="1153392" cy="49737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72" name="Gerade Verbindung mit Pfeil 71">
              <a:extLst>
                <a:ext uri="{FF2B5EF4-FFF2-40B4-BE49-F238E27FC236}">
                  <a16:creationId xmlns:a16="http://schemas.microsoft.com/office/drawing/2014/main" id="{27ACD071-1995-BFD8-0C56-9A758265A9D1}"/>
                </a:ext>
              </a:extLst>
            </p:cNvPr>
            <p:cNvCxnSpPr>
              <a:cxnSpLocks/>
              <a:stCxn id="23" idx="6"/>
              <a:endCxn id="33" idx="2"/>
            </p:cNvCxnSpPr>
            <p:nvPr/>
          </p:nvCxnSpPr>
          <p:spPr>
            <a:xfrm flipV="1">
              <a:off x="4824008" y="2390940"/>
              <a:ext cx="1153392" cy="130287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73" name="Gerade Verbindung mit Pfeil 72">
              <a:extLst>
                <a:ext uri="{FF2B5EF4-FFF2-40B4-BE49-F238E27FC236}">
                  <a16:creationId xmlns:a16="http://schemas.microsoft.com/office/drawing/2014/main" id="{D2AB17B7-8D39-785E-C3A3-8B5CDCA421C9}"/>
                </a:ext>
              </a:extLst>
            </p:cNvPr>
            <p:cNvCxnSpPr>
              <a:cxnSpLocks/>
              <a:stCxn id="23" idx="6"/>
              <a:endCxn id="32" idx="2"/>
            </p:cNvCxnSpPr>
            <p:nvPr/>
          </p:nvCxnSpPr>
          <p:spPr>
            <a:xfrm flipV="1">
              <a:off x="4824008" y="1893569"/>
              <a:ext cx="1153392" cy="180024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grpSp>
          <p:nvGrpSpPr>
            <p:cNvPr id="151" name="Gruppieren 150">
              <a:extLst>
                <a:ext uri="{FF2B5EF4-FFF2-40B4-BE49-F238E27FC236}">
                  <a16:creationId xmlns:a16="http://schemas.microsoft.com/office/drawing/2014/main" id="{524EE250-E1F7-337A-230E-AC17BB4D380D}"/>
                </a:ext>
              </a:extLst>
            </p:cNvPr>
            <p:cNvGrpSpPr/>
            <p:nvPr/>
          </p:nvGrpSpPr>
          <p:grpSpPr>
            <a:xfrm>
              <a:off x="4464008" y="1212918"/>
              <a:ext cx="360000" cy="3158263"/>
              <a:chOff x="4716016" y="990978"/>
              <a:chExt cx="360000" cy="3158263"/>
            </a:xfrm>
          </p:grpSpPr>
          <p:grpSp>
            <p:nvGrpSpPr>
              <p:cNvPr id="20" name="Gruppieren 19">
                <a:extLst>
                  <a:ext uri="{FF2B5EF4-FFF2-40B4-BE49-F238E27FC236}">
                    <a16:creationId xmlns:a16="http://schemas.microsoft.com/office/drawing/2014/main" id="{F5B957A2-3B36-8212-0350-E976ABE67294}"/>
                  </a:ext>
                </a:extLst>
              </p:cNvPr>
              <p:cNvGrpSpPr/>
              <p:nvPr/>
            </p:nvGrpSpPr>
            <p:grpSpPr>
              <a:xfrm>
                <a:off x="4716016" y="1491630"/>
                <a:ext cx="360000" cy="857371"/>
                <a:chOff x="4716016" y="1491630"/>
                <a:chExt cx="360000" cy="857371"/>
              </a:xfrm>
            </p:grpSpPr>
            <p:sp>
              <p:nvSpPr>
                <p:cNvPr id="17" name="Ellipse 16">
                  <a:extLst>
                    <a:ext uri="{FF2B5EF4-FFF2-40B4-BE49-F238E27FC236}">
                      <a16:creationId xmlns:a16="http://schemas.microsoft.com/office/drawing/2014/main" id="{2452B64B-34B1-87AD-ECE1-5697AD4B7C2C}"/>
                    </a:ext>
                  </a:extLst>
                </p:cNvPr>
                <p:cNvSpPr/>
                <p:nvPr/>
              </p:nvSpPr>
              <p:spPr>
                <a:xfrm>
                  <a:off x="4716016" y="149163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8" name="Ellipse 17">
                  <a:extLst>
                    <a:ext uri="{FF2B5EF4-FFF2-40B4-BE49-F238E27FC236}">
                      <a16:creationId xmlns:a16="http://schemas.microsoft.com/office/drawing/2014/main" id="{EBCC9C29-A2EE-316B-FFE6-7A86E9CC8B44}"/>
                    </a:ext>
                  </a:extLst>
                </p:cNvPr>
                <p:cNvSpPr/>
                <p:nvPr/>
              </p:nvSpPr>
              <p:spPr>
                <a:xfrm>
                  <a:off x="4716016" y="1989001"/>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21" name="Gruppieren 20">
                <a:extLst>
                  <a:ext uri="{FF2B5EF4-FFF2-40B4-BE49-F238E27FC236}">
                    <a16:creationId xmlns:a16="http://schemas.microsoft.com/office/drawing/2014/main" id="{31E9A5E0-ACFE-3491-3AFB-330A41D33D35}"/>
                  </a:ext>
                </a:extLst>
              </p:cNvPr>
              <p:cNvGrpSpPr/>
              <p:nvPr/>
            </p:nvGrpSpPr>
            <p:grpSpPr>
              <a:xfrm>
                <a:off x="4716016" y="2794500"/>
                <a:ext cx="360000" cy="857371"/>
                <a:chOff x="4716016" y="1491630"/>
                <a:chExt cx="360000" cy="857371"/>
              </a:xfrm>
            </p:grpSpPr>
            <p:sp>
              <p:nvSpPr>
                <p:cNvPr id="22" name="Ellipse 21">
                  <a:extLst>
                    <a:ext uri="{FF2B5EF4-FFF2-40B4-BE49-F238E27FC236}">
                      <a16:creationId xmlns:a16="http://schemas.microsoft.com/office/drawing/2014/main" id="{0195D450-A07E-DE74-2B51-B5DC85521810}"/>
                    </a:ext>
                  </a:extLst>
                </p:cNvPr>
                <p:cNvSpPr/>
                <p:nvPr/>
              </p:nvSpPr>
              <p:spPr>
                <a:xfrm>
                  <a:off x="4716016" y="149163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3" name="Ellipse 22">
                  <a:extLst>
                    <a:ext uri="{FF2B5EF4-FFF2-40B4-BE49-F238E27FC236}">
                      <a16:creationId xmlns:a16="http://schemas.microsoft.com/office/drawing/2014/main" id="{972AF805-6AA1-2D45-E1DF-58F208391C2A}"/>
                    </a:ext>
                  </a:extLst>
                </p:cNvPr>
                <p:cNvSpPr/>
                <p:nvPr/>
              </p:nvSpPr>
              <p:spPr>
                <a:xfrm>
                  <a:off x="4716016" y="1989001"/>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0FEF7AE6-928E-0C89-5E84-0B69402B8C78}"/>
                      </a:ext>
                    </a:extLst>
                  </p:cNvPr>
                  <p:cNvSpPr txBox="1"/>
                  <p:nvPr/>
                </p:nvSpPr>
                <p:spPr>
                  <a:xfrm>
                    <a:off x="4833499" y="2444792"/>
                    <a:ext cx="125034" cy="253916"/>
                  </a:xfrm>
                  <a:prstGeom prst="rect">
                    <a:avLst/>
                  </a:prstGeom>
                </p:spPr>
                <p:txBody>
                  <a:bodyPr wrap="none" lIns="0" tIns="0" rIns="0" bIns="0" numCol="2" spcCol="216000" rtlCol="0">
                    <a:spAutoFit/>
                  </a:bodyPr>
                  <a:lstStyle/>
                  <a:p>
                    <a:pPr defTabSz="0">
                      <a:lnSpc>
                        <a:spcPct val="100000"/>
                      </a:lnSpc>
                      <a:spcBef>
                        <a:spcPts val="0"/>
                      </a:spcBef>
                      <a:tabLst>
                        <a:tab pos="180000" algn="l"/>
                      </a:tabLst>
                    </a:pPr>
                    <a14:m>
                      <m:oMathPara xmlns:m="http://schemas.openxmlformats.org/officeDocument/2006/math">
                        <m:oMathParaPr>
                          <m:jc m:val="centerGroup"/>
                        </m:oMathParaPr>
                        <m:oMath xmlns:m="http://schemas.openxmlformats.org/officeDocument/2006/math">
                          <m:r>
                            <a:rPr lang="de-DE" sz="1650" b="0" i="1" smtClean="0">
                              <a:solidFill>
                                <a:schemeClr val="tx1"/>
                              </a:solidFill>
                              <a:latin typeface="Cambria Math" panose="02040503050406030204" pitchFamily="18" charset="0"/>
                            </a:rPr>
                            <m:t>⋮</m:t>
                          </m:r>
                        </m:oMath>
                      </m:oMathPara>
                    </a14:m>
                    <a:endParaRPr lang="de-DE" sz="1650" dirty="0">
                      <a:solidFill>
                        <a:schemeClr val="tx1"/>
                      </a:solidFill>
                    </a:endParaRPr>
                  </a:p>
                </p:txBody>
              </p:sp>
            </mc:Choice>
            <mc:Fallback xmlns="">
              <p:sp>
                <p:nvSpPr>
                  <p:cNvPr id="24" name="Textfeld 23">
                    <a:extLst>
                      <a:ext uri="{FF2B5EF4-FFF2-40B4-BE49-F238E27FC236}">
                        <a16:creationId xmlns:a16="http://schemas.microsoft.com/office/drawing/2014/main" id="{0FEF7AE6-928E-0C89-5E84-0B69402B8C78}"/>
                      </a:ext>
                    </a:extLst>
                  </p:cNvPr>
                  <p:cNvSpPr txBox="1">
                    <a:spLocks noRot="1" noChangeAspect="1" noMove="1" noResize="1" noEditPoints="1" noAdjustHandles="1" noChangeArrowheads="1" noChangeShapeType="1" noTextEdit="1"/>
                  </p:cNvSpPr>
                  <p:nvPr/>
                </p:nvSpPr>
                <p:spPr>
                  <a:xfrm>
                    <a:off x="4833499" y="2444792"/>
                    <a:ext cx="125034" cy="253916"/>
                  </a:xfrm>
                  <a:prstGeom prst="rect">
                    <a:avLst/>
                  </a:prstGeom>
                  <a:blipFill>
                    <a:blip r:embed="rId5"/>
                    <a:stretch>
                      <a:fillRect l="-35000" r="-35000" b="-7143"/>
                    </a:stretch>
                  </a:blipFill>
                </p:spPr>
                <p:txBody>
                  <a:bodyPr/>
                  <a:lstStyle/>
                  <a:p>
                    <a:r>
                      <a:rPr lang="de-DE">
                        <a:noFill/>
                      </a:rPr>
                      <a:t> </a:t>
                    </a:r>
                  </a:p>
                </p:txBody>
              </p:sp>
            </mc:Fallback>
          </mc:AlternateContent>
          <p:sp>
            <p:nvSpPr>
              <p:cNvPr id="82" name="Ellipse 81">
                <a:extLst>
                  <a:ext uri="{FF2B5EF4-FFF2-40B4-BE49-F238E27FC236}">
                    <a16:creationId xmlns:a16="http://schemas.microsoft.com/office/drawing/2014/main" id="{3599C1BE-071F-1E76-0699-6C86D3CAABE4}"/>
                  </a:ext>
                </a:extLst>
              </p:cNvPr>
              <p:cNvSpPr/>
              <p:nvPr/>
            </p:nvSpPr>
            <p:spPr>
              <a:xfrm>
                <a:off x="4716016" y="990978"/>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3" name="Ellipse 82">
                <a:extLst>
                  <a:ext uri="{FF2B5EF4-FFF2-40B4-BE49-F238E27FC236}">
                    <a16:creationId xmlns:a16="http://schemas.microsoft.com/office/drawing/2014/main" id="{FB3B8E74-4CF2-D283-D44C-998EBC555BC0}"/>
                  </a:ext>
                </a:extLst>
              </p:cNvPr>
              <p:cNvSpPr/>
              <p:nvPr/>
            </p:nvSpPr>
            <p:spPr>
              <a:xfrm>
                <a:off x="4716016" y="3789241"/>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cxnSp>
          <p:nvCxnSpPr>
            <p:cNvPr id="85" name="Gerade Verbindung mit Pfeil 84">
              <a:extLst>
                <a:ext uri="{FF2B5EF4-FFF2-40B4-BE49-F238E27FC236}">
                  <a16:creationId xmlns:a16="http://schemas.microsoft.com/office/drawing/2014/main" id="{B51C5BAF-5BAD-BCA1-C02E-BA0DB6EB995D}"/>
                </a:ext>
              </a:extLst>
            </p:cNvPr>
            <p:cNvCxnSpPr>
              <a:cxnSpLocks/>
              <a:stCxn id="17" idx="6"/>
              <a:endCxn id="91" idx="2"/>
            </p:cNvCxnSpPr>
            <p:nvPr/>
          </p:nvCxnSpPr>
          <p:spPr>
            <a:xfrm flipV="1">
              <a:off x="4824008" y="1398581"/>
              <a:ext cx="1150944" cy="494989"/>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86" name="Gerade Verbindung mit Pfeil 85">
              <a:extLst>
                <a:ext uri="{FF2B5EF4-FFF2-40B4-BE49-F238E27FC236}">
                  <a16:creationId xmlns:a16="http://schemas.microsoft.com/office/drawing/2014/main" id="{306F7EAD-B122-81AD-CF5C-4521B473650C}"/>
                </a:ext>
              </a:extLst>
            </p:cNvPr>
            <p:cNvCxnSpPr>
              <a:cxnSpLocks/>
              <a:stCxn id="17" idx="6"/>
              <a:endCxn id="92" idx="2"/>
            </p:cNvCxnSpPr>
            <p:nvPr/>
          </p:nvCxnSpPr>
          <p:spPr>
            <a:xfrm>
              <a:off x="4824008" y="1893570"/>
              <a:ext cx="1150944" cy="229761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87" name="Gerade Verbindung mit Pfeil 86">
              <a:extLst>
                <a:ext uri="{FF2B5EF4-FFF2-40B4-BE49-F238E27FC236}">
                  <a16:creationId xmlns:a16="http://schemas.microsoft.com/office/drawing/2014/main" id="{4CCE7CC6-5EB5-564F-E556-5EB4C7785EDB}"/>
                </a:ext>
              </a:extLst>
            </p:cNvPr>
            <p:cNvCxnSpPr>
              <a:cxnSpLocks/>
              <a:stCxn id="18" idx="6"/>
              <a:endCxn id="91" idx="2"/>
            </p:cNvCxnSpPr>
            <p:nvPr/>
          </p:nvCxnSpPr>
          <p:spPr>
            <a:xfrm flipV="1">
              <a:off x="4824008" y="1398581"/>
              <a:ext cx="1150944" cy="99236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88" name="Gerade Verbindung mit Pfeil 87">
              <a:extLst>
                <a:ext uri="{FF2B5EF4-FFF2-40B4-BE49-F238E27FC236}">
                  <a16:creationId xmlns:a16="http://schemas.microsoft.com/office/drawing/2014/main" id="{A35D4155-93D2-06E7-B0E1-765B8C5EA47F}"/>
                </a:ext>
              </a:extLst>
            </p:cNvPr>
            <p:cNvCxnSpPr>
              <a:cxnSpLocks/>
              <a:stCxn id="18" idx="6"/>
              <a:endCxn id="92" idx="2"/>
            </p:cNvCxnSpPr>
            <p:nvPr/>
          </p:nvCxnSpPr>
          <p:spPr>
            <a:xfrm>
              <a:off x="4824008" y="2390941"/>
              <a:ext cx="1150944" cy="1800239"/>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grpSp>
          <p:nvGrpSpPr>
            <p:cNvPr id="150" name="Gruppieren 149">
              <a:extLst>
                <a:ext uri="{FF2B5EF4-FFF2-40B4-BE49-F238E27FC236}">
                  <a16:creationId xmlns:a16="http://schemas.microsoft.com/office/drawing/2014/main" id="{E3364132-4321-C0BF-4F99-4E06982E8C87}"/>
                </a:ext>
              </a:extLst>
            </p:cNvPr>
            <p:cNvGrpSpPr/>
            <p:nvPr/>
          </p:nvGrpSpPr>
          <p:grpSpPr>
            <a:xfrm>
              <a:off x="5974952" y="1218581"/>
              <a:ext cx="362448" cy="3152599"/>
              <a:chOff x="5577664" y="996641"/>
              <a:chExt cx="362448" cy="3152599"/>
            </a:xfrm>
          </p:grpSpPr>
          <p:grpSp>
            <p:nvGrpSpPr>
              <p:cNvPr id="26" name="Gruppieren 25">
                <a:extLst>
                  <a:ext uri="{FF2B5EF4-FFF2-40B4-BE49-F238E27FC236}">
                    <a16:creationId xmlns:a16="http://schemas.microsoft.com/office/drawing/2014/main" id="{45D88FC3-E722-7E77-4406-40CEAE012FC1}"/>
                  </a:ext>
                </a:extLst>
              </p:cNvPr>
              <p:cNvGrpSpPr/>
              <p:nvPr/>
            </p:nvGrpSpPr>
            <p:grpSpPr>
              <a:xfrm>
                <a:off x="5580112" y="1491629"/>
                <a:ext cx="360000" cy="2160241"/>
                <a:chOff x="4716016" y="1491630"/>
                <a:chExt cx="360000" cy="2160241"/>
              </a:xfrm>
            </p:grpSpPr>
            <p:grpSp>
              <p:nvGrpSpPr>
                <p:cNvPr id="27" name="Gruppieren 26">
                  <a:extLst>
                    <a:ext uri="{FF2B5EF4-FFF2-40B4-BE49-F238E27FC236}">
                      <a16:creationId xmlns:a16="http://schemas.microsoft.com/office/drawing/2014/main" id="{521E1B52-B7DE-162C-9609-9BC0B531DCB4}"/>
                    </a:ext>
                  </a:extLst>
                </p:cNvPr>
                <p:cNvGrpSpPr/>
                <p:nvPr/>
              </p:nvGrpSpPr>
              <p:grpSpPr>
                <a:xfrm>
                  <a:off x="4716016" y="1491630"/>
                  <a:ext cx="360000" cy="857371"/>
                  <a:chOff x="4716016" y="1491630"/>
                  <a:chExt cx="360000" cy="857371"/>
                </a:xfrm>
              </p:grpSpPr>
              <p:sp>
                <p:nvSpPr>
                  <p:cNvPr id="32" name="Ellipse 31">
                    <a:extLst>
                      <a:ext uri="{FF2B5EF4-FFF2-40B4-BE49-F238E27FC236}">
                        <a16:creationId xmlns:a16="http://schemas.microsoft.com/office/drawing/2014/main" id="{44D15126-69F9-E65C-8D82-DDDCEDAF86EB}"/>
                      </a:ext>
                    </a:extLst>
                  </p:cNvPr>
                  <p:cNvSpPr/>
                  <p:nvPr/>
                </p:nvSpPr>
                <p:spPr>
                  <a:xfrm>
                    <a:off x="4716016" y="1491630"/>
                    <a:ext cx="360000" cy="360000"/>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dirty="0"/>
                  </a:p>
                </p:txBody>
              </p:sp>
              <p:sp>
                <p:nvSpPr>
                  <p:cNvPr id="33" name="Ellipse 32">
                    <a:extLst>
                      <a:ext uri="{FF2B5EF4-FFF2-40B4-BE49-F238E27FC236}">
                        <a16:creationId xmlns:a16="http://schemas.microsoft.com/office/drawing/2014/main" id="{2AD01BCC-0B61-306E-064B-59EC6A6F04F3}"/>
                      </a:ext>
                    </a:extLst>
                  </p:cNvPr>
                  <p:cNvSpPr/>
                  <p:nvPr/>
                </p:nvSpPr>
                <p:spPr>
                  <a:xfrm>
                    <a:off x="4716016" y="1989001"/>
                    <a:ext cx="360000" cy="360000"/>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dirty="0"/>
                  </a:p>
                </p:txBody>
              </p:sp>
            </p:grpSp>
            <p:grpSp>
              <p:nvGrpSpPr>
                <p:cNvPr id="28" name="Gruppieren 27">
                  <a:extLst>
                    <a:ext uri="{FF2B5EF4-FFF2-40B4-BE49-F238E27FC236}">
                      <a16:creationId xmlns:a16="http://schemas.microsoft.com/office/drawing/2014/main" id="{5D199257-8D88-92AA-48A1-F5407B219605}"/>
                    </a:ext>
                  </a:extLst>
                </p:cNvPr>
                <p:cNvGrpSpPr/>
                <p:nvPr/>
              </p:nvGrpSpPr>
              <p:grpSpPr>
                <a:xfrm>
                  <a:off x="4716016" y="2794500"/>
                  <a:ext cx="360000" cy="857371"/>
                  <a:chOff x="4716016" y="1491630"/>
                  <a:chExt cx="360000" cy="857371"/>
                </a:xfrm>
              </p:grpSpPr>
              <p:sp>
                <p:nvSpPr>
                  <p:cNvPr id="30" name="Ellipse 29">
                    <a:extLst>
                      <a:ext uri="{FF2B5EF4-FFF2-40B4-BE49-F238E27FC236}">
                        <a16:creationId xmlns:a16="http://schemas.microsoft.com/office/drawing/2014/main" id="{6EE3BAF1-93A2-D3DA-31E4-92DFCD40004D}"/>
                      </a:ext>
                    </a:extLst>
                  </p:cNvPr>
                  <p:cNvSpPr/>
                  <p:nvPr/>
                </p:nvSpPr>
                <p:spPr>
                  <a:xfrm>
                    <a:off x="4716016" y="1491630"/>
                    <a:ext cx="360000" cy="360000"/>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dirty="0"/>
                  </a:p>
                </p:txBody>
              </p:sp>
              <p:sp>
                <p:nvSpPr>
                  <p:cNvPr id="31" name="Ellipse 30">
                    <a:extLst>
                      <a:ext uri="{FF2B5EF4-FFF2-40B4-BE49-F238E27FC236}">
                        <a16:creationId xmlns:a16="http://schemas.microsoft.com/office/drawing/2014/main" id="{D68E1A38-735A-9F92-4AFB-D93D35F5E863}"/>
                      </a:ext>
                    </a:extLst>
                  </p:cNvPr>
                  <p:cNvSpPr/>
                  <p:nvPr/>
                </p:nvSpPr>
                <p:spPr>
                  <a:xfrm>
                    <a:off x="4716016" y="1989001"/>
                    <a:ext cx="360000" cy="360000"/>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dirty="0"/>
                  </a:p>
                </p:txBody>
              </p:sp>
            </p:grpSp>
            <mc:AlternateContent xmlns:mc="http://schemas.openxmlformats.org/markup-compatibility/2006" xmlns:a14="http://schemas.microsoft.com/office/drawing/2010/main">
              <mc:Choice Requires="a14">
                <p:sp>
                  <p:nvSpPr>
                    <p:cNvPr id="29" name="Textfeld 28">
                      <a:extLst>
                        <a:ext uri="{FF2B5EF4-FFF2-40B4-BE49-F238E27FC236}">
                          <a16:creationId xmlns:a16="http://schemas.microsoft.com/office/drawing/2014/main" id="{CBFD969B-AABD-E624-7E9D-E175B429B598}"/>
                        </a:ext>
                      </a:extLst>
                    </p:cNvPr>
                    <p:cNvSpPr txBox="1"/>
                    <p:nvPr/>
                  </p:nvSpPr>
                  <p:spPr>
                    <a:xfrm>
                      <a:off x="4833499" y="2444792"/>
                      <a:ext cx="125034" cy="253916"/>
                    </a:xfrm>
                    <a:prstGeom prst="rect">
                      <a:avLst/>
                    </a:prstGeom>
                  </p:spPr>
                  <p:txBody>
                    <a:bodyPr wrap="none" lIns="0" tIns="0" rIns="0" bIns="0" numCol="2" spcCol="216000" rtlCol="0">
                      <a:spAutoFit/>
                    </a:bodyPr>
                    <a:lstStyle/>
                    <a:p>
                      <a:pPr defTabSz="0">
                        <a:lnSpc>
                          <a:spcPct val="100000"/>
                        </a:lnSpc>
                        <a:spcBef>
                          <a:spcPts val="0"/>
                        </a:spcBef>
                        <a:tabLst>
                          <a:tab pos="180000" algn="l"/>
                        </a:tabLst>
                      </a:pPr>
                      <a14:m>
                        <m:oMathPara xmlns:m="http://schemas.openxmlformats.org/officeDocument/2006/math">
                          <m:oMathParaPr>
                            <m:jc m:val="centerGroup"/>
                          </m:oMathParaPr>
                          <m:oMath xmlns:m="http://schemas.openxmlformats.org/officeDocument/2006/math">
                            <m:r>
                              <a:rPr lang="de-DE" sz="1650" b="0" i="1" smtClean="0">
                                <a:solidFill>
                                  <a:schemeClr val="tx1"/>
                                </a:solidFill>
                                <a:latin typeface="Cambria Math" panose="02040503050406030204" pitchFamily="18" charset="0"/>
                              </a:rPr>
                              <m:t>⋮</m:t>
                            </m:r>
                          </m:oMath>
                        </m:oMathPara>
                      </a14:m>
                      <a:endParaRPr lang="de-DE" sz="1650" dirty="0">
                        <a:solidFill>
                          <a:schemeClr val="tx1"/>
                        </a:solidFill>
                      </a:endParaRPr>
                    </a:p>
                  </p:txBody>
                </p:sp>
              </mc:Choice>
              <mc:Fallback xmlns="">
                <p:sp>
                  <p:nvSpPr>
                    <p:cNvPr id="29" name="Textfeld 28">
                      <a:extLst>
                        <a:ext uri="{FF2B5EF4-FFF2-40B4-BE49-F238E27FC236}">
                          <a16:creationId xmlns:a16="http://schemas.microsoft.com/office/drawing/2014/main" id="{CBFD969B-AABD-E624-7E9D-E175B429B598}"/>
                        </a:ext>
                      </a:extLst>
                    </p:cNvPr>
                    <p:cNvSpPr txBox="1">
                      <a:spLocks noRot="1" noChangeAspect="1" noMove="1" noResize="1" noEditPoints="1" noAdjustHandles="1" noChangeArrowheads="1" noChangeShapeType="1" noTextEdit="1"/>
                    </p:cNvSpPr>
                    <p:nvPr/>
                  </p:nvSpPr>
                  <p:spPr>
                    <a:xfrm>
                      <a:off x="4833499" y="2444792"/>
                      <a:ext cx="125034" cy="253916"/>
                    </a:xfrm>
                    <a:prstGeom prst="rect">
                      <a:avLst/>
                    </a:prstGeom>
                    <a:blipFill>
                      <a:blip r:embed="rId6"/>
                      <a:stretch>
                        <a:fillRect l="-35000" r="-35000" b="-7143"/>
                      </a:stretch>
                    </a:blipFill>
                  </p:spPr>
                  <p:txBody>
                    <a:bodyPr/>
                    <a:lstStyle/>
                    <a:p>
                      <a:r>
                        <a:rPr lang="de-DE">
                          <a:noFill/>
                        </a:rPr>
                        <a:t> </a:t>
                      </a:r>
                    </a:p>
                  </p:txBody>
                </p:sp>
              </mc:Fallback>
            </mc:AlternateContent>
          </p:grpSp>
          <p:sp>
            <p:nvSpPr>
              <p:cNvPr id="91" name="Ellipse 90">
                <a:extLst>
                  <a:ext uri="{FF2B5EF4-FFF2-40B4-BE49-F238E27FC236}">
                    <a16:creationId xmlns:a16="http://schemas.microsoft.com/office/drawing/2014/main" id="{FFE1DB85-A682-A68A-CAAA-BDF3903EBF72}"/>
                  </a:ext>
                </a:extLst>
              </p:cNvPr>
              <p:cNvSpPr/>
              <p:nvPr/>
            </p:nvSpPr>
            <p:spPr>
              <a:xfrm>
                <a:off x="5577664" y="996641"/>
                <a:ext cx="360000" cy="360000"/>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dirty="0"/>
              </a:p>
            </p:txBody>
          </p:sp>
          <p:sp>
            <p:nvSpPr>
              <p:cNvPr id="92" name="Ellipse 91">
                <a:extLst>
                  <a:ext uri="{FF2B5EF4-FFF2-40B4-BE49-F238E27FC236}">
                    <a16:creationId xmlns:a16="http://schemas.microsoft.com/office/drawing/2014/main" id="{3C22A4D1-DD74-BAC5-31E6-0AA2B15E101B}"/>
                  </a:ext>
                </a:extLst>
              </p:cNvPr>
              <p:cNvSpPr/>
              <p:nvPr/>
            </p:nvSpPr>
            <p:spPr>
              <a:xfrm>
                <a:off x="5577664" y="3789240"/>
                <a:ext cx="360000" cy="360000"/>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dirty="0"/>
              </a:p>
            </p:txBody>
          </p:sp>
        </p:grpSp>
        <p:cxnSp>
          <p:nvCxnSpPr>
            <p:cNvPr id="101" name="Gerade Verbindung mit Pfeil 100">
              <a:extLst>
                <a:ext uri="{FF2B5EF4-FFF2-40B4-BE49-F238E27FC236}">
                  <a16:creationId xmlns:a16="http://schemas.microsoft.com/office/drawing/2014/main" id="{4B283AD8-E0E9-4857-E24E-2EF76E43C09B}"/>
                </a:ext>
              </a:extLst>
            </p:cNvPr>
            <p:cNvCxnSpPr>
              <a:cxnSpLocks/>
              <a:stCxn id="23" idx="6"/>
              <a:endCxn id="91" idx="2"/>
            </p:cNvCxnSpPr>
            <p:nvPr/>
          </p:nvCxnSpPr>
          <p:spPr>
            <a:xfrm flipV="1">
              <a:off x="4824008" y="1398581"/>
              <a:ext cx="1150944" cy="229523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2" name="Gerade Verbindung mit Pfeil 101">
              <a:extLst>
                <a:ext uri="{FF2B5EF4-FFF2-40B4-BE49-F238E27FC236}">
                  <a16:creationId xmlns:a16="http://schemas.microsoft.com/office/drawing/2014/main" id="{542234DF-544C-B268-8F7C-9014A9B6F02C}"/>
                </a:ext>
              </a:extLst>
            </p:cNvPr>
            <p:cNvCxnSpPr>
              <a:cxnSpLocks/>
              <a:stCxn id="23" idx="6"/>
              <a:endCxn id="92" idx="2"/>
            </p:cNvCxnSpPr>
            <p:nvPr/>
          </p:nvCxnSpPr>
          <p:spPr>
            <a:xfrm>
              <a:off x="4824008" y="3693811"/>
              <a:ext cx="1150944" cy="497369"/>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3" name="Gerade Verbindung mit Pfeil 102">
              <a:extLst>
                <a:ext uri="{FF2B5EF4-FFF2-40B4-BE49-F238E27FC236}">
                  <a16:creationId xmlns:a16="http://schemas.microsoft.com/office/drawing/2014/main" id="{AF460822-8315-946A-ED71-9D708A1DC770}"/>
                </a:ext>
              </a:extLst>
            </p:cNvPr>
            <p:cNvCxnSpPr>
              <a:cxnSpLocks/>
              <a:stCxn id="82" idx="6"/>
              <a:endCxn id="91" idx="2"/>
            </p:cNvCxnSpPr>
            <p:nvPr/>
          </p:nvCxnSpPr>
          <p:spPr>
            <a:xfrm>
              <a:off x="4824008" y="1392918"/>
              <a:ext cx="1150944" cy="5663"/>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4" name="Gerade Verbindung mit Pfeil 103">
              <a:extLst>
                <a:ext uri="{FF2B5EF4-FFF2-40B4-BE49-F238E27FC236}">
                  <a16:creationId xmlns:a16="http://schemas.microsoft.com/office/drawing/2014/main" id="{4E99619E-014F-25B0-DED8-728F6FD933C3}"/>
                </a:ext>
              </a:extLst>
            </p:cNvPr>
            <p:cNvCxnSpPr>
              <a:cxnSpLocks/>
              <a:stCxn id="82" idx="6"/>
              <a:endCxn id="32" idx="2"/>
            </p:cNvCxnSpPr>
            <p:nvPr/>
          </p:nvCxnSpPr>
          <p:spPr>
            <a:xfrm>
              <a:off x="4824008" y="1392918"/>
              <a:ext cx="1153392" cy="50065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5" name="Gerade Verbindung mit Pfeil 104">
              <a:extLst>
                <a:ext uri="{FF2B5EF4-FFF2-40B4-BE49-F238E27FC236}">
                  <a16:creationId xmlns:a16="http://schemas.microsoft.com/office/drawing/2014/main" id="{9F5BAB70-E87E-3A0E-3296-3BBD4EDC5D1D}"/>
                </a:ext>
              </a:extLst>
            </p:cNvPr>
            <p:cNvCxnSpPr>
              <a:cxnSpLocks/>
              <a:stCxn id="82" idx="6"/>
              <a:endCxn id="33" idx="2"/>
            </p:cNvCxnSpPr>
            <p:nvPr/>
          </p:nvCxnSpPr>
          <p:spPr>
            <a:xfrm>
              <a:off x="4824008" y="1392918"/>
              <a:ext cx="1153392" cy="99802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6" name="Gerade Verbindung mit Pfeil 105">
              <a:extLst>
                <a:ext uri="{FF2B5EF4-FFF2-40B4-BE49-F238E27FC236}">
                  <a16:creationId xmlns:a16="http://schemas.microsoft.com/office/drawing/2014/main" id="{5FA6A3DC-9082-3EF2-A519-58D5575BF2C6}"/>
                </a:ext>
              </a:extLst>
            </p:cNvPr>
            <p:cNvCxnSpPr>
              <a:cxnSpLocks/>
              <a:stCxn id="82" idx="6"/>
              <a:endCxn id="30" idx="2"/>
            </p:cNvCxnSpPr>
            <p:nvPr/>
          </p:nvCxnSpPr>
          <p:spPr>
            <a:xfrm>
              <a:off x="4824008" y="1392918"/>
              <a:ext cx="1153392" cy="180352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7" name="Gerade Verbindung mit Pfeil 106">
              <a:extLst>
                <a:ext uri="{FF2B5EF4-FFF2-40B4-BE49-F238E27FC236}">
                  <a16:creationId xmlns:a16="http://schemas.microsoft.com/office/drawing/2014/main" id="{F61DA6CA-53EC-5A84-2075-A53E58BFF84B}"/>
                </a:ext>
              </a:extLst>
            </p:cNvPr>
            <p:cNvCxnSpPr>
              <a:cxnSpLocks/>
              <a:stCxn id="82" idx="6"/>
              <a:endCxn id="31" idx="2"/>
            </p:cNvCxnSpPr>
            <p:nvPr/>
          </p:nvCxnSpPr>
          <p:spPr>
            <a:xfrm>
              <a:off x="4824008" y="1392918"/>
              <a:ext cx="1153392" cy="230089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8" name="Gerade Verbindung mit Pfeil 107">
              <a:extLst>
                <a:ext uri="{FF2B5EF4-FFF2-40B4-BE49-F238E27FC236}">
                  <a16:creationId xmlns:a16="http://schemas.microsoft.com/office/drawing/2014/main" id="{4448791E-00B4-0581-6C2B-7E838383B0D7}"/>
                </a:ext>
              </a:extLst>
            </p:cNvPr>
            <p:cNvCxnSpPr>
              <a:cxnSpLocks/>
              <a:stCxn id="82" idx="6"/>
              <a:endCxn id="92" idx="2"/>
            </p:cNvCxnSpPr>
            <p:nvPr/>
          </p:nvCxnSpPr>
          <p:spPr>
            <a:xfrm>
              <a:off x="4824008" y="1392918"/>
              <a:ext cx="1150944" cy="279826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09" name="Gerade Verbindung mit Pfeil 108">
              <a:extLst>
                <a:ext uri="{FF2B5EF4-FFF2-40B4-BE49-F238E27FC236}">
                  <a16:creationId xmlns:a16="http://schemas.microsoft.com/office/drawing/2014/main" id="{293C71C6-E6BB-7172-DD92-898C6A947E3A}"/>
                </a:ext>
              </a:extLst>
            </p:cNvPr>
            <p:cNvCxnSpPr>
              <a:cxnSpLocks/>
              <a:stCxn id="83" idx="6"/>
              <a:endCxn id="92" idx="2"/>
            </p:cNvCxnSpPr>
            <p:nvPr/>
          </p:nvCxnSpPr>
          <p:spPr>
            <a:xfrm flipV="1">
              <a:off x="4824008" y="4191180"/>
              <a:ext cx="1150944" cy="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10" name="Gerade Verbindung mit Pfeil 109">
              <a:extLst>
                <a:ext uri="{FF2B5EF4-FFF2-40B4-BE49-F238E27FC236}">
                  <a16:creationId xmlns:a16="http://schemas.microsoft.com/office/drawing/2014/main" id="{C92E592B-7EFC-4628-0361-D65AE4F4550A}"/>
                </a:ext>
              </a:extLst>
            </p:cNvPr>
            <p:cNvCxnSpPr>
              <a:cxnSpLocks/>
              <a:stCxn id="83" idx="6"/>
              <a:endCxn id="31" idx="2"/>
            </p:cNvCxnSpPr>
            <p:nvPr/>
          </p:nvCxnSpPr>
          <p:spPr>
            <a:xfrm flipV="1">
              <a:off x="4824008" y="3693810"/>
              <a:ext cx="1153392" cy="49737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11" name="Gerade Verbindung mit Pfeil 110">
              <a:extLst>
                <a:ext uri="{FF2B5EF4-FFF2-40B4-BE49-F238E27FC236}">
                  <a16:creationId xmlns:a16="http://schemas.microsoft.com/office/drawing/2014/main" id="{2659B725-CA4C-8600-2926-A85F10083A9C}"/>
                </a:ext>
              </a:extLst>
            </p:cNvPr>
            <p:cNvCxnSpPr>
              <a:cxnSpLocks/>
              <a:stCxn id="83" idx="6"/>
              <a:endCxn id="30" idx="2"/>
            </p:cNvCxnSpPr>
            <p:nvPr/>
          </p:nvCxnSpPr>
          <p:spPr>
            <a:xfrm flipV="1">
              <a:off x="4824008" y="3196439"/>
              <a:ext cx="1153392" cy="99474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12" name="Gerade Verbindung mit Pfeil 111">
              <a:extLst>
                <a:ext uri="{FF2B5EF4-FFF2-40B4-BE49-F238E27FC236}">
                  <a16:creationId xmlns:a16="http://schemas.microsoft.com/office/drawing/2014/main" id="{05C8813B-4E35-9ED6-9477-31D7578BEF94}"/>
                </a:ext>
              </a:extLst>
            </p:cNvPr>
            <p:cNvCxnSpPr>
              <a:cxnSpLocks/>
              <a:stCxn id="22" idx="6"/>
              <a:endCxn id="92" idx="2"/>
            </p:cNvCxnSpPr>
            <p:nvPr/>
          </p:nvCxnSpPr>
          <p:spPr>
            <a:xfrm>
              <a:off x="4824008" y="3196440"/>
              <a:ext cx="1150944" cy="99474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13" name="Gerade Verbindung mit Pfeil 112">
              <a:extLst>
                <a:ext uri="{FF2B5EF4-FFF2-40B4-BE49-F238E27FC236}">
                  <a16:creationId xmlns:a16="http://schemas.microsoft.com/office/drawing/2014/main" id="{53F7686A-FEB2-CA72-64A2-A193F872EF45}"/>
                </a:ext>
              </a:extLst>
            </p:cNvPr>
            <p:cNvCxnSpPr>
              <a:cxnSpLocks/>
              <a:stCxn id="22" idx="6"/>
              <a:endCxn id="91" idx="2"/>
            </p:cNvCxnSpPr>
            <p:nvPr/>
          </p:nvCxnSpPr>
          <p:spPr>
            <a:xfrm flipV="1">
              <a:off x="4824008" y="1398581"/>
              <a:ext cx="1150944" cy="1797859"/>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34" name="Gerade Verbindung mit Pfeil 133">
              <a:extLst>
                <a:ext uri="{FF2B5EF4-FFF2-40B4-BE49-F238E27FC236}">
                  <a16:creationId xmlns:a16="http://schemas.microsoft.com/office/drawing/2014/main" id="{B2FBBC13-E65D-8A1D-21AF-B7E6EC3330FD}"/>
                </a:ext>
              </a:extLst>
            </p:cNvPr>
            <p:cNvCxnSpPr>
              <a:cxnSpLocks/>
              <a:stCxn id="83" idx="6"/>
              <a:endCxn id="33" idx="2"/>
            </p:cNvCxnSpPr>
            <p:nvPr/>
          </p:nvCxnSpPr>
          <p:spPr>
            <a:xfrm flipV="1">
              <a:off x="4824008" y="2390940"/>
              <a:ext cx="1153392" cy="180024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35" name="Gerade Verbindung mit Pfeil 134">
              <a:extLst>
                <a:ext uri="{FF2B5EF4-FFF2-40B4-BE49-F238E27FC236}">
                  <a16:creationId xmlns:a16="http://schemas.microsoft.com/office/drawing/2014/main" id="{AE097809-85B0-1DA9-D3F6-85691F2AABBE}"/>
                </a:ext>
              </a:extLst>
            </p:cNvPr>
            <p:cNvCxnSpPr>
              <a:cxnSpLocks/>
              <a:stCxn id="83" idx="6"/>
              <a:endCxn id="32" idx="2"/>
            </p:cNvCxnSpPr>
            <p:nvPr/>
          </p:nvCxnSpPr>
          <p:spPr>
            <a:xfrm flipV="1">
              <a:off x="4824008" y="1893569"/>
              <a:ext cx="1153392" cy="229761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36" name="Gerade Verbindung mit Pfeil 135">
              <a:extLst>
                <a:ext uri="{FF2B5EF4-FFF2-40B4-BE49-F238E27FC236}">
                  <a16:creationId xmlns:a16="http://schemas.microsoft.com/office/drawing/2014/main" id="{86E7ADEA-C461-2B69-D5E3-3D4585E4A43D}"/>
                </a:ext>
              </a:extLst>
            </p:cNvPr>
            <p:cNvCxnSpPr>
              <a:cxnSpLocks/>
              <a:stCxn id="83" idx="6"/>
              <a:endCxn id="91" idx="2"/>
            </p:cNvCxnSpPr>
            <p:nvPr/>
          </p:nvCxnSpPr>
          <p:spPr>
            <a:xfrm flipV="1">
              <a:off x="4824008" y="1398581"/>
              <a:ext cx="1150944" cy="279260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grpSp>
          <p:nvGrpSpPr>
            <p:cNvPr id="164" name="Gruppieren 163">
              <a:extLst>
                <a:ext uri="{FF2B5EF4-FFF2-40B4-BE49-F238E27FC236}">
                  <a16:creationId xmlns:a16="http://schemas.microsoft.com/office/drawing/2014/main" id="{4B5451EF-77E1-57D0-2ACD-FE07120AD0DD}"/>
                </a:ext>
              </a:extLst>
            </p:cNvPr>
            <p:cNvGrpSpPr/>
            <p:nvPr/>
          </p:nvGrpSpPr>
          <p:grpSpPr>
            <a:xfrm>
              <a:off x="7488000" y="1369813"/>
              <a:ext cx="364896" cy="2844471"/>
              <a:chOff x="6533694" y="1283898"/>
              <a:chExt cx="364896" cy="2844471"/>
            </a:xfrm>
          </p:grpSpPr>
          <p:grpSp>
            <p:nvGrpSpPr>
              <p:cNvPr id="157" name="Gruppieren 156">
                <a:extLst>
                  <a:ext uri="{FF2B5EF4-FFF2-40B4-BE49-F238E27FC236}">
                    <a16:creationId xmlns:a16="http://schemas.microsoft.com/office/drawing/2014/main" id="{01FCF460-7235-04C5-28C7-FB1EE161EF56}"/>
                  </a:ext>
                </a:extLst>
              </p:cNvPr>
              <p:cNvGrpSpPr/>
              <p:nvPr/>
            </p:nvGrpSpPr>
            <p:grpSpPr>
              <a:xfrm>
                <a:off x="6538590" y="2773628"/>
                <a:ext cx="360000" cy="857371"/>
                <a:chOff x="4716016" y="1491630"/>
                <a:chExt cx="360000" cy="857371"/>
              </a:xfrm>
            </p:grpSpPr>
            <p:sp>
              <p:nvSpPr>
                <p:cNvPr id="159" name="Ellipse 158">
                  <a:extLst>
                    <a:ext uri="{FF2B5EF4-FFF2-40B4-BE49-F238E27FC236}">
                      <a16:creationId xmlns:a16="http://schemas.microsoft.com/office/drawing/2014/main" id="{439FA6AC-6DC2-E94A-1E87-C7E09907FDAA}"/>
                    </a:ext>
                  </a:extLst>
                </p:cNvPr>
                <p:cNvSpPr/>
                <p:nvPr/>
              </p:nvSpPr>
              <p:spPr>
                <a:xfrm>
                  <a:off x="4716016" y="149163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0" name="Ellipse 159">
                  <a:extLst>
                    <a:ext uri="{FF2B5EF4-FFF2-40B4-BE49-F238E27FC236}">
                      <a16:creationId xmlns:a16="http://schemas.microsoft.com/office/drawing/2014/main" id="{8DBAB756-1AF5-855A-0EFB-B523AF6438A9}"/>
                    </a:ext>
                  </a:extLst>
                </p:cNvPr>
                <p:cNvSpPr/>
                <p:nvPr/>
              </p:nvSpPr>
              <p:spPr>
                <a:xfrm>
                  <a:off x="4716016" y="1989001"/>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163" name="Gruppieren 162">
                <a:extLst>
                  <a:ext uri="{FF2B5EF4-FFF2-40B4-BE49-F238E27FC236}">
                    <a16:creationId xmlns:a16="http://schemas.microsoft.com/office/drawing/2014/main" id="{F927BCE9-0990-637F-C519-8E53FFC1691B}"/>
                  </a:ext>
                </a:extLst>
              </p:cNvPr>
              <p:cNvGrpSpPr/>
              <p:nvPr/>
            </p:nvGrpSpPr>
            <p:grpSpPr>
              <a:xfrm>
                <a:off x="6533694" y="1283898"/>
                <a:ext cx="362448" cy="1352359"/>
                <a:chOff x="6536142" y="975770"/>
                <a:chExt cx="362448" cy="1352359"/>
              </a:xfrm>
            </p:grpSpPr>
            <p:grpSp>
              <p:nvGrpSpPr>
                <p:cNvPr id="156" name="Gruppieren 155">
                  <a:extLst>
                    <a:ext uri="{FF2B5EF4-FFF2-40B4-BE49-F238E27FC236}">
                      <a16:creationId xmlns:a16="http://schemas.microsoft.com/office/drawing/2014/main" id="{F536D0B7-3C5E-A773-BF49-CDF492817AD4}"/>
                    </a:ext>
                  </a:extLst>
                </p:cNvPr>
                <p:cNvGrpSpPr/>
                <p:nvPr/>
              </p:nvGrpSpPr>
              <p:grpSpPr>
                <a:xfrm>
                  <a:off x="6538590" y="1470758"/>
                  <a:ext cx="360000" cy="857371"/>
                  <a:chOff x="4716016" y="1491630"/>
                  <a:chExt cx="360000" cy="857371"/>
                </a:xfrm>
              </p:grpSpPr>
              <p:sp>
                <p:nvSpPr>
                  <p:cNvPr id="161" name="Ellipse 160">
                    <a:extLst>
                      <a:ext uri="{FF2B5EF4-FFF2-40B4-BE49-F238E27FC236}">
                        <a16:creationId xmlns:a16="http://schemas.microsoft.com/office/drawing/2014/main" id="{8E9C71D5-EEF2-773E-2EF4-CC1FC94F9CED}"/>
                      </a:ext>
                    </a:extLst>
                  </p:cNvPr>
                  <p:cNvSpPr/>
                  <p:nvPr/>
                </p:nvSpPr>
                <p:spPr>
                  <a:xfrm>
                    <a:off x="4716016" y="149163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2" name="Ellipse 161">
                    <a:extLst>
                      <a:ext uri="{FF2B5EF4-FFF2-40B4-BE49-F238E27FC236}">
                        <a16:creationId xmlns:a16="http://schemas.microsoft.com/office/drawing/2014/main" id="{F5EAB550-F891-FDAD-C254-8325A22BCDE1}"/>
                      </a:ext>
                    </a:extLst>
                  </p:cNvPr>
                  <p:cNvSpPr/>
                  <p:nvPr/>
                </p:nvSpPr>
                <p:spPr>
                  <a:xfrm>
                    <a:off x="4716016" y="1989001"/>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sp>
              <p:nvSpPr>
                <p:cNvPr id="154" name="Ellipse 153">
                  <a:extLst>
                    <a:ext uri="{FF2B5EF4-FFF2-40B4-BE49-F238E27FC236}">
                      <a16:creationId xmlns:a16="http://schemas.microsoft.com/office/drawing/2014/main" id="{5BD39595-81D0-C961-A278-AFB7EE2AF7F8}"/>
                    </a:ext>
                  </a:extLst>
                </p:cNvPr>
                <p:cNvSpPr/>
                <p:nvPr/>
              </p:nvSpPr>
              <p:spPr>
                <a:xfrm>
                  <a:off x="6536142" y="975770"/>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sp>
            <p:nvSpPr>
              <p:cNvPr id="155" name="Ellipse 154">
                <a:extLst>
                  <a:ext uri="{FF2B5EF4-FFF2-40B4-BE49-F238E27FC236}">
                    <a16:creationId xmlns:a16="http://schemas.microsoft.com/office/drawing/2014/main" id="{68764FD3-032B-9347-43DE-BF5F3C31D456}"/>
                  </a:ext>
                </a:extLst>
              </p:cNvPr>
              <p:cNvSpPr/>
              <p:nvPr/>
            </p:nvSpPr>
            <p:spPr>
              <a:xfrm>
                <a:off x="6536142" y="3768369"/>
                <a:ext cx="360000" cy="3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cxnSp>
          <p:nvCxnSpPr>
            <p:cNvPr id="165" name="Gerade Verbindung mit Pfeil 164">
              <a:extLst>
                <a:ext uri="{FF2B5EF4-FFF2-40B4-BE49-F238E27FC236}">
                  <a16:creationId xmlns:a16="http://schemas.microsoft.com/office/drawing/2014/main" id="{A1E5E94B-BA20-D993-0BB1-7EBFB6180672}"/>
                </a:ext>
              </a:extLst>
            </p:cNvPr>
            <p:cNvCxnSpPr>
              <a:cxnSpLocks/>
              <a:stCxn id="91" idx="6"/>
              <a:endCxn id="154" idx="2"/>
            </p:cNvCxnSpPr>
            <p:nvPr/>
          </p:nvCxnSpPr>
          <p:spPr>
            <a:xfrm>
              <a:off x="6334952" y="1398581"/>
              <a:ext cx="1153048" cy="15123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66" name="Gerade Verbindung mit Pfeil 165">
              <a:extLst>
                <a:ext uri="{FF2B5EF4-FFF2-40B4-BE49-F238E27FC236}">
                  <a16:creationId xmlns:a16="http://schemas.microsoft.com/office/drawing/2014/main" id="{38DAAD69-43C0-FA4C-C8DA-CE35A98BFD99}"/>
                </a:ext>
              </a:extLst>
            </p:cNvPr>
            <p:cNvCxnSpPr>
              <a:cxnSpLocks/>
              <a:stCxn id="91" idx="6"/>
              <a:endCxn id="161" idx="2"/>
            </p:cNvCxnSpPr>
            <p:nvPr/>
          </p:nvCxnSpPr>
          <p:spPr>
            <a:xfrm>
              <a:off x="6334952" y="1398581"/>
              <a:ext cx="1155496" cy="646220"/>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67" name="Gerade Verbindung mit Pfeil 166">
              <a:extLst>
                <a:ext uri="{FF2B5EF4-FFF2-40B4-BE49-F238E27FC236}">
                  <a16:creationId xmlns:a16="http://schemas.microsoft.com/office/drawing/2014/main" id="{C6322E7E-594B-E700-AEC3-DD8C5082D485}"/>
                </a:ext>
              </a:extLst>
            </p:cNvPr>
            <p:cNvCxnSpPr>
              <a:cxnSpLocks/>
              <a:stCxn id="91" idx="6"/>
              <a:endCxn id="162" idx="2"/>
            </p:cNvCxnSpPr>
            <p:nvPr/>
          </p:nvCxnSpPr>
          <p:spPr>
            <a:xfrm>
              <a:off x="6334952" y="1398581"/>
              <a:ext cx="1155496" cy="1143591"/>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68" name="Gerade Verbindung mit Pfeil 167">
              <a:extLst>
                <a:ext uri="{FF2B5EF4-FFF2-40B4-BE49-F238E27FC236}">
                  <a16:creationId xmlns:a16="http://schemas.microsoft.com/office/drawing/2014/main" id="{B1E7F783-2C91-9281-4BF6-56F2A38AEE38}"/>
                </a:ext>
              </a:extLst>
            </p:cNvPr>
            <p:cNvCxnSpPr>
              <a:cxnSpLocks/>
              <a:stCxn id="91" idx="6"/>
              <a:endCxn id="159" idx="2"/>
            </p:cNvCxnSpPr>
            <p:nvPr/>
          </p:nvCxnSpPr>
          <p:spPr>
            <a:xfrm>
              <a:off x="6334952" y="1398581"/>
              <a:ext cx="1157944" cy="164096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69" name="Gerade Verbindung mit Pfeil 168">
              <a:extLst>
                <a:ext uri="{FF2B5EF4-FFF2-40B4-BE49-F238E27FC236}">
                  <a16:creationId xmlns:a16="http://schemas.microsoft.com/office/drawing/2014/main" id="{1D823E23-C0AA-F835-3330-7CBE386C2822}"/>
                </a:ext>
              </a:extLst>
            </p:cNvPr>
            <p:cNvCxnSpPr>
              <a:cxnSpLocks/>
              <a:stCxn id="91" idx="6"/>
              <a:endCxn id="160" idx="2"/>
            </p:cNvCxnSpPr>
            <p:nvPr/>
          </p:nvCxnSpPr>
          <p:spPr>
            <a:xfrm>
              <a:off x="6334952" y="1398581"/>
              <a:ext cx="1157944" cy="2138333"/>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70" name="Gerade Verbindung mit Pfeil 169">
              <a:extLst>
                <a:ext uri="{FF2B5EF4-FFF2-40B4-BE49-F238E27FC236}">
                  <a16:creationId xmlns:a16="http://schemas.microsoft.com/office/drawing/2014/main" id="{CDE93736-6725-D439-7B3A-DD1D58518CCA}"/>
                </a:ext>
              </a:extLst>
            </p:cNvPr>
            <p:cNvCxnSpPr>
              <a:cxnSpLocks/>
              <a:stCxn id="91" idx="6"/>
              <a:endCxn id="155" idx="2"/>
            </p:cNvCxnSpPr>
            <p:nvPr/>
          </p:nvCxnSpPr>
          <p:spPr>
            <a:xfrm>
              <a:off x="6334952" y="1398581"/>
              <a:ext cx="1155496" cy="2635703"/>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71" name="Gerade Verbindung mit Pfeil 170">
              <a:extLst>
                <a:ext uri="{FF2B5EF4-FFF2-40B4-BE49-F238E27FC236}">
                  <a16:creationId xmlns:a16="http://schemas.microsoft.com/office/drawing/2014/main" id="{83574F98-61FA-E58E-4996-A623AA2AC3B1}"/>
                </a:ext>
              </a:extLst>
            </p:cNvPr>
            <p:cNvCxnSpPr>
              <a:cxnSpLocks/>
              <a:stCxn id="32" idx="6"/>
              <a:endCxn id="154" idx="2"/>
            </p:cNvCxnSpPr>
            <p:nvPr/>
          </p:nvCxnSpPr>
          <p:spPr>
            <a:xfrm flipV="1">
              <a:off x="6337400" y="1549813"/>
              <a:ext cx="1150600" cy="343756"/>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72" name="Gerade Verbindung mit Pfeil 171">
              <a:extLst>
                <a:ext uri="{FF2B5EF4-FFF2-40B4-BE49-F238E27FC236}">
                  <a16:creationId xmlns:a16="http://schemas.microsoft.com/office/drawing/2014/main" id="{D1D19B95-AB78-747B-BF05-847DB853A8C4}"/>
                </a:ext>
              </a:extLst>
            </p:cNvPr>
            <p:cNvCxnSpPr>
              <a:cxnSpLocks/>
              <a:stCxn id="32" idx="6"/>
              <a:endCxn id="162" idx="2"/>
            </p:cNvCxnSpPr>
            <p:nvPr/>
          </p:nvCxnSpPr>
          <p:spPr>
            <a:xfrm>
              <a:off x="6337400" y="1893569"/>
              <a:ext cx="1153048" cy="648603"/>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73" name="Gerade Verbindung mit Pfeil 172">
              <a:extLst>
                <a:ext uri="{FF2B5EF4-FFF2-40B4-BE49-F238E27FC236}">
                  <a16:creationId xmlns:a16="http://schemas.microsoft.com/office/drawing/2014/main" id="{411BAB97-5EF2-98CD-40B5-84EA432BD25B}"/>
                </a:ext>
              </a:extLst>
            </p:cNvPr>
            <p:cNvCxnSpPr>
              <a:cxnSpLocks/>
              <a:stCxn id="32" idx="6"/>
              <a:endCxn id="159" idx="2"/>
            </p:cNvCxnSpPr>
            <p:nvPr/>
          </p:nvCxnSpPr>
          <p:spPr>
            <a:xfrm>
              <a:off x="6337400" y="1893569"/>
              <a:ext cx="1155496" cy="1145974"/>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74" name="Gerade Verbindung mit Pfeil 173">
              <a:extLst>
                <a:ext uri="{FF2B5EF4-FFF2-40B4-BE49-F238E27FC236}">
                  <a16:creationId xmlns:a16="http://schemas.microsoft.com/office/drawing/2014/main" id="{2DCA2DD1-6931-5C96-3793-DDD458B067EE}"/>
                </a:ext>
              </a:extLst>
            </p:cNvPr>
            <p:cNvCxnSpPr>
              <a:cxnSpLocks/>
              <a:stCxn id="32" idx="6"/>
              <a:endCxn id="160" idx="2"/>
            </p:cNvCxnSpPr>
            <p:nvPr/>
          </p:nvCxnSpPr>
          <p:spPr>
            <a:xfrm>
              <a:off x="6337400" y="1893569"/>
              <a:ext cx="1155496" cy="1643345"/>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89" name="Gerade Verbindung mit Pfeil 188">
              <a:extLst>
                <a:ext uri="{FF2B5EF4-FFF2-40B4-BE49-F238E27FC236}">
                  <a16:creationId xmlns:a16="http://schemas.microsoft.com/office/drawing/2014/main" id="{3A4F4277-1F55-710B-E20F-673AC2F5A30D}"/>
                </a:ext>
              </a:extLst>
            </p:cNvPr>
            <p:cNvCxnSpPr>
              <a:cxnSpLocks/>
              <a:stCxn id="32" idx="6"/>
              <a:endCxn id="155" idx="2"/>
            </p:cNvCxnSpPr>
            <p:nvPr/>
          </p:nvCxnSpPr>
          <p:spPr>
            <a:xfrm>
              <a:off x="6337400" y="1893569"/>
              <a:ext cx="1153048" cy="2140715"/>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190" name="Gerade Verbindung mit Pfeil 189">
              <a:extLst>
                <a:ext uri="{FF2B5EF4-FFF2-40B4-BE49-F238E27FC236}">
                  <a16:creationId xmlns:a16="http://schemas.microsoft.com/office/drawing/2014/main" id="{A333A592-6D52-826E-2070-5B3F1CCB4920}"/>
                </a:ext>
              </a:extLst>
            </p:cNvPr>
            <p:cNvCxnSpPr>
              <a:cxnSpLocks/>
              <a:stCxn id="32" idx="6"/>
              <a:endCxn id="161" idx="2"/>
            </p:cNvCxnSpPr>
            <p:nvPr/>
          </p:nvCxnSpPr>
          <p:spPr>
            <a:xfrm>
              <a:off x="6337400" y="1893569"/>
              <a:ext cx="1153048" cy="15123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01" name="Gerade Verbindung mit Pfeil 200">
              <a:extLst>
                <a:ext uri="{FF2B5EF4-FFF2-40B4-BE49-F238E27FC236}">
                  <a16:creationId xmlns:a16="http://schemas.microsoft.com/office/drawing/2014/main" id="{4E2CD138-F06E-C908-50FF-E7F13F57B465}"/>
                </a:ext>
              </a:extLst>
            </p:cNvPr>
            <p:cNvCxnSpPr>
              <a:cxnSpLocks/>
              <a:stCxn id="33" idx="6"/>
              <a:endCxn id="161" idx="2"/>
            </p:cNvCxnSpPr>
            <p:nvPr/>
          </p:nvCxnSpPr>
          <p:spPr>
            <a:xfrm flipV="1">
              <a:off x="6337400" y="2044801"/>
              <a:ext cx="1153048" cy="346139"/>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02" name="Gerade Verbindung mit Pfeil 201">
              <a:extLst>
                <a:ext uri="{FF2B5EF4-FFF2-40B4-BE49-F238E27FC236}">
                  <a16:creationId xmlns:a16="http://schemas.microsoft.com/office/drawing/2014/main" id="{31A4F961-7DB3-8240-F9A1-47B8EA64BC30}"/>
                </a:ext>
              </a:extLst>
            </p:cNvPr>
            <p:cNvCxnSpPr>
              <a:cxnSpLocks/>
              <a:stCxn id="33" idx="6"/>
              <a:endCxn id="162" idx="2"/>
            </p:cNvCxnSpPr>
            <p:nvPr/>
          </p:nvCxnSpPr>
          <p:spPr>
            <a:xfrm>
              <a:off x="6337400" y="2390940"/>
              <a:ext cx="1153048" cy="151232"/>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03" name="Gerade Verbindung mit Pfeil 202">
              <a:extLst>
                <a:ext uri="{FF2B5EF4-FFF2-40B4-BE49-F238E27FC236}">
                  <a16:creationId xmlns:a16="http://schemas.microsoft.com/office/drawing/2014/main" id="{68D46B6C-261F-F38A-9FF5-BFB4812EB51C}"/>
                </a:ext>
              </a:extLst>
            </p:cNvPr>
            <p:cNvCxnSpPr>
              <a:cxnSpLocks/>
              <a:stCxn id="33" idx="6"/>
              <a:endCxn id="159" idx="2"/>
            </p:cNvCxnSpPr>
            <p:nvPr/>
          </p:nvCxnSpPr>
          <p:spPr>
            <a:xfrm>
              <a:off x="6337400" y="2390940"/>
              <a:ext cx="1155496" cy="648603"/>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04" name="Gerade Verbindung mit Pfeil 203">
              <a:extLst>
                <a:ext uri="{FF2B5EF4-FFF2-40B4-BE49-F238E27FC236}">
                  <a16:creationId xmlns:a16="http://schemas.microsoft.com/office/drawing/2014/main" id="{A3F9B925-D983-B9F3-B6EB-839A1CBC6CDD}"/>
                </a:ext>
              </a:extLst>
            </p:cNvPr>
            <p:cNvCxnSpPr>
              <a:cxnSpLocks/>
              <a:stCxn id="33" idx="6"/>
              <a:endCxn id="160" idx="2"/>
            </p:cNvCxnSpPr>
            <p:nvPr/>
          </p:nvCxnSpPr>
          <p:spPr>
            <a:xfrm>
              <a:off x="6337400" y="2390940"/>
              <a:ext cx="1155496" cy="1145974"/>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05" name="Gerade Verbindung mit Pfeil 204">
              <a:extLst>
                <a:ext uri="{FF2B5EF4-FFF2-40B4-BE49-F238E27FC236}">
                  <a16:creationId xmlns:a16="http://schemas.microsoft.com/office/drawing/2014/main" id="{93A12B8F-C2DB-72AB-EC69-6B940321F8CC}"/>
                </a:ext>
              </a:extLst>
            </p:cNvPr>
            <p:cNvCxnSpPr>
              <a:cxnSpLocks/>
              <a:stCxn id="33" idx="6"/>
              <a:endCxn id="155" idx="2"/>
            </p:cNvCxnSpPr>
            <p:nvPr/>
          </p:nvCxnSpPr>
          <p:spPr>
            <a:xfrm>
              <a:off x="6337400" y="2390940"/>
              <a:ext cx="1153048" cy="1643344"/>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06" name="Gerade Verbindung mit Pfeil 205">
              <a:extLst>
                <a:ext uri="{FF2B5EF4-FFF2-40B4-BE49-F238E27FC236}">
                  <a16:creationId xmlns:a16="http://schemas.microsoft.com/office/drawing/2014/main" id="{55B771EF-0B5C-F401-6764-F415BEDB13FD}"/>
                </a:ext>
              </a:extLst>
            </p:cNvPr>
            <p:cNvCxnSpPr>
              <a:cxnSpLocks/>
              <a:stCxn id="30" idx="6"/>
              <a:endCxn id="154" idx="2"/>
            </p:cNvCxnSpPr>
            <p:nvPr/>
          </p:nvCxnSpPr>
          <p:spPr>
            <a:xfrm flipV="1">
              <a:off x="6337400" y="1549813"/>
              <a:ext cx="1150600" cy="1646626"/>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07" name="Gerade Verbindung mit Pfeil 206">
              <a:extLst>
                <a:ext uri="{FF2B5EF4-FFF2-40B4-BE49-F238E27FC236}">
                  <a16:creationId xmlns:a16="http://schemas.microsoft.com/office/drawing/2014/main" id="{C90B985F-F0B5-856F-FE22-33130A44F9CE}"/>
                </a:ext>
              </a:extLst>
            </p:cNvPr>
            <p:cNvCxnSpPr>
              <a:cxnSpLocks/>
              <a:stCxn id="31" idx="6"/>
              <a:endCxn id="155" idx="2"/>
            </p:cNvCxnSpPr>
            <p:nvPr/>
          </p:nvCxnSpPr>
          <p:spPr>
            <a:xfrm>
              <a:off x="6337400" y="3693810"/>
              <a:ext cx="1153048" cy="340474"/>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08" name="Gerade Verbindung mit Pfeil 207">
              <a:extLst>
                <a:ext uri="{FF2B5EF4-FFF2-40B4-BE49-F238E27FC236}">
                  <a16:creationId xmlns:a16="http://schemas.microsoft.com/office/drawing/2014/main" id="{E4B4019A-3F5A-4203-C48E-AA45F4881ECC}"/>
                </a:ext>
              </a:extLst>
            </p:cNvPr>
            <p:cNvCxnSpPr>
              <a:cxnSpLocks/>
              <a:stCxn id="33" idx="6"/>
              <a:endCxn id="154" idx="2"/>
            </p:cNvCxnSpPr>
            <p:nvPr/>
          </p:nvCxnSpPr>
          <p:spPr>
            <a:xfrm flipV="1">
              <a:off x="6337400" y="1549813"/>
              <a:ext cx="1150600" cy="841127"/>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24" name="Gerade Verbindung mit Pfeil 223">
              <a:extLst>
                <a:ext uri="{FF2B5EF4-FFF2-40B4-BE49-F238E27FC236}">
                  <a16:creationId xmlns:a16="http://schemas.microsoft.com/office/drawing/2014/main" id="{7FA6EEFA-DF0D-E393-5862-6081D16A89C6}"/>
                </a:ext>
              </a:extLst>
            </p:cNvPr>
            <p:cNvCxnSpPr>
              <a:cxnSpLocks/>
              <a:stCxn id="31" idx="6"/>
              <a:endCxn id="160" idx="2"/>
            </p:cNvCxnSpPr>
            <p:nvPr/>
          </p:nvCxnSpPr>
          <p:spPr>
            <a:xfrm flipV="1">
              <a:off x="6337400" y="3536914"/>
              <a:ext cx="1155496" cy="156896"/>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25" name="Gerade Verbindung mit Pfeil 224">
              <a:extLst>
                <a:ext uri="{FF2B5EF4-FFF2-40B4-BE49-F238E27FC236}">
                  <a16:creationId xmlns:a16="http://schemas.microsoft.com/office/drawing/2014/main" id="{455EED05-EA26-D085-3860-EFB9F7C5A786}"/>
                </a:ext>
              </a:extLst>
            </p:cNvPr>
            <p:cNvCxnSpPr>
              <a:cxnSpLocks/>
              <a:stCxn id="31" idx="6"/>
              <a:endCxn id="159" idx="2"/>
            </p:cNvCxnSpPr>
            <p:nvPr/>
          </p:nvCxnSpPr>
          <p:spPr>
            <a:xfrm flipV="1">
              <a:off x="6337400" y="3039543"/>
              <a:ext cx="1155496" cy="654267"/>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26" name="Gerade Verbindung mit Pfeil 225">
              <a:extLst>
                <a:ext uri="{FF2B5EF4-FFF2-40B4-BE49-F238E27FC236}">
                  <a16:creationId xmlns:a16="http://schemas.microsoft.com/office/drawing/2014/main" id="{3C71458B-89B5-FDF8-32AF-B8C367072C85}"/>
                </a:ext>
              </a:extLst>
            </p:cNvPr>
            <p:cNvCxnSpPr>
              <a:cxnSpLocks/>
              <a:stCxn id="31" idx="6"/>
              <a:endCxn id="162" idx="2"/>
            </p:cNvCxnSpPr>
            <p:nvPr/>
          </p:nvCxnSpPr>
          <p:spPr>
            <a:xfrm flipV="1">
              <a:off x="6337400" y="2542172"/>
              <a:ext cx="1153048" cy="1151638"/>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27" name="Gerade Verbindung mit Pfeil 226">
              <a:extLst>
                <a:ext uri="{FF2B5EF4-FFF2-40B4-BE49-F238E27FC236}">
                  <a16:creationId xmlns:a16="http://schemas.microsoft.com/office/drawing/2014/main" id="{FEA9AAD7-FF6F-31DF-1F46-9CBA4E1F9AC7}"/>
                </a:ext>
              </a:extLst>
            </p:cNvPr>
            <p:cNvCxnSpPr>
              <a:cxnSpLocks/>
              <a:stCxn id="31" idx="6"/>
              <a:endCxn id="161" idx="2"/>
            </p:cNvCxnSpPr>
            <p:nvPr/>
          </p:nvCxnSpPr>
          <p:spPr>
            <a:xfrm flipV="1">
              <a:off x="6337400" y="2044801"/>
              <a:ext cx="1153048" cy="1649009"/>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28" name="Gerade Verbindung mit Pfeil 227">
              <a:extLst>
                <a:ext uri="{FF2B5EF4-FFF2-40B4-BE49-F238E27FC236}">
                  <a16:creationId xmlns:a16="http://schemas.microsoft.com/office/drawing/2014/main" id="{78C4F5EE-2909-35DA-817C-3548C36425DB}"/>
                </a:ext>
              </a:extLst>
            </p:cNvPr>
            <p:cNvCxnSpPr>
              <a:cxnSpLocks/>
              <a:stCxn id="31" idx="6"/>
              <a:endCxn id="154" idx="2"/>
            </p:cNvCxnSpPr>
            <p:nvPr/>
          </p:nvCxnSpPr>
          <p:spPr>
            <a:xfrm flipV="1">
              <a:off x="6337400" y="1549813"/>
              <a:ext cx="1150600" cy="2143997"/>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29" name="Gerade Verbindung mit Pfeil 228">
              <a:extLst>
                <a:ext uri="{FF2B5EF4-FFF2-40B4-BE49-F238E27FC236}">
                  <a16:creationId xmlns:a16="http://schemas.microsoft.com/office/drawing/2014/main" id="{6AEFD9F8-0FD0-CA13-7B75-1DDC4A55F5CE}"/>
                </a:ext>
              </a:extLst>
            </p:cNvPr>
            <p:cNvCxnSpPr>
              <a:cxnSpLocks/>
              <a:stCxn id="30" idx="6"/>
              <a:endCxn id="155" idx="2"/>
            </p:cNvCxnSpPr>
            <p:nvPr/>
          </p:nvCxnSpPr>
          <p:spPr>
            <a:xfrm>
              <a:off x="6337400" y="3196439"/>
              <a:ext cx="1153048" cy="837845"/>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30" name="Gerade Verbindung mit Pfeil 229">
              <a:extLst>
                <a:ext uri="{FF2B5EF4-FFF2-40B4-BE49-F238E27FC236}">
                  <a16:creationId xmlns:a16="http://schemas.microsoft.com/office/drawing/2014/main" id="{E962704F-5FA9-FB9F-3038-BC73AC463652}"/>
                </a:ext>
              </a:extLst>
            </p:cNvPr>
            <p:cNvCxnSpPr>
              <a:cxnSpLocks/>
              <a:stCxn id="30" idx="6"/>
              <a:endCxn id="160" idx="2"/>
            </p:cNvCxnSpPr>
            <p:nvPr/>
          </p:nvCxnSpPr>
          <p:spPr>
            <a:xfrm>
              <a:off x="6337400" y="3196439"/>
              <a:ext cx="1155496" cy="340475"/>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31" name="Gerade Verbindung mit Pfeil 230">
              <a:extLst>
                <a:ext uri="{FF2B5EF4-FFF2-40B4-BE49-F238E27FC236}">
                  <a16:creationId xmlns:a16="http://schemas.microsoft.com/office/drawing/2014/main" id="{17100122-8622-A67B-5CFF-41E808B878B8}"/>
                </a:ext>
              </a:extLst>
            </p:cNvPr>
            <p:cNvCxnSpPr>
              <a:cxnSpLocks/>
              <a:stCxn id="30" idx="6"/>
              <a:endCxn id="159" idx="2"/>
            </p:cNvCxnSpPr>
            <p:nvPr/>
          </p:nvCxnSpPr>
          <p:spPr>
            <a:xfrm flipV="1">
              <a:off x="6337400" y="3039543"/>
              <a:ext cx="1155496" cy="156896"/>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32" name="Gerade Verbindung mit Pfeil 231">
              <a:extLst>
                <a:ext uri="{FF2B5EF4-FFF2-40B4-BE49-F238E27FC236}">
                  <a16:creationId xmlns:a16="http://schemas.microsoft.com/office/drawing/2014/main" id="{FC8675EE-C1C5-F9DC-CE36-B2F157820769}"/>
                </a:ext>
              </a:extLst>
            </p:cNvPr>
            <p:cNvCxnSpPr>
              <a:cxnSpLocks/>
              <a:stCxn id="30" idx="6"/>
              <a:endCxn id="162" idx="2"/>
            </p:cNvCxnSpPr>
            <p:nvPr/>
          </p:nvCxnSpPr>
          <p:spPr>
            <a:xfrm flipV="1">
              <a:off x="6337400" y="2542172"/>
              <a:ext cx="1153048" cy="654267"/>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33" name="Gerade Verbindung mit Pfeil 232">
              <a:extLst>
                <a:ext uri="{FF2B5EF4-FFF2-40B4-BE49-F238E27FC236}">
                  <a16:creationId xmlns:a16="http://schemas.microsoft.com/office/drawing/2014/main" id="{8F8CE953-64DC-C110-E240-5138F6B2DAD1}"/>
                </a:ext>
              </a:extLst>
            </p:cNvPr>
            <p:cNvCxnSpPr>
              <a:cxnSpLocks/>
              <a:stCxn id="30" idx="6"/>
              <a:endCxn id="161" idx="2"/>
            </p:cNvCxnSpPr>
            <p:nvPr/>
          </p:nvCxnSpPr>
          <p:spPr>
            <a:xfrm flipV="1">
              <a:off x="6337400" y="2044801"/>
              <a:ext cx="1153048" cy="1151638"/>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59" name="Gerade Verbindung mit Pfeil 258">
              <a:extLst>
                <a:ext uri="{FF2B5EF4-FFF2-40B4-BE49-F238E27FC236}">
                  <a16:creationId xmlns:a16="http://schemas.microsoft.com/office/drawing/2014/main" id="{E1588F80-5C83-A995-2C46-B561F6DB07EB}"/>
                </a:ext>
              </a:extLst>
            </p:cNvPr>
            <p:cNvCxnSpPr>
              <a:cxnSpLocks/>
              <a:stCxn id="92" idx="6"/>
              <a:endCxn id="161" idx="2"/>
            </p:cNvCxnSpPr>
            <p:nvPr/>
          </p:nvCxnSpPr>
          <p:spPr>
            <a:xfrm flipV="1">
              <a:off x="6334952" y="2044801"/>
              <a:ext cx="1155496" cy="2146379"/>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60" name="Gerade Verbindung mit Pfeil 259">
              <a:extLst>
                <a:ext uri="{FF2B5EF4-FFF2-40B4-BE49-F238E27FC236}">
                  <a16:creationId xmlns:a16="http://schemas.microsoft.com/office/drawing/2014/main" id="{28C1A5C4-2EDC-8DEB-6F46-D212ACBF2648}"/>
                </a:ext>
              </a:extLst>
            </p:cNvPr>
            <p:cNvCxnSpPr>
              <a:cxnSpLocks/>
              <a:stCxn id="92" idx="6"/>
              <a:endCxn id="159" idx="2"/>
            </p:cNvCxnSpPr>
            <p:nvPr/>
          </p:nvCxnSpPr>
          <p:spPr>
            <a:xfrm flipV="1">
              <a:off x="6334952" y="3039543"/>
              <a:ext cx="1157944" cy="1151637"/>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61" name="Gerade Verbindung mit Pfeil 260">
              <a:extLst>
                <a:ext uri="{FF2B5EF4-FFF2-40B4-BE49-F238E27FC236}">
                  <a16:creationId xmlns:a16="http://schemas.microsoft.com/office/drawing/2014/main" id="{73A896A9-E032-EA2A-0A6D-6B88A4F017CA}"/>
                </a:ext>
              </a:extLst>
            </p:cNvPr>
            <p:cNvCxnSpPr>
              <a:cxnSpLocks/>
              <a:stCxn id="92" idx="6"/>
              <a:endCxn id="162" idx="2"/>
            </p:cNvCxnSpPr>
            <p:nvPr/>
          </p:nvCxnSpPr>
          <p:spPr>
            <a:xfrm flipV="1">
              <a:off x="6334952" y="2542172"/>
              <a:ext cx="1155496" cy="1649008"/>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62" name="Gerade Verbindung mit Pfeil 261">
              <a:extLst>
                <a:ext uri="{FF2B5EF4-FFF2-40B4-BE49-F238E27FC236}">
                  <a16:creationId xmlns:a16="http://schemas.microsoft.com/office/drawing/2014/main" id="{9FAC4F4F-B5D6-E6B0-D920-751073F7DBCD}"/>
                </a:ext>
              </a:extLst>
            </p:cNvPr>
            <p:cNvCxnSpPr>
              <a:cxnSpLocks/>
              <a:stCxn id="92" idx="6"/>
              <a:endCxn id="155" idx="2"/>
            </p:cNvCxnSpPr>
            <p:nvPr/>
          </p:nvCxnSpPr>
          <p:spPr>
            <a:xfrm flipV="1">
              <a:off x="6334952" y="4034284"/>
              <a:ext cx="1155496" cy="156896"/>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63" name="Gerade Verbindung mit Pfeil 262">
              <a:extLst>
                <a:ext uri="{FF2B5EF4-FFF2-40B4-BE49-F238E27FC236}">
                  <a16:creationId xmlns:a16="http://schemas.microsoft.com/office/drawing/2014/main" id="{77EAE746-4B45-9A6E-F977-4F9CD99DB5D0}"/>
                </a:ext>
              </a:extLst>
            </p:cNvPr>
            <p:cNvCxnSpPr>
              <a:cxnSpLocks/>
              <a:stCxn id="92" idx="6"/>
              <a:endCxn id="160" idx="2"/>
            </p:cNvCxnSpPr>
            <p:nvPr/>
          </p:nvCxnSpPr>
          <p:spPr>
            <a:xfrm flipV="1">
              <a:off x="6334952" y="3536914"/>
              <a:ext cx="1157944" cy="654266"/>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cxnSp>
          <p:nvCxnSpPr>
            <p:cNvPr id="264" name="Gerade Verbindung mit Pfeil 263">
              <a:extLst>
                <a:ext uri="{FF2B5EF4-FFF2-40B4-BE49-F238E27FC236}">
                  <a16:creationId xmlns:a16="http://schemas.microsoft.com/office/drawing/2014/main" id="{CAB3F8E6-10F6-13D5-1423-19EFE91258F6}"/>
                </a:ext>
              </a:extLst>
            </p:cNvPr>
            <p:cNvCxnSpPr>
              <a:cxnSpLocks/>
              <a:stCxn id="92" idx="6"/>
              <a:endCxn id="154" idx="2"/>
            </p:cNvCxnSpPr>
            <p:nvPr/>
          </p:nvCxnSpPr>
          <p:spPr>
            <a:xfrm flipV="1">
              <a:off x="6334952" y="1549813"/>
              <a:ext cx="1153048" cy="2641367"/>
            </a:xfrm>
            <a:prstGeom prst="straightConnector1">
              <a:avLst/>
            </a:prstGeom>
            <a:ln w="6350">
              <a:solidFill>
                <a:schemeClr val="accent5"/>
              </a:solidFill>
              <a:tailEnd type="triangle" w="sm" len="med"/>
            </a:ln>
          </p:spPr>
          <p:style>
            <a:lnRef idx="1">
              <a:schemeClr val="accent1"/>
            </a:lnRef>
            <a:fillRef idx="0">
              <a:schemeClr val="accent1"/>
            </a:fillRef>
            <a:effectRef idx="0">
              <a:schemeClr val="accent1"/>
            </a:effectRef>
            <a:fontRef idx="minor">
              <a:schemeClr val="tx1"/>
            </a:fontRef>
          </p:style>
        </p:cxnSp>
        <p:sp>
          <p:nvSpPr>
            <p:cNvPr id="279" name="Textfeld 278">
              <a:extLst>
                <a:ext uri="{FF2B5EF4-FFF2-40B4-BE49-F238E27FC236}">
                  <a16:creationId xmlns:a16="http://schemas.microsoft.com/office/drawing/2014/main" id="{713A2B1B-5118-A80A-AD02-114469443138}"/>
                </a:ext>
              </a:extLst>
            </p:cNvPr>
            <p:cNvSpPr txBox="1"/>
            <p:nvPr/>
          </p:nvSpPr>
          <p:spPr>
            <a:xfrm>
              <a:off x="5724128" y="979718"/>
              <a:ext cx="864096" cy="161583"/>
            </a:xfrm>
            <a:prstGeom prst="rect">
              <a:avLst/>
            </a:prstGeom>
          </p:spPr>
          <p:txBody>
            <a:bodyPr wrap="square" tIns="0" bIns="0" numCol="1" spcCol="216000" rtlCol="0" anchor="ctr">
              <a:spAutoFit/>
            </a:bodyPr>
            <a:lstStyle/>
            <a:p>
              <a:pPr algn="ctr" defTabSz="0">
                <a:lnSpc>
                  <a:spcPct val="100000"/>
                </a:lnSpc>
                <a:spcBef>
                  <a:spcPts val="0"/>
                </a:spcBef>
                <a:tabLst>
                  <a:tab pos="180000" algn="l"/>
                </a:tabLst>
              </a:pPr>
              <a:r>
                <a:rPr lang="de-DE" sz="1050" dirty="0">
                  <a:solidFill>
                    <a:schemeClr val="tx1"/>
                  </a:solidFill>
                </a:rPr>
                <a:t>64 </a:t>
              </a:r>
              <a:r>
                <a:rPr lang="de-DE" sz="1050" dirty="0" err="1">
                  <a:solidFill>
                    <a:schemeClr val="tx1"/>
                  </a:solidFill>
                </a:rPr>
                <a:t>neurons</a:t>
              </a:r>
              <a:endParaRPr lang="de-DE" sz="1050" dirty="0">
                <a:solidFill>
                  <a:schemeClr val="tx1"/>
                </a:solidFill>
              </a:endParaRPr>
            </a:p>
          </p:txBody>
        </p:sp>
        <p:sp>
          <p:nvSpPr>
            <p:cNvPr id="280" name="Textfeld 279">
              <a:extLst>
                <a:ext uri="{FF2B5EF4-FFF2-40B4-BE49-F238E27FC236}">
                  <a16:creationId xmlns:a16="http://schemas.microsoft.com/office/drawing/2014/main" id="{36EE5C45-44D2-2BC3-70BC-E36EA729E01D}"/>
                </a:ext>
              </a:extLst>
            </p:cNvPr>
            <p:cNvSpPr txBox="1"/>
            <p:nvPr/>
          </p:nvSpPr>
          <p:spPr>
            <a:xfrm>
              <a:off x="4211960" y="979718"/>
              <a:ext cx="864096" cy="161583"/>
            </a:xfrm>
            <a:prstGeom prst="rect">
              <a:avLst/>
            </a:prstGeom>
          </p:spPr>
          <p:txBody>
            <a:bodyPr wrap="square" tIns="0" bIns="0" numCol="1" spcCol="216000" rtlCol="0" anchor="ctr">
              <a:spAutoFit/>
            </a:bodyPr>
            <a:lstStyle/>
            <a:p>
              <a:pPr algn="ctr" defTabSz="0">
                <a:lnSpc>
                  <a:spcPct val="100000"/>
                </a:lnSpc>
                <a:spcBef>
                  <a:spcPts val="0"/>
                </a:spcBef>
                <a:tabLst>
                  <a:tab pos="180000" algn="l"/>
                </a:tabLst>
              </a:pPr>
              <a:r>
                <a:rPr lang="de-DE" sz="1050" dirty="0">
                  <a:solidFill>
                    <a:schemeClr val="tx1"/>
                  </a:solidFill>
                </a:rPr>
                <a:t>65 </a:t>
              </a:r>
              <a:r>
                <a:rPr lang="de-DE" sz="1050" dirty="0" err="1">
                  <a:solidFill>
                    <a:schemeClr val="tx1"/>
                  </a:solidFill>
                </a:rPr>
                <a:t>neurons</a:t>
              </a:r>
              <a:endParaRPr lang="de-DE" sz="1050" dirty="0">
                <a:solidFill>
                  <a:schemeClr val="tx1"/>
                </a:solidFill>
              </a:endParaRPr>
            </a:p>
          </p:txBody>
        </p:sp>
        <p:sp>
          <p:nvSpPr>
            <p:cNvPr id="281" name="Textfeld 280">
              <a:extLst>
                <a:ext uri="{FF2B5EF4-FFF2-40B4-BE49-F238E27FC236}">
                  <a16:creationId xmlns:a16="http://schemas.microsoft.com/office/drawing/2014/main" id="{EAE1A758-7469-D8CF-96A2-72159D4A5D45}"/>
                </a:ext>
              </a:extLst>
            </p:cNvPr>
            <p:cNvSpPr txBox="1"/>
            <p:nvPr/>
          </p:nvSpPr>
          <p:spPr>
            <a:xfrm>
              <a:off x="7236296" y="979718"/>
              <a:ext cx="864096" cy="161583"/>
            </a:xfrm>
            <a:prstGeom prst="rect">
              <a:avLst/>
            </a:prstGeom>
          </p:spPr>
          <p:txBody>
            <a:bodyPr wrap="square" tIns="0" bIns="0" numCol="1" spcCol="216000" rtlCol="0" anchor="ctr">
              <a:spAutoFit/>
            </a:bodyPr>
            <a:lstStyle/>
            <a:p>
              <a:pPr algn="ctr" defTabSz="0">
                <a:lnSpc>
                  <a:spcPct val="100000"/>
                </a:lnSpc>
                <a:spcBef>
                  <a:spcPts val="0"/>
                </a:spcBef>
                <a:tabLst>
                  <a:tab pos="180000" algn="l"/>
                </a:tabLst>
              </a:pPr>
              <a:r>
                <a:rPr lang="de-DE" sz="1050" dirty="0">
                  <a:solidFill>
                    <a:schemeClr val="tx1"/>
                  </a:solidFill>
                </a:rPr>
                <a:t>6 </a:t>
              </a:r>
              <a:r>
                <a:rPr lang="de-DE" sz="1050" dirty="0" err="1">
                  <a:solidFill>
                    <a:schemeClr val="tx1"/>
                  </a:solidFill>
                </a:rPr>
                <a:t>neurons</a:t>
              </a:r>
              <a:endParaRPr lang="de-DE" sz="1050" dirty="0">
                <a:solidFill>
                  <a:schemeClr val="tx1"/>
                </a:solidFill>
              </a:endParaRPr>
            </a:p>
          </p:txBody>
        </p:sp>
      </p:grpSp>
      <p:pic>
        <p:nvPicPr>
          <p:cNvPr id="49" name="Audio 48">
            <a:extLst>
              <a:ext uri="{FF2B5EF4-FFF2-40B4-BE49-F238E27FC236}">
                <a16:creationId xmlns:a16="http://schemas.microsoft.com/office/drawing/2014/main" id="{AC4A4780-2041-68B8-99A6-F85B18A1702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7886472" y="5277391"/>
            <a:ext cx="812800" cy="812800"/>
          </a:xfrm>
          <a:prstGeom prst="rect">
            <a:avLst/>
          </a:prstGeom>
        </p:spPr>
      </p:pic>
    </p:spTree>
    <p:extLst>
      <p:ext uri="{BB962C8B-B14F-4D97-AF65-F5344CB8AC3E}">
        <p14:creationId xmlns:p14="http://schemas.microsoft.com/office/powerpoint/2010/main" val="3637810541"/>
      </p:ext>
    </p:extLst>
  </p:cSld>
  <p:clrMapOvr>
    <a:masterClrMapping/>
  </p:clrMapOvr>
  <mc:AlternateContent xmlns:mc="http://schemas.openxmlformats.org/markup-compatibility/2006" xmlns:p14="http://schemas.microsoft.com/office/powerpoint/2010/main">
    <mc:Choice Requires="p14">
      <p:transition spd="slow" p14:dur="2000" advTm="19013"/>
    </mc:Choice>
    <mc:Fallback xmlns="">
      <p:transition spd="slow" advTm="190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39055-ADF0-987B-0999-9B69DA5F46E2}"/>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3C20BE29-A6B4-7AAC-2C8D-204C4DF1C877}"/>
              </a:ext>
            </a:extLst>
          </p:cNvPr>
          <p:cNvSpPr>
            <a:spLocks noGrp="1"/>
          </p:cNvSpPr>
          <p:nvPr>
            <p:ph type="ftr" sz="quarter" idx="16"/>
          </p:nvPr>
        </p:nvSpPr>
        <p:spPr/>
        <p:txBody>
          <a:bodyPr/>
          <a:lstStyle/>
          <a:p>
            <a:r>
              <a:rPr lang="en-US" dirty="0"/>
              <a:t>Paul Jollet, Group G2 | NARX Model</a:t>
            </a:r>
            <a:endParaRPr lang="de-DE" dirty="0"/>
          </a:p>
        </p:txBody>
      </p:sp>
      <p:sp>
        <p:nvSpPr>
          <p:cNvPr id="3" name="Datumsplatzhalter 2">
            <a:extLst>
              <a:ext uri="{FF2B5EF4-FFF2-40B4-BE49-F238E27FC236}">
                <a16:creationId xmlns:a16="http://schemas.microsoft.com/office/drawing/2014/main" id="{237BDDF2-557C-5555-F762-FEC6B12877EA}"/>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85B1FD3F-D0B6-6987-7088-F920D60B062D}"/>
              </a:ext>
            </a:extLst>
          </p:cNvPr>
          <p:cNvSpPr>
            <a:spLocks noGrp="1"/>
          </p:cNvSpPr>
          <p:nvPr>
            <p:ph type="sldNum" sz="quarter" idx="10"/>
          </p:nvPr>
        </p:nvSpPr>
        <p:spPr/>
        <p:txBody>
          <a:bodyPr/>
          <a:lstStyle/>
          <a:p>
            <a:fld id="{63CECEBB-547B-4598-95D8-3FB4D608B5D5}" type="slidenum">
              <a:rPr lang="de-DE" smtClean="0"/>
              <a:pPr/>
              <a:t>7</a:t>
            </a:fld>
            <a:endParaRPr lang="de-DE" dirty="0"/>
          </a:p>
        </p:txBody>
      </p:sp>
      <p:sp>
        <p:nvSpPr>
          <p:cNvPr id="12" name="Textplatzhalter 4">
            <a:extLst>
              <a:ext uri="{FF2B5EF4-FFF2-40B4-BE49-F238E27FC236}">
                <a16:creationId xmlns:a16="http://schemas.microsoft.com/office/drawing/2014/main" id="{C92D4D7C-C160-EEAA-8DDD-38E2116C5F62}"/>
              </a:ext>
            </a:extLst>
          </p:cNvPr>
          <p:cNvSpPr>
            <a:spLocks noGrp="1"/>
          </p:cNvSpPr>
          <p:nvPr>
            <p:ph type="body" sz="quarter" idx="14"/>
          </p:nvPr>
        </p:nvSpPr>
        <p:spPr>
          <a:xfrm>
            <a:off x="250824" y="464468"/>
            <a:ext cx="8642349" cy="444374"/>
          </a:xfrm>
        </p:spPr>
        <p:txBody>
          <a:bodyPr/>
          <a:lstStyle/>
          <a:p>
            <a:r>
              <a:rPr lang="en-US" sz="2200" dirty="0"/>
              <a:t>NARX Model Performance – Test Data</a:t>
            </a:r>
          </a:p>
        </p:txBody>
      </p:sp>
      <p:pic>
        <p:nvPicPr>
          <p:cNvPr id="13" name="Grafik 12" descr="Ein Bild, das Text, Reihe, Zahl, Schrift enthält.&#10;&#10;KI-generierte Inhalte können fehlerhaft sein.">
            <a:extLst>
              <a:ext uri="{FF2B5EF4-FFF2-40B4-BE49-F238E27FC236}">
                <a16:creationId xmlns:a16="http://schemas.microsoft.com/office/drawing/2014/main" id="{110B2467-F23C-7FE1-6B1A-656B509EC3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42398" y="811350"/>
            <a:ext cx="6259200" cy="3520800"/>
          </a:xfrm>
          <a:prstGeom prst="rect">
            <a:avLst/>
          </a:prstGeom>
        </p:spPr>
      </p:pic>
      <p:pic>
        <p:nvPicPr>
          <p:cNvPr id="7" name="Audio 6">
            <a:extLst>
              <a:ext uri="{FF2B5EF4-FFF2-40B4-BE49-F238E27FC236}">
                <a16:creationId xmlns:a16="http://schemas.microsoft.com/office/drawing/2014/main" id="{5505FB2F-4BC3-A14D-3D03-3AB6E0E6AEE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996176" y="5308054"/>
            <a:ext cx="812800" cy="812800"/>
          </a:xfrm>
          <a:prstGeom prst="rect">
            <a:avLst/>
          </a:prstGeom>
        </p:spPr>
      </p:pic>
    </p:spTree>
    <p:extLst>
      <p:ext uri="{BB962C8B-B14F-4D97-AF65-F5344CB8AC3E}">
        <p14:creationId xmlns:p14="http://schemas.microsoft.com/office/powerpoint/2010/main" val="843757149"/>
      </p:ext>
    </p:extLst>
  </p:cSld>
  <p:clrMapOvr>
    <a:masterClrMapping/>
  </p:clrMapOvr>
  <mc:AlternateContent xmlns:mc="http://schemas.openxmlformats.org/markup-compatibility/2006" xmlns:p14="http://schemas.microsoft.com/office/powerpoint/2010/main">
    <mc:Choice Requires="p14">
      <p:transition spd="slow" p14:dur="2000" advTm="15781"/>
    </mc:Choice>
    <mc:Fallback xmlns="">
      <p:transition spd="slow" advTm="157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635AE0C-92DF-4FFB-7620-346AE0905889}"/>
              </a:ext>
            </a:extLst>
          </p:cNvPr>
          <p:cNvSpPr>
            <a:spLocks noGrp="1"/>
          </p:cNvSpPr>
          <p:nvPr>
            <p:ph type="ftr" sz="quarter" idx="16"/>
          </p:nvPr>
        </p:nvSpPr>
        <p:spPr/>
        <p:txBody>
          <a:bodyPr/>
          <a:lstStyle/>
          <a:p>
            <a:r>
              <a:rPr lang="en-US" dirty="0"/>
              <a:t>Elisabeth Bünz, Group G2 | CQR</a:t>
            </a:r>
            <a:endParaRPr lang="de-DE" dirty="0"/>
          </a:p>
        </p:txBody>
      </p:sp>
      <p:sp>
        <p:nvSpPr>
          <p:cNvPr id="3" name="Datumsplatzhalter 2">
            <a:extLst>
              <a:ext uri="{FF2B5EF4-FFF2-40B4-BE49-F238E27FC236}">
                <a16:creationId xmlns:a16="http://schemas.microsoft.com/office/drawing/2014/main" id="{7C921474-651D-6F04-B2AE-612E90EA34EF}"/>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91898ED5-A9F9-5CEC-95DB-E1ABE4724B4D}"/>
              </a:ext>
            </a:extLst>
          </p:cNvPr>
          <p:cNvSpPr>
            <a:spLocks noGrp="1"/>
          </p:cNvSpPr>
          <p:nvPr>
            <p:ph type="sldNum" sz="quarter" idx="10"/>
          </p:nvPr>
        </p:nvSpPr>
        <p:spPr/>
        <p:txBody>
          <a:bodyPr/>
          <a:lstStyle/>
          <a:p>
            <a:fld id="{63CECEBB-547B-4598-95D8-3FB4D608B5D5}" type="slidenum">
              <a:rPr lang="de-DE" smtClean="0"/>
              <a:pPr/>
              <a:t>8</a:t>
            </a:fld>
            <a:endParaRPr lang="de-DE" dirty="0"/>
          </a:p>
        </p:txBody>
      </p:sp>
      <p:sp>
        <p:nvSpPr>
          <p:cNvPr id="5" name="Textplatzhalter 4">
            <a:extLst>
              <a:ext uri="{FF2B5EF4-FFF2-40B4-BE49-F238E27FC236}">
                <a16:creationId xmlns:a16="http://schemas.microsoft.com/office/drawing/2014/main" id="{815B0934-C79E-48B3-DEE1-6A9E9D24B3F6}"/>
              </a:ext>
            </a:extLst>
          </p:cNvPr>
          <p:cNvSpPr>
            <a:spLocks noGrp="1"/>
          </p:cNvSpPr>
          <p:nvPr>
            <p:ph type="body" sz="quarter" idx="14"/>
          </p:nvPr>
        </p:nvSpPr>
        <p:spPr/>
        <p:txBody>
          <a:bodyPr/>
          <a:lstStyle/>
          <a:p>
            <a:r>
              <a:rPr lang="de-DE" dirty="0" err="1"/>
              <a:t>Conformalized</a:t>
            </a:r>
            <a:r>
              <a:rPr lang="de-DE" dirty="0"/>
              <a:t> Quantile Regression (CQR)</a:t>
            </a:r>
          </a:p>
        </p:txBody>
      </p:sp>
      <p:sp>
        <p:nvSpPr>
          <p:cNvPr id="6" name="Inhaltsplatzhalter 5">
            <a:extLst>
              <a:ext uri="{FF2B5EF4-FFF2-40B4-BE49-F238E27FC236}">
                <a16:creationId xmlns:a16="http://schemas.microsoft.com/office/drawing/2014/main" id="{A4658046-BBF5-C876-727D-6E36A69C93F9}"/>
              </a:ext>
            </a:extLst>
          </p:cNvPr>
          <p:cNvSpPr>
            <a:spLocks noGrp="1"/>
          </p:cNvSpPr>
          <p:nvPr>
            <p:ph sz="quarter" idx="11"/>
          </p:nvPr>
        </p:nvSpPr>
        <p:spPr>
          <a:xfrm>
            <a:off x="250825" y="1058863"/>
            <a:ext cx="8642348" cy="2665412"/>
          </a:xfrm>
        </p:spPr>
        <p:txBody>
          <a:bodyPr numCol="1"/>
          <a:lstStyle/>
          <a:p>
            <a:r>
              <a:rPr lang="en-US" dirty="0"/>
              <a:t>Standard neural networks predict a single value – but no uncertainty</a:t>
            </a:r>
          </a:p>
          <a:p>
            <a:pPr marL="628650" lvl="2" indent="-268288">
              <a:buFont typeface="Wingdings" panose="05000000000000000000" pitchFamily="2" charset="2"/>
              <a:buChar char="Ø"/>
            </a:pPr>
            <a:r>
              <a:rPr lang="en-US" sz="1400" dirty="0"/>
              <a:t>CQR adds confidence intervals around predictions</a:t>
            </a:r>
          </a:p>
          <a:p>
            <a:pPr marL="0" indent="0">
              <a:buNone/>
            </a:pPr>
            <a:endParaRPr lang="en-US" dirty="0"/>
          </a:p>
          <a:p>
            <a:r>
              <a:rPr lang="en-US" dirty="0"/>
              <a:t>CQR estimates 80% prediction intervals using quantile regression</a:t>
            </a:r>
          </a:p>
          <a:p>
            <a:pPr marL="647700" indent="-285750">
              <a:buFont typeface="Wingdings" panose="05000000000000000000" pitchFamily="2" charset="2"/>
              <a:buChar char="Ø"/>
              <a:tabLst>
                <a:tab pos="361950" algn="l"/>
              </a:tabLst>
            </a:pPr>
            <a:r>
              <a:rPr lang="en-US" sz="1400" dirty="0"/>
              <a:t>Two models are trained to predict the 0.1 and 0.9 error quantiles</a:t>
            </a:r>
          </a:p>
          <a:p>
            <a:endParaRPr lang="en-US" dirty="0"/>
          </a:p>
          <a:p>
            <a:r>
              <a:rPr lang="en-US" dirty="0"/>
              <a:t>Pinball loss is used to train these quantile regressors</a:t>
            </a:r>
          </a:p>
          <a:p>
            <a:pPr marL="628650" indent="-268288">
              <a:buFont typeface="Wingdings" panose="05000000000000000000" pitchFamily="2" charset="2"/>
              <a:buChar char="Ø"/>
              <a:tabLst>
                <a:tab pos="361950" algn="l"/>
              </a:tabLst>
            </a:pPr>
            <a:r>
              <a:rPr lang="en-US" sz="1400" dirty="0"/>
              <a:t>Allows asymmetric treatment of over- and under-predictions</a:t>
            </a:r>
          </a:p>
          <a:p>
            <a:pPr marL="0" indent="0">
              <a:buNone/>
            </a:pPr>
            <a:endParaRPr lang="en-US" dirty="0"/>
          </a:p>
          <a:p>
            <a:r>
              <a:rPr lang="en-US" dirty="0"/>
              <a:t>A calibration step adjusts intervals using value Q</a:t>
            </a:r>
          </a:p>
          <a:p>
            <a:pPr marL="628650" marR="0" lvl="0" indent="-266700" algn="l" defTabSz="0" rtl="0" eaLnBrk="1" fontAlgn="auto" latinLnBrk="0" hangingPunct="1">
              <a:lnSpc>
                <a:spcPct val="100000"/>
              </a:lnSpc>
              <a:spcBef>
                <a:spcPts val="0"/>
              </a:spcBef>
              <a:spcAft>
                <a:spcPts val="0"/>
              </a:spcAft>
              <a:buClr>
                <a:srgbClr val="84B819"/>
              </a:buClr>
              <a:buSzTx/>
              <a:buFont typeface="Wingdings" panose="05000000000000000000" pitchFamily="2" charset="2"/>
              <a:buChar char="Ø"/>
              <a:tabLst>
                <a:tab pos="180000" algn="l"/>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Ensures actual coverage matches the desired 80% </a:t>
            </a:r>
            <a:endParaRPr kumimoji="0" lang="en-US" sz="165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indent="0">
              <a:buNone/>
            </a:pPr>
            <a:endParaRPr lang="en-US" dirty="0"/>
          </a:p>
          <a:p>
            <a:r>
              <a:rPr lang="en-US" dirty="0"/>
              <a:t>Hyperparameters are the same as for the NARX model</a:t>
            </a:r>
          </a:p>
        </p:txBody>
      </p:sp>
      <p:pic>
        <p:nvPicPr>
          <p:cNvPr id="10" name="Audio 9">
            <a:extLst>
              <a:ext uri="{FF2B5EF4-FFF2-40B4-BE49-F238E27FC236}">
                <a16:creationId xmlns:a16="http://schemas.microsoft.com/office/drawing/2014/main" id="{FF5FAE2C-BC08-83E0-8EE9-84467CFB41F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985878" y="5456014"/>
            <a:ext cx="812800" cy="812800"/>
          </a:xfrm>
          <a:prstGeom prst="rect">
            <a:avLst/>
          </a:prstGeom>
        </p:spPr>
      </p:pic>
    </p:spTree>
    <p:extLst>
      <p:ext uri="{BB962C8B-B14F-4D97-AF65-F5344CB8AC3E}">
        <p14:creationId xmlns:p14="http://schemas.microsoft.com/office/powerpoint/2010/main" val="1144193848"/>
      </p:ext>
    </p:extLst>
  </p:cSld>
  <p:clrMapOvr>
    <a:masterClrMapping/>
  </p:clrMapOvr>
  <mc:AlternateContent xmlns:mc="http://schemas.openxmlformats.org/markup-compatibility/2006">
    <mc:Choice xmlns:p14="http://schemas.microsoft.com/office/powerpoint/2010/main" Requires="p14">
      <p:transition spd="slow" p14:dur="2000" advTm="40730"/>
    </mc:Choice>
    <mc:Fallback>
      <p:transition spd="slow" advTm="40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98AA4-C064-C65A-E36B-CFE46065919D}"/>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22147358-80DD-3821-A16E-C39F23C6F0B1}"/>
              </a:ext>
            </a:extLst>
          </p:cNvPr>
          <p:cNvSpPr>
            <a:spLocks noGrp="1"/>
          </p:cNvSpPr>
          <p:nvPr>
            <p:ph type="ftr" sz="quarter" idx="16"/>
          </p:nvPr>
        </p:nvSpPr>
        <p:spPr/>
        <p:txBody>
          <a:bodyPr/>
          <a:lstStyle/>
          <a:p>
            <a:r>
              <a:rPr lang="en-US" dirty="0"/>
              <a:t>Elisabeth Bünz, Group G2 | CQR</a:t>
            </a:r>
            <a:endParaRPr lang="de-DE" dirty="0"/>
          </a:p>
        </p:txBody>
      </p:sp>
      <p:sp>
        <p:nvSpPr>
          <p:cNvPr id="3" name="Datumsplatzhalter 2">
            <a:extLst>
              <a:ext uri="{FF2B5EF4-FFF2-40B4-BE49-F238E27FC236}">
                <a16:creationId xmlns:a16="http://schemas.microsoft.com/office/drawing/2014/main" id="{FD8F2CEA-1AB1-CB15-7499-3F0502F6C1A8}"/>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0829C199-39FB-1EE2-4BB8-009F5ACC05BA}"/>
              </a:ext>
            </a:extLst>
          </p:cNvPr>
          <p:cNvSpPr>
            <a:spLocks noGrp="1"/>
          </p:cNvSpPr>
          <p:nvPr>
            <p:ph type="sldNum" sz="quarter" idx="10"/>
          </p:nvPr>
        </p:nvSpPr>
        <p:spPr/>
        <p:txBody>
          <a:bodyPr/>
          <a:lstStyle/>
          <a:p>
            <a:fld id="{63CECEBB-547B-4598-95D8-3FB4D608B5D5}" type="slidenum">
              <a:rPr lang="de-DE" smtClean="0"/>
              <a:pPr/>
              <a:t>9</a:t>
            </a:fld>
            <a:endParaRPr lang="de-DE" dirty="0"/>
          </a:p>
        </p:txBody>
      </p:sp>
      <p:sp>
        <p:nvSpPr>
          <p:cNvPr id="7" name="Textplatzhalter 4">
            <a:extLst>
              <a:ext uri="{FF2B5EF4-FFF2-40B4-BE49-F238E27FC236}">
                <a16:creationId xmlns:a16="http://schemas.microsoft.com/office/drawing/2014/main" id="{BE39061D-49A8-EBB0-194F-90FB6FE8EE51}"/>
              </a:ext>
            </a:extLst>
          </p:cNvPr>
          <p:cNvSpPr txBox="1">
            <a:spLocks/>
          </p:cNvSpPr>
          <p:nvPr/>
        </p:nvSpPr>
        <p:spPr>
          <a:xfrm>
            <a:off x="250825" y="464468"/>
            <a:ext cx="8642350" cy="444374"/>
          </a:xfrm>
          <a:prstGeom prst="rect">
            <a:avLst/>
          </a:prstGeom>
        </p:spPr>
        <p:txBody>
          <a:bodyPr vert="horz" lIns="0" tIns="0" rIns="72000" bIns="0" rtlCol="0">
            <a:normAutofit/>
          </a:bodyPr>
          <a:lstStyle>
            <a:lvl1pPr marL="0" indent="0" algn="l" defTabSz="914400" rtl="0" eaLnBrk="1" latinLnBrk="0" hangingPunct="1">
              <a:lnSpc>
                <a:spcPct val="100000"/>
              </a:lnSpc>
              <a:spcBef>
                <a:spcPts val="0"/>
              </a:spcBef>
              <a:buClr>
                <a:schemeClr val="accent1"/>
              </a:buClr>
              <a:buFont typeface="Arial" panose="020B0604020202020204" pitchFamily="34" charset="0"/>
              <a:buNone/>
              <a:defRPr sz="2800" kern="1200" baseline="0">
                <a:solidFill>
                  <a:srgbClr val="84B819"/>
                </a:solidFill>
                <a:latin typeface="Arial" panose="020B0604020202020204" pitchFamily="34" charset="0"/>
                <a:ea typeface="+mn-ea"/>
                <a:cs typeface="Arial" panose="020B0604020202020204" pitchFamily="34" charset="0"/>
              </a:defRPr>
            </a:lvl1pPr>
            <a:lvl2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3pPr>
            <a:lvl4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2800" kern="1200" baseline="0">
                <a:solidFill>
                  <a:schemeClr val="tx1"/>
                </a:solidFill>
                <a:latin typeface="Arial" panose="020B0604020202020204" pitchFamily="34" charset="0"/>
                <a:ea typeface="+mn-ea"/>
                <a:cs typeface="Arial" panose="020B0604020202020204" pitchFamily="34" charset="0"/>
              </a:defRPr>
            </a:lvl4pPr>
            <a:lvl5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Aft>
                <a:spcPts val="600"/>
              </a:spcAft>
            </a:pPr>
            <a:r>
              <a:rPr lang="de-DE"/>
              <a:t>CQR Performance Results on Test Data</a:t>
            </a:r>
            <a:endParaRPr lang="de-DE" dirty="0"/>
          </a:p>
        </p:txBody>
      </p:sp>
      <p:sp>
        <p:nvSpPr>
          <p:cNvPr id="8" name="Inhaltsplatzhalter 5">
            <a:extLst>
              <a:ext uri="{FF2B5EF4-FFF2-40B4-BE49-F238E27FC236}">
                <a16:creationId xmlns:a16="http://schemas.microsoft.com/office/drawing/2014/main" id="{B6A11D9E-DE51-DFE8-A061-5BD805C5FB7D}"/>
              </a:ext>
            </a:extLst>
          </p:cNvPr>
          <p:cNvSpPr txBox="1">
            <a:spLocks/>
          </p:cNvSpPr>
          <p:nvPr/>
        </p:nvSpPr>
        <p:spPr>
          <a:xfrm>
            <a:off x="250825" y="1142408"/>
            <a:ext cx="8642348" cy="2858684"/>
          </a:xfrm>
          <a:prstGeom prst="rect">
            <a:avLst/>
          </a:prstGeom>
        </p:spPr>
        <p:txBody>
          <a:bodyPr vert="horz" lIns="0" tIns="0" rIns="0" bIns="0" numCol="2" spcCol="180000" rtlCol="0">
            <a:noAutofit/>
          </a:bodyPr>
          <a:lstStyle>
            <a:lvl1pPr marL="180000" indent="-180000" algn="l" defTabSz="0" rtl="0" eaLnBrk="1" latinLnBrk="0" hangingPunct="1">
              <a:lnSpc>
                <a:spcPct val="100000"/>
              </a:lnSpc>
              <a:spcBef>
                <a:spcPts val="0"/>
              </a:spcBef>
              <a:buClr>
                <a:schemeClr val="accent1"/>
              </a:buClr>
              <a:buFont typeface="Arial" panose="020B0604020202020204" pitchFamily="34" charset="0"/>
              <a:buChar char="•"/>
              <a:tabLst>
                <a:tab pos="180000" algn="l"/>
              </a:tabLst>
              <a:defRPr sz="1650" kern="1200" baseline="0">
                <a:solidFill>
                  <a:schemeClr val="tx1"/>
                </a:solidFill>
                <a:latin typeface="Arial" panose="020B0604020202020204" pitchFamily="34" charset="0"/>
                <a:ea typeface="+mn-ea"/>
                <a:cs typeface="Arial" panose="020B0604020202020204" pitchFamily="34" charset="0"/>
              </a:defRPr>
            </a:lvl1pPr>
            <a:lvl2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2pPr>
            <a:lvl3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3pPr>
            <a:lvl4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baseline="0">
                <a:solidFill>
                  <a:schemeClr val="tx1"/>
                </a:solidFill>
                <a:latin typeface="Arial" panose="020B0604020202020204" pitchFamily="34" charset="0"/>
                <a:ea typeface="+mn-ea"/>
                <a:cs typeface="Arial" panose="020B0604020202020204" pitchFamily="34" charset="0"/>
              </a:defRPr>
            </a:lvl4pPr>
            <a:lvl5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Very good performance for concentration and particle sizes (e.g. c with 80% and very 	narrow intervals)</a:t>
            </a:r>
          </a:p>
          <a:p>
            <a:pPr marL="0" indent="0">
              <a:buNone/>
            </a:pPr>
            <a:endParaRPr lang="en-US" dirty="0"/>
          </a:p>
          <a:p>
            <a:r>
              <a:rPr lang="en-US" dirty="0"/>
              <a:t>Lower coverage for temperature variables (T_PM, T_TM) due to high noise and fluctuations in the measurement data</a:t>
            </a:r>
          </a:p>
          <a:p>
            <a:pPr marL="0" indent="0">
              <a:buNone/>
            </a:pPr>
            <a:endParaRPr lang="en-US" dirty="0"/>
          </a:p>
          <a:p>
            <a:r>
              <a:rPr lang="en-US" dirty="0"/>
              <a:t>Overall: CQR reliably captures uncertainty for stable output variables and delivers tight, informative prediction intervals</a:t>
            </a:r>
          </a:p>
        </p:txBody>
      </p:sp>
      <p:graphicFrame>
        <p:nvGraphicFramePr>
          <p:cNvPr id="13" name="Inhaltsplatzhalter 8">
            <a:extLst>
              <a:ext uri="{FF2B5EF4-FFF2-40B4-BE49-F238E27FC236}">
                <a16:creationId xmlns:a16="http://schemas.microsoft.com/office/drawing/2014/main" id="{16B4C738-FBD5-1A78-9586-CCC950D45604}"/>
              </a:ext>
            </a:extLst>
          </p:cNvPr>
          <p:cNvGraphicFramePr>
            <a:graphicFrameLocks noGrp="1"/>
          </p:cNvGraphicFramePr>
          <p:nvPr>
            <p:ph sz="quarter" idx="11"/>
          </p:nvPr>
        </p:nvGraphicFramePr>
        <p:xfrm>
          <a:off x="4886411" y="1476987"/>
          <a:ext cx="3812861" cy="1872206"/>
        </p:xfrm>
        <a:graphic>
          <a:graphicData uri="http://schemas.openxmlformats.org/drawingml/2006/table">
            <a:tbl>
              <a:tblPr firstRow="1">
                <a:tableStyleId>{5DA37D80-6434-44D0-A028-1B22A696006F}</a:tableStyleId>
              </a:tblPr>
              <a:tblGrid>
                <a:gridCol w="1440160">
                  <a:extLst>
                    <a:ext uri="{9D8B030D-6E8A-4147-A177-3AD203B41FA5}">
                      <a16:colId xmlns:a16="http://schemas.microsoft.com/office/drawing/2014/main" val="4043874715"/>
                    </a:ext>
                  </a:extLst>
                </a:gridCol>
                <a:gridCol w="1008112">
                  <a:extLst>
                    <a:ext uri="{9D8B030D-6E8A-4147-A177-3AD203B41FA5}">
                      <a16:colId xmlns:a16="http://schemas.microsoft.com/office/drawing/2014/main" val="2060110097"/>
                    </a:ext>
                  </a:extLst>
                </a:gridCol>
                <a:gridCol w="1364589">
                  <a:extLst>
                    <a:ext uri="{9D8B030D-6E8A-4147-A177-3AD203B41FA5}">
                      <a16:colId xmlns:a16="http://schemas.microsoft.com/office/drawing/2014/main" val="3771928895"/>
                    </a:ext>
                  </a:extLst>
                </a:gridCol>
              </a:tblGrid>
              <a:tr h="267458">
                <a:tc>
                  <a:txBody>
                    <a:bodyPr/>
                    <a:lstStyle/>
                    <a:p>
                      <a:pPr algn="l" fontAlgn="ctr">
                        <a:buNone/>
                      </a:pPr>
                      <a:r>
                        <a:rPr lang="de-DE" sz="1100" b="1" u="none" strike="noStrike" dirty="0">
                          <a:solidFill>
                            <a:schemeClr val="bg1"/>
                          </a:solidFill>
                          <a:effectLst/>
                        </a:rPr>
                        <a:t>Target Variable</a:t>
                      </a:r>
                      <a:endParaRPr lang="de-DE" sz="1100" b="0" i="0" u="none" strike="noStrike" dirty="0">
                        <a:solidFill>
                          <a:schemeClr val="bg1"/>
                        </a:solidFill>
                        <a:effectLst/>
                        <a:latin typeface="Arial" panose="020B0604020202020204" pitchFamily="34" charset="0"/>
                      </a:endParaRPr>
                    </a:p>
                  </a:txBody>
                  <a:tcPr marL="86539" marR="86539" marT="43270" marB="43270" anchor="ctr">
                    <a:solidFill>
                      <a:schemeClr val="accent2"/>
                    </a:solidFill>
                  </a:tcPr>
                </a:tc>
                <a:tc>
                  <a:txBody>
                    <a:bodyPr/>
                    <a:lstStyle/>
                    <a:p>
                      <a:pPr algn="l" fontAlgn="ctr">
                        <a:buNone/>
                      </a:pPr>
                      <a:r>
                        <a:rPr lang="de-DE" sz="1100" b="1" u="none" strike="noStrike" dirty="0">
                          <a:solidFill>
                            <a:schemeClr val="bg1"/>
                          </a:solidFill>
                          <a:effectLst/>
                        </a:rPr>
                        <a:t>Coverage</a:t>
                      </a:r>
                      <a:endParaRPr lang="de-DE" sz="1100" b="0" i="0" u="none" strike="noStrike" dirty="0">
                        <a:solidFill>
                          <a:schemeClr val="bg1"/>
                        </a:solidFill>
                        <a:effectLst/>
                        <a:latin typeface="Arial" panose="020B0604020202020204" pitchFamily="34" charset="0"/>
                      </a:endParaRPr>
                    </a:p>
                  </a:txBody>
                  <a:tcPr marL="86539" marR="86539" marT="43270" marB="43270" anchor="ctr">
                    <a:solidFill>
                      <a:schemeClr val="accent2"/>
                    </a:solidFill>
                  </a:tcPr>
                </a:tc>
                <a:tc>
                  <a:txBody>
                    <a:bodyPr/>
                    <a:lstStyle/>
                    <a:p>
                      <a:pPr algn="l" fontAlgn="ctr">
                        <a:buNone/>
                      </a:pPr>
                      <a:r>
                        <a:rPr lang="de-DE" sz="1100" b="1" u="none" strike="noStrike" dirty="0" err="1">
                          <a:solidFill>
                            <a:schemeClr val="bg1"/>
                          </a:solidFill>
                          <a:effectLst/>
                        </a:rPr>
                        <a:t>Interval</a:t>
                      </a:r>
                      <a:r>
                        <a:rPr lang="de-DE" sz="1100" b="1" u="none" strike="noStrike" dirty="0">
                          <a:solidFill>
                            <a:schemeClr val="bg1"/>
                          </a:solidFill>
                          <a:effectLst/>
                        </a:rPr>
                        <a:t> Width</a:t>
                      </a:r>
                      <a:endParaRPr lang="de-DE" sz="1100" b="0" i="0" u="none" strike="noStrike" dirty="0">
                        <a:solidFill>
                          <a:schemeClr val="bg1"/>
                        </a:solidFill>
                        <a:effectLst/>
                        <a:latin typeface="Arial" panose="020B0604020202020204" pitchFamily="34" charset="0"/>
                      </a:endParaRPr>
                    </a:p>
                  </a:txBody>
                  <a:tcPr marL="86539" marR="86539" marT="43270" marB="43270" anchor="ctr">
                    <a:solidFill>
                      <a:schemeClr val="accent2"/>
                    </a:solidFill>
                  </a:tcPr>
                </a:tc>
                <a:extLst>
                  <a:ext uri="{0D108BD9-81ED-4DB2-BD59-A6C34878D82A}">
                    <a16:rowId xmlns:a16="http://schemas.microsoft.com/office/drawing/2014/main" val="894506247"/>
                  </a:ext>
                </a:extLst>
              </a:tr>
              <a:tr h="267458">
                <a:tc>
                  <a:txBody>
                    <a:bodyPr/>
                    <a:lstStyle/>
                    <a:p>
                      <a:pPr algn="l" fontAlgn="ctr">
                        <a:buNone/>
                      </a:pPr>
                      <a:r>
                        <a:rPr lang="de-DE" sz="1100" b="0" u="none" strike="noStrike" dirty="0">
                          <a:effectLst/>
                        </a:rPr>
                        <a:t>T_PM</a:t>
                      </a:r>
                      <a:endParaRPr lang="de-DE" sz="1100" b="0" i="0" u="none" strike="noStrike" dirty="0">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a:effectLst/>
                        </a:rPr>
                        <a:t>0.443</a:t>
                      </a:r>
                      <a:endParaRPr lang="de-DE" sz="1100" b="0" i="0" u="none" strike="noStrike">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dirty="0">
                          <a:effectLst/>
                        </a:rPr>
                        <a:t>0.133</a:t>
                      </a:r>
                      <a:endParaRPr lang="de-DE" sz="1100" b="0" i="0" u="none" strike="noStrike" dirty="0">
                        <a:effectLst/>
                        <a:latin typeface="Arial" panose="020B0604020202020204" pitchFamily="34" charset="0"/>
                      </a:endParaRPr>
                    </a:p>
                  </a:txBody>
                  <a:tcPr marL="86539" marR="86539" marT="43270" marB="43270" anchor="ctr"/>
                </a:tc>
                <a:extLst>
                  <a:ext uri="{0D108BD9-81ED-4DB2-BD59-A6C34878D82A}">
                    <a16:rowId xmlns:a16="http://schemas.microsoft.com/office/drawing/2014/main" val="3905906183"/>
                  </a:ext>
                </a:extLst>
              </a:tr>
              <a:tr h="267458">
                <a:tc>
                  <a:txBody>
                    <a:bodyPr/>
                    <a:lstStyle/>
                    <a:p>
                      <a:pPr algn="l" fontAlgn="ctr">
                        <a:buNone/>
                      </a:pPr>
                      <a:r>
                        <a:rPr lang="de-DE" sz="1100" b="0" u="none" strike="noStrike" dirty="0">
                          <a:effectLst/>
                        </a:rPr>
                        <a:t>T_TM</a:t>
                      </a:r>
                      <a:endParaRPr lang="de-DE" sz="1100" b="0" i="0" u="none" strike="noStrike" dirty="0">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dirty="0">
                          <a:effectLst/>
                        </a:rPr>
                        <a:t>0.512</a:t>
                      </a:r>
                      <a:endParaRPr lang="de-DE" sz="1100" b="0" i="0" u="none" strike="noStrike" dirty="0">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a:effectLst/>
                        </a:rPr>
                        <a:t>0.134</a:t>
                      </a:r>
                      <a:endParaRPr lang="de-DE" sz="1100" b="0" i="0" u="none" strike="noStrike">
                        <a:effectLst/>
                        <a:latin typeface="Arial" panose="020B0604020202020204" pitchFamily="34" charset="0"/>
                      </a:endParaRPr>
                    </a:p>
                  </a:txBody>
                  <a:tcPr marL="86539" marR="86539" marT="43270" marB="43270" anchor="ctr"/>
                </a:tc>
                <a:extLst>
                  <a:ext uri="{0D108BD9-81ED-4DB2-BD59-A6C34878D82A}">
                    <a16:rowId xmlns:a16="http://schemas.microsoft.com/office/drawing/2014/main" val="2443565038"/>
                  </a:ext>
                </a:extLst>
              </a:tr>
              <a:tr h="267458">
                <a:tc>
                  <a:txBody>
                    <a:bodyPr/>
                    <a:lstStyle/>
                    <a:p>
                      <a:pPr algn="l" fontAlgn="ctr">
                        <a:buNone/>
                      </a:pPr>
                      <a:r>
                        <a:rPr lang="de-DE" sz="1100" b="0" u="none" strike="noStrike" dirty="0">
                          <a:effectLst/>
                        </a:rPr>
                        <a:t>c</a:t>
                      </a:r>
                      <a:endParaRPr lang="de-DE" sz="1100" b="0" i="0" u="none" strike="noStrike" dirty="0">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dirty="0">
                          <a:effectLst/>
                        </a:rPr>
                        <a:t>0.818</a:t>
                      </a:r>
                      <a:endParaRPr lang="de-DE" sz="1100" b="0" i="0" u="none" strike="noStrike" dirty="0">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dirty="0">
                          <a:effectLst/>
                        </a:rPr>
                        <a:t>0.001</a:t>
                      </a:r>
                      <a:endParaRPr lang="de-DE" sz="1100" b="0" i="0" u="none" strike="noStrike" dirty="0">
                        <a:effectLst/>
                        <a:latin typeface="Arial" panose="020B0604020202020204" pitchFamily="34" charset="0"/>
                      </a:endParaRPr>
                    </a:p>
                  </a:txBody>
                  <a:tcPr marL="86539" marR="86539" marT="43270" marB="43270" anchor="ctr"/>
                </a:tc>
                <a:extLst>
                  <a:ext uri="{0D108BD9-81ED-4DB2-BD59-A6C34878D82A}">
                    <a16:rowId xmlns:a16="http://schemas.microsoft.com/office/drawing/2014/main" val="1920200703"/>
                  </a:ext>
                </a:extLst>
              </a:tr>
              <a:tr h="267458">
                <a:tc>
                  <a:txBody>
                    <a:bodyPr/>
                    <a:lstStyle/>
                    <a:p>
                      <a:pPr algn="l" fontAlgn="ctr">
                        <a:buNone/>
                      </a:pPr>
                      <a:r>
                        <a:rPr lang="de-DE" sz="1100" b="0" u="none" strike="noStrike">
                          <a:effectLst/>
                        </a:rPr>
                        <a:t>d10</a:t>
                      </a:r>
                      <a:endParaRPr lang="de-DE" sz="1100" b="0" i="0" u="none" strike="noStrike">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dirty="0">
                          <a:effectLst/>
                        </a:rPr>
                        <a:t>0.772</a:t>
                      </a:r>
                      <a:endParaRPr lang="de-DE" sz="1100" b="0" i="0" u="none" strike="noStrike" dirty="0">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dirty="0">
                          <a:effectLst/>
                        </a:rPr>
                        <a:t>0.001</a:t>
                      </a:r>
                      <a:endParaRPr lang="de-DE" sz="1100" b="0" i="0" u="none" strike="noStrike" dirty="0">
                        <a:effectLst/>
                        <a:latin typeface="Arial" panose="020B0604020202020204" pitchFamily="34" charset="0"/>
                      </a:endParaRPr>
                    </a:p>
                  </a:txBody>
                  <a:tcPr marL="86539" marR="86539" marT="43270" marB="43270" anchor="ctr"/>
                </a:tc>
                <a:extLst>
                  <a:ext uri="{0D108BD9-81ED-4DB2-BD59-A6C34878D82A}">
                    <a16:rowId xmlns:a16="http://schemas.microsoft.com/office/drawing/2014/main" val="1953081510"/>
                  </a:ext>
                </a:extLst>
              </a:tr>
              <a:tr h="267458">
                <a:tc>
                  <a:txBody>
                    <a:bodyPr/>
                    <a:lstStyle/>
                    <a:p>
                      <a:pPr algn="l" fontAlgn="ctr">
                        <a:buNone/>
                      </a:pPr>
                      <a:r>
                        <a:rPr lang="de-DE" sz="1100" b="0" u="none" strike="noStrike">
                          <a:effectLst/>
                        </a:rPr>
                        <a:t>d50</a:t>
                      </a:r>
                      <a:endParaRPr lang="de-DE" sz="1100" b="0" i="0" u="none" strike="noStrike">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a:effectLst/>
                        </a:rPr>
                        <a:t>0.973</a:t>
                      </a:r>
                      <a:endParaRPr lang="de-DE" sz="1100" b="0" i="0" u="none" strike="noStrike">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dirty="0">
                          <a:effectLst/>
                        </a:rPr>
                        <a:t>0.002</a:t>
                      </a:r>
                      <a:endParaRPr lang="de-DE" sz="1100" b="0" i="0" u="none" strike="noStrike" dirty="0">
                        <a:effectLst/>
                        <a:latin typeface="Arial" panose="020B0604020202020204" pitchFamily="34" charset="0"/>
                      </a:endParaRPr>
                    </a:p>
                  </a:txBody>
                  <a:tcPr marL="86539" marR="86539" marT="43270" marB="43270" anchor="ctr"/>
                </a:tc>
                <a:extLst>
                  <a:ext uri="{0D108BD9-81ED-4DB2-BD59-A6C34878D82A}">
                    <a16:rowId xmlns:a16="http://schemas.microsoft.com/office/drawing/2014/main" val="676888600"/>
                  </a:ext>
                </a:extLst>
              </a:tr>
              <a:tr h="267458">
                <a:tc>
                  <a:txBody>
                    <a:bodyPr/>
                    <a:lstStyle/>
                    <a:p>
                      <a:pPr algn="l" fontAlgn="ctr">
                        <a:buNone/>
                      </a:pPr>
                      <a:r>
                        <a:rPr lang="de-DE" sz="1100" b="0" u="none" strike="noStrike">
                          <a:effectLst/>
                        </a:rPr>
                        <a:t>d90</a:t>
                      </a:r>
                      <a:endParaRPr lang="de-DE" sz="1100" b="0" i="0" u="none" strike="noStrike">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a:effectLst/>
                        </a:rPr>
                        <a:t>0.763</a:t>
                      </a:r>
                      <a:endParaRPr lang="de-DE" sz="1100" b="0" i="0" u="none" strike="noStrike">
                        <a:effectLst/>
                        <a:latin typeface="Arial" panose="020B0604020202020204" pitchFamily="34" charset="0"/>
                      </a:endParaRPr>
                    </a:p>
                  </a:txBody>
                  <a:tcPr marL="86539" marR="86539" marT="43270" marB="43270" anchor="ctr"/>
                </a:tc>
                <a:tc>
                  <a:txBody>
                    <a:bodyPr/>
                    <a:lstStyle/>
                    <a:p>
                      <a:pPr algn="l" fontAlgn="ctr">
                        <a:buNone/>
                      </a:pPr>
                      <a:r>
                        <a:rPr lang="de-DE" sz="1100" b="0" u="none" strike="noStrike" dirty="0">
                          <a:effectLst/>
                        </a:rPr>
                        <a:t>0.001</a:t>
                      </a:r>
                      <a:endParaRPr lang="de-DE" sz="1100" b="0" i="0" u="none" strike="noStrike" dirty="0">
                        <a:effectLst/>
                        <a:latin typeface="Arial" panose="020B0604020202020204" pitchFamily="34" charset="0"/>
                      </a:endParaRPr>
                    </a:p>
                  </a:txBody>
                  <a:tcPr marL="86539" marR="86539" marT="43270" marB="43270" anchor="ctr"/>
                </a:tc>
                <a:extLst>
                  <a:ext uri="{0D108BD9-81ED-4DB2-BD59-A6C34878D82A}">
                    <a16:rowId xmlns:a16="http://schemas.microsoft.com/office/drawing/2014/main" val="320911226"/>
                  </a:ext>
                </a:extLst>
              </a:tr>
            </a:tbl>
          </a:graphicData>
        </a:graphic>
      </p:graphicFrame>
      <p:pic>
        <p:nvPicPr>
          <p:cNvPr id="18" name="Audio 17">
            <a:extLst>
              <a:ext uri="{FF2B5EF4-FFF2-40B4-BE49-F238E27FC236}">
                <a16:creationId xmlns:a16="http://schemas.microsoft.com/office/drawing/2014/main" id="{6DE89EE7-7992-F036-AC51-8B68DF14F02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080373" y="5308054"/>
            <a:ext cx="812800" cy="812800"/>
          </a:xfrm>
          <a:prstGeom prst="rect">
            <a:avLst/>
          </a:prstGeom>
        </p:spPr>
      </p:pic>
    </p:spTree>
    <p:extLst>
      <p:ext uri="{BB962C8B-B14F-4D97-AF65-F5344CB8AC3E}">
        <p14:creationId xmlns:p14="http://schemas.microsoft.com/office/powerpoint/2010/main" val="3798804832"/>
      </p:ext>
    </p:extLst>
  </p:cSld>
  <p:clrMapOvr>
    <a:masterClrMapping/>
  </p:clrMapOvr>
  <mc:AlternateContent xmlns:mc="http://schemas.openxmlformats.org/markup-compatibility/2006">
    <mc:Choice xmlns:p14="http://schemas.microsoft.com/office/powerpoint/2010/main" Requires="p14">
      <p:transition spd="slow" p14:dur="2000" advTm="48450"/>
    </mc:Choice>
    <mc:Fallback>
      <p:transition spd="slow" advTm="48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A67C1-681C-CE01-66DF-09B36BB98E38}"/>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B5D07553-67E6-6788-5581-6AC722A121F5}"/>
              </a:ext>
            </a:extLst>
          </p:cNvPr>
          <p:cNvSpPr>
            <a:spLocks noGrp="1"/>
          </p:cNvSpPr>
          <p:nvPr>
            <p:ph type="ftr" sz="quarter" idx="16"/>
          </p:nvPr>
        </p:nvSpPr>
        <p:spPr/>
        <p:txBody>
          <a:bodyPr/>
          <a:lstStyle/>
          <a:p>
            <a:r>
              <a:rPr lang="en-US" dirty="0"/>
              <a:t>Elisabeth Bünz, Group G2 | CQR</a:t>
            </a:r>
            <a:endParaRPr lang="de-DE" dirty="0"/>
          </a:p>
        </p:txBody>
      </p:sp>
      <p:sp>
        <p:nvSpPr>
          <p:cNvPr id="3" name="Datumsplatzhalter 2">
            <a:extLst>
              <a:ext uri="{FF2B5EF4-FFF2-40B4-BE49-F238E27FC236}">
                <a16:creationId xmlns:a16="http://schemas.microsoft.com/office/drawing/2014/main" id="{B15434F3-4C62-1E89-F82B-7164495893BC}"/>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C0AFA7B0-83B5-8222-56CE-3B9B6DA8FCF8}"/>
              </a:ext>
            </a:extLst>
          </p:cNvPr>
          <p:cNvSpPr>
            <a:spLocks noGrp="1"/>
          </p:cNvSpPr>
          <p:nvPr>
            <p:ph type="sldNum" sz="quarter" idx="10"/>
          </p:nvPr>
        </p:nvSpPr>
        <p:spPr/>
        <p:txBody>
          <a:bodyPr/>
          <a:lstStyle/>
          <a:p>
            <a:fld id="{63CECEBB-547B-4598-95D8-3FB4D608B5D5}" type="slidenum">
              <a:rPr lang="de-DE" smtClean="0"/>
              <a:pPr/>
              <a:t>10</a:t>
            </a:fld>
            <a:endParaRPr lang="de-DE" dirty="0"/>
          </a:p>
        </p:txBody>
      </p:sp>
      <p:sp>
        <p:nvSpPr>
          <p:cNvPr id="9" name="Textplatzhalter 4">
            <a:extLst>
              <a:ext uri="{FF2B5EF4-FFF2-40B4-BE49-F238E27FC236}">
                <a16:creationId xmlns:a16="http://schemas.microsoft.com/office/drawing/2014/main" id="{B8A83E20-FD31-4E02-3FDD-02547902F0AB}"/>
              </a:ext>
            </a:extLst>
          </p:cNvPr>
          <p:cNvSpPr>
            <a:spLocks noGrp="1"/>
          </p:cNvSpPr>
          <p:nvPr>
            <p:ph type="body" sz="quarter" idx="14"/>
          </p:nvPr>
        </p:nvSpPr>
        <p:spPr>
          <a:xfrm>
            <a:off x="250825" y="464468"/>
            <a:ext cx="8642350" cy="444374"/>
          </a:xfrm>
        </p:spPr>
        <p:txBody>
          <a:bodyPr/>
          <a:lstStyle/>
          <a:p>
            <a:r>
              <a:rPr lang="de-DE" dirty="0"/>
              <a:t>CQR Performance </a:t>
            </a:r>
            <a:r>
              <a:rPr lang="de-DE" dirty="0" err="1"/>
              <a:t>Results</a:t>
            </a:r>
            <a:r>
              <a:rPr lang="de-DE" dirty="0"/>
              <a:t> on Test Data</a:t>
            </a:r>
          </a:p>
        </p:txBody>
      </p:sp>
      <p:pic>
        <p:nvPicPr>
          <p:cNvPr id="11" name="Grafik 10">
            <a:extLst>
              <a:ext uri="{FF2B5EF4-FFF2-40B4-BE49-F238E27FC236}">
                <a16:creationId xmlns:a16="http://schemas.microsoft.com/office/drawing/2014/main" id="{8611D70A-097F-F60E-1AE6-5018DB72E81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27566" y="1059582"/>
            <a:ext cx="4275715" cy="1425238"/>
          </a:xfrm>
          <a:prstGeom prst="rect">
            <a:avLst/>
          </a:prstGeom>
        </p:spPr>
      </p:pic>
      <p:pic>
        <p:nvPicPr>
          <p:cNvPr id="12" name="Grafik 11">
            <a:extLst>
              <a:ext uri="{FF2B5EF4-FFF2-40B4-BE49-F238E27FC236}">
                <a16:creationId xmlns:a16="http://schemas.microsoft.com/office/drawing/2014/main" id="{DE04A916-51EC-6C4A-0115-430F146442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0825" y="2571750"/>
            <a:ext cx="4275714" cy="1425238"/>
          </a:xfrm>
          <a:prstGeom prst="rect">
            <a:avLst/>
          </a:prstGeom>
        </p:spPr>
      </p:pic>
      <p:pic>
        <p:nvPicPr>
          <p:cNvPr id="15" name="Grafik 14">
            <a:extLst>
              <a:ext uri="{FF2B5EF4-FFF2-40B4-BE49-F238E27FC236}">
                <a16:creationId xmlns:a16="http://schemas.microsoft.com/office/drawing/2014/main" id="{AD554AB3-2B64-D741-49EA-79328ADBC98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27566" y="2571750"/>
            <a:ext cx="4275714" cy="1425238"/>
          </a:xfrm>
          <a:prstGeom prst="rect">
            <a:avLst/>
          </a:prstGeom>
        </p:spPr>
      </p:pic>
      <p:pic>
        <p:nvPicPr>
          <p:cNvPr id="10" name="Grafik 9">
            <a:extLst>
              <a:ext uri="{FF2B5EF4-FFF2-40B4-BE49-F238E27FC236}">
                <a16:creationId xmlns:a16="http://schemas.microsoft.com/office/drawing/2014/main" id="{3C95C57A-94FA-92F2-4EFE-5E5F3DE9A5C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79512" y="1059582"/>
            <a:ext cx="4275717" cy="1425238"/>
          </a:xfrm>
          <a:prstGeom prst="rect">
            <a:avLst/>
          </a:prstGeom>
        </p:spPr>
      </p:pic>
      <p:pic>
        <p:nvPicPr>
          <p:cNvPr id="45" name="Audio 44">
            <a:extLst>
              <a:ext uri="{FF2B5EF4-FFF2-40B4-BE49-F238E27FC236}">
                <a16:creationId xmlns:a16="http://schemas.microsoft.com/office/drawing/2014/main" id="{8BC20DBF-50E3-EE9D-3C6C-1C5EE397A484}"/>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7886472" y="5308054"/>
            <a:ext cx="812800" cy="812800"/>
          </a:xfrm>
          <a:prstGeom prst="rect">
            <a:avLst/>
          </a:prstGeom>
        </p:spPr>
      </p:pic>
    </p:spTree>
    <p:extLst>
      <p:ext uri="{BB962C8B-B14F-4D97-AF65-F5344CB8AC3E}">
        <p14:creationId xmlns:p14="http://schemas.microsoft.com/office/powerpoint/2010/main" val="555050856"/>
      </p:ext>
    </p:extLst>
  </p:cSld>
  <p:clrMapOvr>
    <a:masterClrMapping/>
  </p:clrMapOvr>
  <mc:AlternateContent xmlns:mc="http://schemas.openxmlformats.org/markup-compatibility/2006">
    <mc:Choice xmlns:p14="http://schemas.microsoft.com/office/powerpoint/2010/main" Requires="p14">
      <p:transition spd="slow" p14:dur="2000" advTm="33823"/>
    </mc:Choice>
    <mc:Fallback>
      <p:transition spd="slow" advTm="338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9AD0C-2274-3BFD-1D1F-99DD154A7C72}"/>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7F463F9F-D335-9458-E6BD-AEDCBC73E3B8}"/>
              </a:ext>
            </a:extLst>
          </p:cNvPr>
          <p:cNvSpPr>
            <a:spLocks noGrp="1"/>
          </p:cNvSpPr>
          <p:nvPr>
            <p:ph type="ftr" sz="quarter" idx="16"/>
          </p:nvPr>
        </p:nvSpPr>
        <p:spPr/>
        <p:txBody>
          <a:bodyPr/>
          <a:lstStyle/>
          <a:p>
            <a:pPr>
              <a:spcAft>
                <a:spcPts val="600"/>
              </a:spcAft>
            </a:pPr>
            <a:r>
              <a:rPr lang="en-US" dirty="0"/>
              <a:t>Gina </a:t>
            </a:r>
            <a:r>
              <a:rPr lang="en-US" dirty="0" err="1"/>
              <a:t>Lüker</a:t>
            </a:r>
            <a:r>
              <a:rPr lang="en-US" dirty="0"/>
              <a:t>, Group G2 | Beat the Felix</a:t>
            </a:r>
            <a:endParaRPr lang="de-DE" dirty="0"/>
          </a:p>
        </p:txBody>
      </p:sp>
      <p:sp>
        <p:nvSpPr>
          <p:cNvPr id="3" name="Datumsplatzhalter 2">
            <a:extLst>
              <a:ext uri="{FF2B5EF4-FFF2-40B4-BE49-F238E27FC236}">
                <a16:creationId xmlns:a16="http://schemas.microsoft.com/office/drawing/2014/main" id="{7DD5C054-6E2A-9D74-7AEA-37FA9CF7C7E4}"/>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E12E2D09-0557-08F6-F2B3-A116A22ABC80}"/>
              </a:ext>
            </a:extLst>
          </p:cNvPr>
          <p:cNvSpPr>
            <a:spLocks noGrp="1"/>
          </p:cNvSpPr>
          <p:nvPr>
            <p:ph type="sldNum" sz="quarter" idx="10"/>
          </p:nvPr>
        </p:nvSpPr>
        <p:spPr/>
        <p:txBody>
          <a:bodyPr/>
          <a:lstStyle/>
          <a:p>
            <a:fld id="{63CECEBB-547B-4598-95D8-3FB4D608B5D5}" type="slidenum">
              <a:rPr lang="de-DE" smtClean="0"/>
              <a:pPr/>
              <a:t>11</a:t>
            </a:fld>
            <a:endParaRPr lang="de-DE" dirty="0"/>
          </a:p>
        </p:txBody>
      </p:sp>
      <p:sp>
        <p:nvSpPr>
          <p:cNvPr id="7" name="Textplatzhalter 6">
            <a:extLst>
              <a:ext uri="{FF2B5EF4-FFF2-40B4-BE49-F238E27FC236}">
                <a16:creationId xmlns:a16="http://schemas.microsoft.com/office/drawing/2014/main" id="{E1D77744-DB42-39DD-680F-04AB0586604E}"/>
              </a:ext>
            </a:extLst>
          </p:cNvPr>
          <p:cNvSpPr>
            <a:spLocks noGrp="1"/>
          </p:cNvSpPr>
          <p:nvPr>
            <p:ph type="body" sz="quarter" idx="14"/>
          </p:nvPr>
        </p:nvSpPr>
        <p:spPr/>
        <p:txBody>
          <a:bodyPr/>
          <a:lstStyle/>
          <a:p>
            <a:r>
              <a:rPr lang="de-DE" dirty="0"/>
              <a:t>Beat-</a:t>
            </a:r>
            <a:r>
              <a:rPr lang="de-DE" dirty="0" err="1"/>
              <a:t>the</a:t>
            </a:r>
            <a:r>
              <a:rPr lang="de-DE" dirty="0"/>
              <a:t>-Felix </a:t>
            </a:r>
          </a:p>
          <a:p>
            <a:endParaRPr lang="de-DE" dirty="0"/>
          </a:p>
        </p:txBody>
      </p:sp>
      <p:sp>
        <p:nvSpPr>
          <p:cNvPr id="18" name="Inhaltsplatzhalter 5">
            <a:extLst>
              <a:ext uri="{FF2B5EF4-FFF2-40B4-BE49-F238E27FC236}">
                <a16:creationId xmlns:a16="http://schemas.microsoft.com/office/drawing/2014/main" id="{CC57B708-398C-D520-3641-E3073D2D01B9}"/>
              </a:ext>
            </a:extLst>
          </p:cNvPr>
          <p:cNvSpPr>
            <a:spLocks noGrp="1"/>
          </p:cNvSpPr>
          <p:nvPr>
            <p:ph sz="quarter" idx="11"/>
          </p:nvPr>
        </p:nvSpPr>
        <p:spPr>
          <a:xfrm>
            <a:off x="250826" y="1058863"/>
            <a:ext cx="8642348" cy="3369566"/>
          </a:xfrm>
        </p:spPr>
        <p:txBody>
          <a:bodyPr numCol="1">
            <a:normAutofit lnSpcReduction="10000"/>
          </a:bodyPr>
          <a:lstStyle/>
          <a:p>
            <a:pPr>
              <a:spcAft>
                <a:spcPts val="600"/>
              </a:spcAft>
            </a:pPr>
            <a:r>
              <a:rPr lang="en-US" dirty="0"/>
              <a:t>Evaluation of model performance in open- and closed-loop modes </a:t>
            </a:r>
          </a:p>
          <a:p>
            <a:pPr>
              <a:spcAft>
                <a:spcPts val="600"/>
              </a:spcAft>
            </a:pPr>
            <a:endParaRPr lang="en-US" dirty="0"/>
          </a:p>
          <a:p>
            <a:pPr marL="0" indent="0">
              <a:spcAft>
                <a:spcPts val="600"/>
              </a:spcAft>
              <a:buNone/>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a:spcAft>
                <a:spcPts val="600"/>
              </a:spcAft>
            </a:pPr>
            <a:endParaRPr lang="en-US" dirty="0"/>
          </a:p>
          <a:p>
            <a:pPr marL="628650" indent="-268288">
              <a:spcAft>
                <a:spcPts val="600"/>
              </a:spcAft>
              <a:buFont typeface="Wingdings" panose="05000000000000000000" pitchFamily="2" charset="2"/>
              <a:buChar char="Ø"/>
              <a:tabLst>
                <a:tab pos="179388" algn="l"/>
                <a:tab pos="1974850" algn="l"/>
              </a:tabLst>
            </a:pPr>
            <a:r>
              <a:rPr lang="en-US" dirty="0"/>
              <a:t>Open-Loop:	High accuracy across all target variables</a:t>
            </a:r>
          </a:p>
          <a:p>
            <a:pPr marL="628650" indent="-268288">
              <a:spcAft>
                <a:spcPts val="600"/>
              </a:spcAft>
              <a:buFont typeface="Wingdings" panose="05000000000000000000" pitchFamily="2" charset="2"/>
              <a:buChar char="Ø"/>
              <a:tabLst>
                <a:tab pos="179388" algn="l"/>
                <a:tab pos="1974850" algn="l"/>
              </a:tabLst>
            </a:pPr>
            <a:r>
              <a:rPr lang="en-US" dirty="0"/>
              <a:t>Closed-Loop:			Initial error in closed-loop: model trained only on perfect data; first</a:t>
            </a:r>
            <a:br>
              <a:rPr lang="en-US" dirty="0"/>
            </a:br>
            <a:r>
              <a:rPr lang="en-US" dirty="0"/>
              <a:t>		predictions based on own outputs → early mistakes propagate</a:t>
            </a:r>
          </a:p>
        </p:txBody>
      </p:sp>
      <p:pic>
        <p:nvPicPr>
          <p:cNvPr id="19" name="Inhaltsplatzhalter 16" descr="Ein Bild, das Reihe, Diagramm, Text, Schrift enthält.&#10;&#10;Automatisch generierte Beschreibung">
            <a:extLst>
              <a:ext uri="{FF2B5EF4-FFF2-40B4-BE49-F238E27FC236}">
                <a16:creationId xmlns:a16="http://schemas.microsoft.com/office/drawing/2014/main" id="{451F6012-9550-BF87-9289-C86E4EFCCA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4920" y="1419622"/>
            <a:ext cx="7934160" cy="1983540"/>
          </a:xfrm>
          <a:prstGeom prst="rect">
            <a:avLst/>
          </a:prstGeom>
          <a:noFill/>
        </p:spPr>
      </p:pic>
      <p:sp>
        <p:nvSpPr>
          <p:cNvPr id="22" name="Inhaltsplatzhalter 5">
            <a:extLst>
              <a:ext uri="{FF2B5EF4-FFF2-40B4-BE49-F238E27FC236}">
                <a16:creationId xmlns:a16="http://schemas.microsoft.com/office/drawing/2014/main" id="{41159DDF-81CC-3251-2845-E79AA6D22B28}"/>
              </a:ext>
            </a:extLst>
          </p:cNvPr>
          <p:cNvSpPr txBox="1">
            <a:spLocks/>
          </p:cNvSpPr>
          <p:nvPr/>
        </p:nvSpPr>
        <p:spPr>
          <a:xfrm>
            <a:off x="250825" y="3361736"/>
            <a:ext cx="8642348" cy="444375"/>
          </a:xfrm>
          <a:prstGeom prst="rect">
            <a:avLst/>
          </a:prstGeom>
        </p:spPr>
        <p:txBody>
          <a:bodyPr vert="horz" lIns="0" tIns="0" rIns="0" bIns="0" numCol="1" spcCol="180000" rtlCol="0">
            <a:normAutofit/>
          </a:bodyPr>
          <a:lstStyle>
            <a:lvl1pPr marL="180000" indent="-180000" algn="l" defTabSz="0" rtl="0" eaLnBrk="1" latinLnBrk="0" hangingPunct="1">
              <a:lnSpc>
                <a:spcPct val="100000"/>
              </a:lnSpc>
              <a:spcBef>
                <a:spcPts val="0"/>
              </a:spcBef>
              <a:buClr>
                <a:schemeClr val="accent1"/>
              </a:buClr>
              <a:buFont typeface="Arial" panose="020B0604020202020204" pitchFamily="34" charset="0"/>
              <a:buChar char="•"/>
              <a:tabLst>
                <a:tab pos="180000" algn="l"/>
              </a:tabLst>
              <a:defRPr sz="1650" kern="1200" baseline="0">
                <a:solidFill>
                  <a:schemeClr val="tx1"/>
                </a:solidFill>
                <a:latin typeface="Arial" panose="020B0604020202020204" pitchFamily="34" charset="0"/>
                <a:ea typeface="+mn-ea"/>
                <a:cs typeface="Arial" panose="020B0604020202020204" pitchFamily="34" charset="0"/>
              </a:defRPr>
            </a:lvl1pPr>
            <a:lvl2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2pPr>
            <a:lvl3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3pPr>
            <a:lvl4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baseline="0">
                <a:solidFill>
                  <a:schemeClr val="tx1"/>
                </a:solidFill>
                <a:latin typeface="Arial" panose="020B0604020202020204" pitchFamily="34" charset="0"/>
                <a:ea typeface="+mn-ea"/>
                <a:cs typeface="Arial" panose="020B0604020202020204" pitchFamily="34" charset="0"/>
              </a:defRPr>
            </a:lvl4pPr>
            <a:lvl5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Aft>
                <a:spcPts val="600"/>
              </a:spcAft>
            </a:pPr>
            <a:endParaRPr lang="en-US" dirty="0"/>
          </a:p>
        </p:txBody>
      </p:sp>
      <p:pic>
        <p:nvPicPr>
          <p:cNvPr id="31" name="Audio 30">
            <a:extLst>
              <a:ext uri="{FF2B5EF4-FFF2-40B4-BE49-F238E27FC236}">
                <a16:creationId xmlns:a16="http://schemas.microsoft.com/office/drawing/2014/main" id="{454F2409-73DC-46D1-AB51-4B6EBF42813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15300" y="4114800"/>
            <a:ext cx="812800" cy="812800"/>
          </a:xfrm>
          <a:prstGeom prst="rect">
            <a:avLst/>
          </a:prstGeom>
        </p:spPr>
      </p:pic>
    </p:spTree>
    <p:extLst>
      <p:ext uri="{BB962C8B-B14F-4D97-AF65-F5344CB8AC3E}">
        <p14:creationId xmlns:p14="http://schemas.microsoft.com/office/powerpoint/2010/main" val="3965850897"/>
      </p:ext>
    </p:extLst>
  </p:cSld>
  <p:clrMapOvr>
    <a:masterClrMapping/>
  </p:clrMapOvr>
  <mc:AlternateContent xmlns:mc="http://schemas.openxmlformats.org/markup-compatibility/2006">
    <mc:Choice xmlns:p14="http://schemas.microsoft.com/office/powerpoint/2010/main" Requires="p14">
      <p:transition spd="slow" p14:dur="2000" advTm="32510"/>
    </mc:Choice>
    <mc:Fallback>
      <p:transition spd="slow" advTm="32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60353-9415-0B28-DE90-A9BF30B6C355}"/>
            </a:ext>
          </a:extLst>
        </p:cNvPr>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577E33BC-BD1F-C656-6947-6217BC52BD60}"/>
              </a:ext>
            </a:extLst>
          </p:cNvPr>
          <p:cNvSpPr>
            <a:spLocks noGrp="1"/>
          </p:cNvSpPr>
          <p:nvPr>
            <p:ph type="ftr" sz="quarter" idx="16"/>
          </p:nvPr>
        </p:nvSpPr>
        <p:spPr/>
        <p:txBody>
          <a:bodyPr/>
          <a:lstStyle/>
          <a:p>
            <a:pPr>
              <a:spcAft>
                <a:spcPts val="600"/>
              </a:spcAft>
            </a:pPr>
            <a:r>
              <a:rPr lang="en-US" dirty="0"/>
              <a:t>Gina </a:t>
            </a:r>
            <a:r>
              <a:rPr lang="en-US" dirty="0" err="1"/>
              <a:t>Lüker</a:t>
            </a:r>
            <a:r>
              <a:rPr lang="en-US" dirty="0"/>
              <a:t>, Group G2 | Beat the Felix</a:t>
            </a:r>
            <a:endParaRPr lang="de-DE" dirty="0"/>
          </a:p>
        </p:txBody>
      </p:sp>
      <p:sp>
        <p:nvSpPr>
          <p:cNvPr id="3" name="Datumsplatzhalter 2">
            <a:extLst>
              <a:ext uri="{FF2B5EF4-FFF2-40B4-BE49-F238E27FC236}">
                <a16:creationId xmlns:a16="http://schemas.microsoft.com/office/drawing/2014/main" id="{40B371D4-AB89-0E85-B46C-4CFA5A72189E}"/>
              </a:ext>
            </a:extLst>
          </p:cNvPr>
          <p:cNvSpPr>
            <a:spLocks noGrp="1"/>
          </p:cNvSpPr>
          <p:nvPr>
            <p:ph type="dt" sz="half" idx="15"/>
          </p:nvPr>
        </p:nvSpPr>
        <p:spPr/>
        <p:txBody>
          <a:bodyPr/>
          <a:lstStyle/>
          <a:p>
            <a:fld id="{1DFA528A-3D65-425D-A5D2-51494FEA8986}" type="datetime1">
              <a:rPr lang="en-US" smtClean="0"/>
              <a:t>7/18/25</a:t>
            </a:fld>
            <a:endParaRPr lang="de-DE" dirty="0"/>
          </a:p>
        </p:txBody>
      </p:sp>
      <p:sp>
        <p:nvSpPr>
          <p:cNvPr id="4" name="Foliennummernplatzhalter 3">
            <a:extLst>
              <a:ext uri="{FF2B5EF4-FFF2-40B4-BE49-F238E27FC236}">
                <a16:creationId xmlns:a16="http://schemas.microsoft.com/office/drawing/2014/main" id="{574CE245-EBC0-C097-D086-FA6706718450}"/>
              </a:ext>
            </a:extLst>
          </p:cNvPr>
          <p:cNvSpPr>
            <a:spLocks noGrp="1"/>
          </p:cNvSpPr>
          <p:nvPr>
            <p:ph type="sldNum" sz="quarter" idx="10"/>
          </p:nvPr>
        </p:nvSpPr>
        <p:spPr/>
        <p:txBody>
          <a:bodyPr/>
          <a:lstStyle/>
          <a:p>
            <a:fld id="{63CECEBB-547B-4598-95D8-3FB4D608B5D5}" type="slidenum">
              <a:rPr lang="de-DE" smtClean="0"/>
              <a:pPr/>
              <a:t>12</a:t>
            </a:fld>
            <a:endParaRPr lang="de-DE" dirty="0"/>
          </a:p>
        </p:txBody>
      </p:sp>
      <p:sp>
        <p:nvSpPr>
          <p:cNvPr id="7" name="Textplatzhalter 6">
            <a:extLst>
              <a:ext uri="{FF2B5EF4-FFF2-40B4-BE49-F238E27FC236}">
                <a16:creationId xmlns:a16="http://schemas.microsoft.com/office/drawing/2014/main" id="{474D8D6F-6931-B6A4-018C-A6F17197021F}"/>
              </a:ext>
            </a:extLst>
          </p:cNvPr>
          <p:cNvSpPr>
            <a:spLocks noGrp="1"/>
          </p:cNvSpPr>
          <p:nvPr>
            <p:ph type="body" sz="quarter" idx="14"/>
          </p:nvPr>
        </p:nvSpPr>
        <p:spPr/>
        <p:txBody>
          <a:bodyPr/>
          <a:lstStyle/>
          <a:p>
            <a:r>
              <a:rPr lang="de-DE" dirty="0"/>
              <a:t>Beat-</a:t>
            </a:r>
            <a:r>
              <a:rPr lang="de-DE" dirty="0" err="1"/>
              <a:t>the</a:t>
            </a:r>
            <a:r>
              <a:rPr lang="de-DE" dirty="0"/>
              <a:t>-Felix </a:t>
            </a:r>
          </a:p>
          <a:p>
            <a:endParaRPr lang="de-DE" dirty="0"/>
          </a:p>
        </p:txBody>
      </p:sp>
      <p:sp>
        <p:nvSpPr>
          <p:cNvPr id="18" name="Inhaltsplatzhalter 5">
            <a:extLst>
              <a:ext uri="{FF2B5EF4-FFF2-40B4-BE49-F238E27FC236}">
                <a16:creationId xmlns:a16="http://schemas.microsoft.com/office/drawing/2014/main" id="{64BFDEC8-8B69-1EE1-8A92-173C0FA7A292}"/>
              </a:ext>
            </a:extLst>
          </p:cNvPr>
          <p:cNvSpPr>
            <a:spLocks noGrp="1"/>
          </p:cNvSpPr>
          <p:nvPr>
            <p:ph sz="quarter" idx="11"/>
          </p:nvPr>
        </p:nvSpPr>
        <p:spPr>
          <a:xfrm>
            <a:off x="250824" y="4103830"/>
            <a:ext cx="8642348" cy="288751"/>
          </a:xfrm>
        </p:spPr>
        <p:txBody>
          <a:bodyPr numCol="1">
            <a:noAutofit/>
          </a:bodyPr>
          <a:lstStyle/>
          <a:p>
            <a:pPr>
              <a:spcAft>
                <a:spcPts val="600"/>
              </a:spcAft>
            </a:pPr>
            <a:r>
              <a:rPr lang="de-DE" sz="1600" b="0" i="0" u="none" strike="noStrike" dirty="0">
                <a:solidFill>
                  <a:srgbClr val="000000"/>
                </a:solidFill>
                <a:effectLst/>
                <a:latin typeface="+mn-lt"/>
              </a:rPr>
              <a:t>NARX </a:t>
            </a:r>
            <a:r>
              <a:rPr lang="de-DE" sz="1600" b="0" i="0" u="none" strike="noStrike" dirty="0" err="1">
                <a:solidFill>
                  <a:srgbClr val="000000"/>
                </a:solidFill>
                <a:effectLst/>
                <a:latin typeface="+mn-lt"/>
              </a:rPr>
              <a:t>model</a:t>
            </a:r>
            <a:r>
              <a:rPr lang="de-DE" sz="1600" b="0" i="0" u="none" strike="noStrike" dirty="0">
                <a:solidFill>
                  <a:srgbClr val="000000"/>
                </a:solidFill>
                <a:effectLst/>
                <a:latin typeface="+mn-lt"/>
              </a:rPr>
              <a:t> </a:t>
            </a:r>
            <a:r>
              <a:rPr lang="de-DE" sz="1600" b="0" i="0" u="none" strike="noStrike" dirty="0" err="1">
                <a:solidFill>
                  <a:srgbClr val="000000"/>
                </a:solidFill>
                <a:effectLst/>
                <a:latin typeface="+mn-lt"/>
              </a:rPr>
              <a:t>shows</a:t>
            </a:r>
            <a:r>
              <a:rPr lang="de-DE" sz="1600" b="0" i="0" u="none" strike="noStrike" dirty="0">
                <a:solidFill>
                  <a:srgbClr val="000000"/>
                </a:solidFill>
                <a:effectLst/>
                <a:latin typeface="+mn-lt"/>
              </a:rPr>
              <a:t> </a:t>
            </a:r>
            <a:r>
              <a:rPr lang="de-DE" sz="1600" b="0" i="0" u="none" strike="noStrike" dirty="0" err="1">
                <a:solidFill>
                  <a:srgbClr val="000000"/>
                </a:solidFill>
                <a:effectLst/>
                <a:latin typeface="+mn-lt"/>
              </a:rPr>
              <a:t>lower</a:t>
            </a:r>
            <a:r>
              <a:rPr lang="de-DE" sz="1600" b="0" i="0" u="none" strike="noStrike" dirty="0">
                <a:solidFill>
                  <a:srgbClr val="000000"/>
                </a:solidFill>
                <a:effectLst/>
                <a:latin typeface="+mn-lt"/>
              </a:rPr>
              <a:t> MSE/MAE on Beat-</a:t>
            </a:r>
            <a:r>
              <a:rPr lang="de-DE" sz="1600" b="0" i="0" u="none" strike="noStrike" dirty="0" err="1">
                <a:solidFill>
                  <a:srgbClr val="000000"/>
                </a:solidFill>
                <a:effectLst/>
                <a:latin typeface="+mn-lt"/>
              </a:rPr>
              <a:t>the</a:t>
            </a:r>
            <a:r>
              <a:rPr lang="de-DE" sz="1600" b="0" i="0" u="none" strike="noStrike" dirty="0">
                <a:solidFill>
                  <a:srgbClr val="000000"/>
                </a:solidFill>
                <a:effectLst/>
                <a:latin typeface="+mn-lt"/>
              </a:rPr>
              <a:t>-Felix (open &amp; </a:t>
            </a:r>
            <a:r>
              <a:rPr lang="de-DE" sz="1600" b="0" i="0" u="none" strike="noStrike" dirty="0" err="1">
                <a:solidFill>
                  <a:srgbClr val="000000"/>
                </a:solidFill>
                <a:effectLst/>
                <a:latin typeface="+mn-lt"/>
              </a:rPr>
              <a:t>closed</a:t>
            </a:r>
            <a:r>
              <a:rPr lang="de-DE" sz="1600" b="0" i="0" u="none" strike="noStrike" dirty="0">
                <a:solidFill>
                  <a:srgbClr val="000000"/>
                </a:solidFill>
                <a:effectLst/>
                <a:latin typeface="+mn-lt"/>
              </a:rPr>
              <a:t> loop) vs. </a:t>
            </a:r>
            <a:r>
              <a:rPr lang="de-DE" sz="1600" b="0" i="0" u="none" strike="noStrike" dirty="0" err="1">
                <a:solidFill>
                  <a:srgbClr val="000000"/>
                </a:solidFill>
                <a:effectLst/>
                <a:latin typeface="+mn-lt"/>
              </a:rPr>
              <a:t>benchmarks</a:t>
            </a:r>
            <a:endParaRPr lang="en-US" sz="1600" dirty="0">
              <a:latin typeface="+mn-lt"/>
            </a:endParaRPr>
          </a:p>
          <a:p>
            <a:pPr>
              <a:spcAft>
                <a:spcPts val="600"/>
              </a:spcAft>
            </a:pPr>
            <a:endParaRPr lang="en-US" sz="1600" dirty="0">
              <a:latin typeface="+mn-lt"/>
            </a:endParaRPr>
          </a:p>
          <a:p>
            <a:pPr>
              <a:spcAft>
                <a:spcPts val="600"/>
              </a:spcAft>
            </a:pPr>
            <a:endParaRPr lang="en-US" sz="1600" dirty="0">
              <a:latin typeface="+mn-lt"/>
            </a:endParaRPr>
          </a:p>
          <a:p>
            <a:pPr>
              <a:spcAft>
                <a:spcPts val="600"/>
              </a:spcAft>
            </a:pPr>
            <a:endParaRPr lang="en-US" sz="1600" dirty="0">
              <a:latin typeface="+mn-lt"/>
            </a:endParaRPr>
          </a:p>
          <a:p>
            <a:pPr>
              <a:spcAft>
                <a:spcPts val="600"/>
              </a:spcAft>
            </a:pPr>
            <a:endParaRPr lang="en-US" sz="1600" dirty="0">
              <a:latin typeface="+mn-lt"/>
            </a:endParaRPr>
          </a:p>
        </p:txBody>
      </p:sp>
      <p:sp>
        <p:nvSpPr>
          <p:cNvPr id="22" name="Inhaltsplatzhalter 5">
            <a:extLst>
              <a:ext uri="{FF2B5EF4-FFF2-40B4-BE49-F238E27FC236}">
                <a16:creationId xmlns:a16="http://schemas.microsoft.com/office/drawing/2014/main" id="{A064BA14-7F6C-2909-1734-3ED3A6FA08AE}"/>
              </a:ext>
            </a:extLst>
          </p:cNvPr>
          <p:cNvSpPr txBox="1">
            <a:spLocks/>
          </p:cNvSpPr>
          <p:nvPr/>
        </p:nvSpPr>
        <p:spPr>
          <a:xfrm>
            <a:off x="250825" y="3639543"/>
            <a:ext cx="8642348" cy="444375"/>
          </a:xfrm>
          <a:prstGeom prst="rect">
            <a:avLst/>
          </a:prstGeom>
        </p:spPr>
        <p:txBody>
          <a:bodyPr vert="horz" lIns="0" tIns="0" rIns="0" bIns="0" numCol="1" spcCol="180000" rtlCol="0">
            <a:normAutofit/>
          </a:bodyPr>
          <a:lstStyle>
            <a:lvl1pPr marL="180000" indent="-180000" algn="l" defTabSz="0" rtl="0" eaLnBrk="1" latinLnBrk="0" hangingPunct="1">
              <a:lnSpc>
                <a:spcPct val="100000"/>
              </a:lnSpc>
              <a:spcBef>
                <a:spcPts val="0"/>
              </a:spcBef>
              <a:buClr>
                <a:schemeClr val="accent1"/>
              </a:buClr>
              <a:buFont typeface="Arial" panose="020B0604020202020204" pitchFamily="34" charset="0"/>
              <a:buChar char="•"/>
              <a:tabLst>
                <a:tab pos="180000" algn="l"/>
              </a:tabLst>
              <a:defRPr sz="1650" kern="1200" baseline="0">
                <a:solidFill>
                  <a:schemeClr val="tx1"/>
                </a:solidFill>
                <a:latin typeface="Arial" panose="020B0604020202020204" pitchFamily="34" charset="0"/>
                <a:ea typeface="+mn-ea"/>
                <a:cs typeface="Arial" panose="020B0604020202020204" pitchFamily="34" charset="0"/>
              </a:defRPr>
            </a:lvl1pPr>
            <a:lvl2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2pPr>
            <a:lvl3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3pPr>
            <a:lvl4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baseline="0">
                <a:solidFill>
                  <a:schemeClr val="tx1"/>
                </a:solidFill>
                <a:latin typeface="Arial" panose="020B0604020202020204" pitchFamily="34" charset="0"/>
                <a:ea typeface="+mn-ea"/>
                <a:cs typeface="Arial" panose="020B0604020202020204" pitchFamily="34" charset="0"/>
              </a:defRPr>
            </a:lvl4pPr>
            <a:lvl5pPr marL="180000" indent="-180000" algn="l" defTabSz="914400" rtl="0" eaLnBrk="1" latinLnBrk="0" hangingPunct="1">
              <a:lnSpc>
                <a:spcPct val="100000"/>
              </a:lnSpc>
              <a:spcBef>
                <a:spcPts val="0"/>
              </a:spcBef>
              <a:buClr>
                <a:schemeClr val="accent1"/>
              </a:buClr>
              <a:buFont typeface="Arial" panose="020B0604020202020204" pitchFamily="34" charset="0"/>
              <a:buChar char="•"/>
              <a:defRPr sz="165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Aft>
                <a:spcPts val="600"/>
              </a:spcAft>
            </a:pPr>
            <a:endParaRPr lang="en-US" sz="1400" dirty="0"/>
          </a:p>
        </p:txBody>
      </p:sp>
      <p:graphicFrame>
        <p:nvGraphicFramePr>
          <p:cNvPr id="5" name="Tabelle 4">
            <a:extLst>
              <a:ext uri="{FF2B5EF4-FFF2-40B4-BE49-F238E27FC236}">
                <a16:creationId xmlns:a16="http://schemas.microsoft.com/office/drawing/2014/main" id="{7A3056F6-F9D2-16D0-6F3E-92C21A59E66D}"/>
              </a:ext>
            </a:extLst>
          </p:cNvPr>
          <p:cNvGraphicFramePr>
            <a:graphicFrameLocks noGrp="1"/>
          </p:cNvGraphicFramePr>
          <p:nvPr>
            <p:extLst>
              <p:ext uri="{D42A27DB-BD31-4B8C-83A1-F6EECF244321}">
                <p14:modId xmlns:p14="http://schemas.microsoft.com/office/powerpoint/2010/main" val="632311064"/>
              </p:ext>
            </p:extLst>
          </p:nvPr>
        </p:nvGraphicFramePr>
        <p:xfrm>
          <a:off x="250824" y="944217"/>
          <a:ext cx="4149697" cy="3041064"/>
        </p:xfrm>
        <a:graphic>
          <a:graphicData uri="http://schemas.openxmlformats.org/drawingml/2006/table">
            <a:tbl>
              <a:tblPr firstRow="1" bandRow="1">
                <a:tableStyleId>{5C22544A-7EE6-4342-B048-85BDC9FD1C3A}</a:tableStyleId>
              </a:tblPr>
              <a:tblGrid>
                <a:gridCol w="622483">
                  <a:extLst>
                    <a:ext uri="{9D8B030D-6E8A-4147-A177-3AD203B41FA5}">
                      <a16:colId xmlns:a16="http://schemas.microsoft.com/office/drawing/2014/main" val="54178264"/>
                    </a:ext>
                  </a:extLst>
                </a:gridCol>
                <a:gridCol w="899143">
                  <a:extLst>
                    <a:ext uri="{9D8B030D-6E8A-4147-A177-3AD203B41FA5}">
                      <a16:colId xmlns:a16="http://schemas.microsoft.com/office/drawing/2014/main" val="1730999740"/>
                    </a:ext>
                  </a:extLst>
                </a:gridCol>
                <a:gridCol w="899143">
                  <a:extLst>
                    <a:ext uri="{9D8B030D-6E8A-4147-A177-3AD203B41FA5}">
                      <a16:colId xmlns:a16="http://schemas.microsoft.com/office/drawing/2014/main" val="3293145604"/>
                    </a:ext>
                  </a:extLst>
                </a:gridCol>
                <a:gridCol w="864464">
                  <a:extLst>
                    <a:ext uri="{9D8B030D-6E8A-4147-A177-3AD203B41FA5}">
                      <a16:colId xmlns:a16="http://schemas.microsoft.com/office/drawing/2014/main" val="1795232894"/>
                    </a:ext>
                  </a:extLst>
                </a:gridCol>
                <a:gridCol w="864464">
                  <a:extLst>
                    <a:ext uri="{9D8B030D-6E8A-4147-A177-3AD203B41FA5}">
                      <a16:colId xmlns:a16="http://schemas.microsoft.com/office/drawing/2014/main" val="3958689556"/>
                    </a:ext>
                  </a:extLst>
                </a:gridCol>
              </a:tblGrid>
              <a:tr h="337896">
                <a:tc gridSpan="5">
                  <a:txBody>
                    <a:bodyPr/>
                    <a:lstStyle/>
                    <a:p>
                      <a:pPr algn="ctr"/>
                      <a:r>
                        <a:rPr lang="de-DE" sz="1100" dirty="0"/>
                        <a:t>Benchmarks</a:t>
                      </a:r>
                    </a:p>
                  </a:txBody>
                  <a:tcPr anchor="ctr"/>
                </a:tc>
                <a:tc hMerge="1">
                  <a:txBody>
                    <a:bodyPr/>
                    <a:lstStyle/>
                    <a:p>
                      <a:endParaRPr lang="de-DE" sz="1200" dirty="0"/>
                    </a:p>
                  </a:txBody>
                  <a:tcPr/>
                </a:tc>
                <a:tc hMerge="1">
                  <a:txBody>
                    <a:bodyPr/>
                    <a:lstStyle/>
                    <a:p>
                      <a:endParaRPr lang="de-DE" sz="1200" dirty="0"/>
                    </a:p>
                  </a:txBody>
                  <a:tcPr/>
                </a:tc>
                <a:tc hMerge="1">
                  <a:txBody>
                    <a:bodyPr/>
                    <a:lstStyle/>
                    <a:p>
                      <a:endParaRPr lang="de-DE" sz="1200" dirty="0"/>
                    </a:p>
                  </a:txBody>
                  <a:tcPr/>
                </a:tc>
                <a:tc hMerge="1">
                  <a:txBody>
                    <a:bodyPr/>
                    <a:lstStyle/>
                    <a:p>
                      <a:endParaRPr lang="de-DE" sz="1200" dirty="0"/>
                    </a:p>
                  </a:txBody>
                  <a:tcPr/>
                </a:tc>
                <a:extLst>
                  <a:ext uri="{0D108BD9-81ED-4DB2-BD59-A6C34878D82A}">
                    <a16:rowId xmlns:a16="http://schemas.microsoft.com/office/drawing/2014/main" val="2768311735"/>
                  </a:ext>
                </a:extLst>
              </a:tr>
              <a:tr h="337896">
                <a:tc>
                  <a:txBody>
                    <a:bodyPr/>
                    <a:lstStyle/>
                    <a:p>
                      <a:pPr algn="ctr"/>
                      <a:endParaRPr lang="de-DE" sz="1100" dirty="0">
                        <a:solidFill>
                          <a:schemeClr val="bg1"/>
                        </a:solidFill>
                      </a:endParaRPr>
                    </a:p>
                  </a:txBody>
                  <a:tcPr anchor="ctr">
                    <a:solidFill>
                      <a:srgbClr val="84B819"/>
                    </a:solidFill>
                  </a:tcPr>
                </a:tc>
                <a:tc gridSpan="2">
                  <a:txBody>
                    <a:bodyPr/>
                    <a:lstStyle/>
                    <a:p>
                      <a:pPr algn="ctr"/>
                      <a:r>
                        <a:rPr lang="de-DE" sz="1100" dirty="0">
                          <a:solidFill>
                            <a:schemeClr val="bg1"/>
                          </a:solidFill>
                        </a:rPr>
                        <a:t>Open Loop</a:t>
                      </a:r>
                    </a:p>
                  </a:txBody>
                  <a:tcPr anchor="ctr">
                    <a:solidFill>
                      <a:srgbClr val="84B819"/>
                    </a:solidFill>
                  </a:tcPr>
                </a:tc>
                <a:tc hMerge="1">
                  <a:txBody>
                    <a:bodyPr/>
                    <a:lstStyle/>
                    <a:p>
                      <a:endParaRPr lang="de-DE" sz="1200" dirty="0"/>
                    </a:p>
                  </a:txBody>
                  <a:tcPr>
                    <a:solidFill>
                      <a:srgbClr val="84B819"/>
                    </a:solidFill>
                  </a:tcPr>
                </a:tc>
                <a:tc gridSpan="2">
                  <a:txBody>
                    <a:bodyPr/>
                    <a:lstStyle/>
                    <a:p>
                      <a:pPr algn="ctr"/>
                      <a:r>
                        <a:rPr lang="de-DE" sz="1100" dirty="0" err="1">
                          <a:solidFill>
                            <a:schemeClr val="bg1"/>
                          </a:solidFill>
                        </a:rPr>
                        <a:t>Closed</a:t>
                      </a:r>
                      <a:r>
                        <a:rPr lang="de-DE" sz="1100" dirty="0">
                          <a:solidFill>
                            <a:schemeClr val="bg1"/>
                          </a:solidFill>
                        </a:rPr>
                        <a:t> Loop</a:t>
                      </a:r>
                    </a:p>
                  </a:txBody>
                  <a:tcPr anchor="ctr">
                    <a:solidFill>
                      <a:srgbClr val="84B819"/>
                    </a:solidFill>
                  </a:tcPr>
                </a:tc>
                <a:tc hMerge="1">
                  <a:txBody>
                    <a:bodyPr/>
                    <a:lstStyle/>
                    <a:p>
                      <a:endParaRPr lang="de-DE" sz="1200" dirty="0"/>
                    </a:p>
                  </a:txBody>
                  <a:tcPr>
                    <a:solidFill>
                      <a:srgbClr val="84B819"/>
                    </a:solidFill>
                  </a:tcPr>
                </a:tc>
                <a:extLst>
                  <a:ext uri="{0D108BD9-81ED-4DB2-BD59-A6C34878D82A}">
                    <a16:rowId xmlns:a16="http://schemas.microsoft.com/office/drawing/2014/main" val="5018503"/>
                  </a:ext>
                </a:extLst>
              </a:tr>
              <a:tr h="337896">
                <a:tc>
                  <a:txBody>
                    <a:bodyPr/>
                    <a:lstStyle/>
                    <a:p>
                      <a:pPr algn="ctr"/>
                      <a:r>
                        <a:rPr lang="de-DE" sz="1100" dirty="0">
                          <a:solidFill>
                            <a:schemeClr val="bg1"/>
                          </a:solidFill>
                        </a:rPr>
                        <a:t>State</a:t>
                      </a:r>
                    </a:p>
                  </a:txBody>
                  <a:tcPr anchor="ctr">
                    <a:solidFill>
                      <a:srgbClr val="84B819"/>
                    </a:solidFill>
                  </a:tcPr>
                </a:tc>
                <a:tc>
                  <a:txBody>
                    <a:bodyPr/>
                    <a:lstStyle/>
                    <a:p>
                      <a:pPr algn="ctr"/>
                      <a:r>
                        <a:rPr lang="de-DE" sz="1100" dirty="0">
                          <a:solidFill>
                            <a:schemeClr val="bg1"/>
                          </a:solidFill>
                        </a:rPr>
                        <a:t>MSE</a:t>
                      </a:r>
                    </a:p>
                  </a:txBody>
                  <a:tcPr anchor="ctr">
                    <a:solidFill>
                      <a:srgbClr val="84B819"/>
                    </a:solidFill>
                  </a:tcPr>
                </a:tc>
                <a:tc>
                  <a:txBody>
                    <a:bodyPr/>
                    <a:lstStyle/>
                    <a:p>
                      <a:pPr algn="ctr"/>
                      <a:r>
                        <a:rPr lang="de-DE" sz="1100" dirty="0">
                          <a:solidFill>
                            <a:schemeClr val="bg1"/>
                          </a:solidFill>
                        </a:rPr>
                        <a:t>MAE</a:t>
                      </a:r>
                    </a:p>
                  </a:txBody>
                  <a:tcPr anchor="ctr">
                    <a:solidFill>
                      <a:srgbClr val="84B819"/>
                    </a:solidFill>
                  </a:tcPr>
                </a:tc>
                <a:tc>
                  <a:txBody>
                    <a:bodyPr/>
                    <a:lstStyle/>
                    <a:p>
                      <a:pPr algn="ctr"/>
                      <a:r>
                        <a:rPr lang="de-DE" sz="1100" dirty="0">
                          <a:solidFill>
                            <a:schemeClr val="bg1"/>
                          </a:solidFill>
                        </a:rPr>
                        <a:t>MSE</a:t>
                      </a:r>
                    </a:p>
                  </a:txBody>
                  <a:tcPr anchor="ctr">
                    <a:solidFill>
                      <a:srgbClr val="84B819"/>
                    </a:solidFill>
                  </a:tcPr>
                </a:tc>
                <a:tc>
                  <a:txBody>
                    <a:bodyPr/>
                    <a:lstStyle/>
                    <a:p>
                      <a:pPr algn="ctr"/>
                      <a:r>
                        <a:rPr lang="de-DE" sz="1100" dirty="0">
                          <a:solidFill>
                            <a:schemeClr val="bg1"/>
                          </a:solidFill>
                        </a:rPr>
                        <a:t>MAE</a:t>
                      </a:r>
                    </a:p>
                  </a:txBody>
                  <a:tcPr anchor="ctr">
                    <a:solidFill>
                      <a:srgbClr val="84B819"/>
                    </a:solidFill>
                  </a:tcPr>
                </a:tc>
                <a:extLst>
                  <a:ext uri="{0D108BD9-81ED-4DB2-BD59-A6C34878D82A}">
                    <a16:rowId xmlns:a16="http://schemas.microsoft.com/office/drawing/2014/main" val="1196496854"/>
                  </a:ext>
                </a:extLst>
              </a:tr>
              <a:tr h="337896">
                <a:tc>
                  <a:txBody>
                    <a:bodyPr/>
                    <a:lstStyle/>
                    <a:p>
                      <a:r>
                        <a:rPr lang="de-DE" sz="1100" dirty="0"/>
                        <a:t>c</a:t>
                      </a:r>
                    </a:p>
                  </a:txBody>
                  <a:tcPr/>
                </a:tc>
                <a:tc>
                  <a:txBody>
                    <a:bodyPr/>
                    <a:lstStyle/>
                    <a:p>
                      <a:pPr algn="r"/>
                      <a:r>
                        <a:rPr lang="de-DE" sz="1100" dirty="0"/>
                        <a:t>2.472e-05</a:t>
                      </a:r>
                    </a:p>
                  </a:txBody>
                  <a:tcPr/>
                </a:tc>
                <a:tc>
                  <a:txBody>
                    <a:bodyPr/>
                    <a:lstStyle/>
                    <a:p>
                      <a:pPr algn="r"/>
                      <a:r>
                        <a:rPr lang="de-DE" sz="1100" dirty="0"/>
                        <a:t>6.630e-04</a:t>
                      </a:r>
                    </a:p>
                  </a:txBody>
                  <a:tcPr/>
                </a:tc>
                <a:tc>
                  <a:txBody>
                    <a:bodyPr/>
                    <a:lstStyle/>
                    <a:p>
                      <a:pPr algn="r"/>
                      <a:r>
                        <a:rPr lang="de-DE" sz="1100" dirty="0"/>
                        <a:t>4.808e-08</a:t>
                      </a:r>
                    </a:p>
                  </a:txBody>
                  <a:tcPr/>
                </a:tc>
                <a:tc>
                  <a:txBody>
                    <a:bodyPr/>
                    <a:lstStyle/>
                    <a:p>
                      <a:pPr algn="r"/>
                      <a:r>
                        <a:rPr lang="de-DE" sz="1100" dirty="0"/>
                        <a:t>9.700e-05</a:t>
                      </a:r>
                    </a:p>
                  </a:txBody>
                  <a:tcPr/>
                </a:tc>
                <a:extLst>
                  <a:ext uri="{0D108BD9-81ED-4DB2-BD59-A6C34878D82A}">
                    <a16:rowId xmlns:a16="http://schemas.microsoft.com/office/drawing/2014/main" val="3681207521"/>
                  </a:ext>
                </a:extLst>
              </a:tr>
              <a:tr h="337896">
                <a:tc>
                  <a:txBody>
                    <a:bodyPr/>
                    <a:lstStyle/>
                    <a:p>
                      <a:r>
                        <a:rPr lang="de-DE" sz="1100" dirty="0"/>
                        <a:t>T_PM</a:t>
                      </a:r>
                    </a:p>
                  </a:txBody>
                  <a:tcPr/>
                </a:tc>
                <a:tc>
                  <a:txBody>
                    <a:bodyPr/>
                    <a:lstStyle/>
                    <a:p>
                      <a:pPr algn="r"/>
                      <a:r>
                        <a:rPr lang="de-DE" sz="1100" dirty="0"/>
                        <a:t>0.133</a:t>
                      </a:r>
                    </a:p>
                  </a:txBody>
                  <a:tcPr/>
                </a:tc>
                <a:tc>
                  <a:txBody>
                    <a:bodyPr/>
                    <a:lstStyle/>
                    <a:p>
                      <a:pPr algn="r"/>
                      <a:r>
                        <a:rPr lang="de-DE" sz="1100" dirty="0"/>
                        <a:t>0.151</a:t>
                      </a:r>
                    </a:p>
                  </a:txBody>
                  <a:tcPr/>
                </a:tc>
                <a:tc>
                  <a:txBody>
                    <a:bodyPr/>
                    <a:lstStyle/>
                    <a:p>
                      <a:pPr algn="r"/>
                      <a:r>
                        <a:rPr lang="de-DE" sz="1100" dirty="0"/>
                        <a:t>0.013</a:t>
                      </a:r>
                    </a:p>
                  </a:txBody>
                  <a:tcPr/>
                </a:tc>
                <a:tc>
                  <a:txBody>
                    <a:bodyPr/>
                    <a:lstStyle/>
                    <a:p>
                      <a:pPr algn="r"/>
                      <a:r>
                        <a:rPr lang="de-DE" sz="1100" dirty="0"/>
                        <a:t>0.073</a:t>
                      </a:r>
                    </a:p>
                  </a:txBody>
                  <a:tcPr/>
                </a:tc>
                <a:extLst>
                  <a:ext uri="{0D108BD9-81ED-4DB2-BD59-A6C34878D82A}">
                    <a16:rowId xmlns:a16="http://schemas.microsoft.com/office/drawing/2014/main" val="3503820549"/>
                  </a:ext>
                </a:extLst>
              </a:tr>
              <a:tr h="337896">
                <a:tc>
                  <a:txBody>
                    <a:bodyPr/>
                    <a:lstStyle/>
                    <a:p>
                      <a:r>
                        <a:rPr lang="de-DE" sz="1100" dirty="0"/>
                        <a:t>d50</a:t>
                      </a:r>
                    </a:p>
                  </a:txBody>
                  <a:tcPr/>
                </a:tc>
                <a:tc>
                  <a:txBody>
                    <a:bodyPr/>
                    <a:lstStyle/>
                    <a:p>
                      <a:pPr algn="r"/>
                      <a:r>
                        <a:rPr lang="de-DE" sz="1100" dirty="0"/>
                        <a:t>1.895e-06</a:t>
                      </a:r>
                    </a:p>
                  </a:txBody>
                  <a:tcPr/>
                </a:tc>
                <a:tc>
                  <a:txBody>
                    <a:bodyPr/>
                    <a:lstStyle/>
                    <a:p>
                      <a:pPr algn="r"/>
                      <a:r>
                        <a:rPr lang="de-DE" sz="1100" dirty="0"/>
                        <a:t>8.481e-05</a:t>
                      </a:r>
                    </a:p>
                  </a:txBody>
                  <a:tcPr/>
                </a:tc>
                <a:tc>
                  <a:txBody>
                    <a:bodyPr/>
                    <a:lstStyle/>
                    <a:p>
                      <a:pPr algn="r"/>
                      <a:r>
                        <a:rPr lang="de-DE" sz="1100" dirty="0"/>
                        <a:t>1.438e-06</a:t>
                      </a:r>
                    </a:p>
                  </a:txBody>
                  <a:tcPr/>
                </a:tc>
                <a:tc>
                  <a:txBody>
                    <a:bodyPr/>
                    <a:lstStyle/>
                    <a:p>
                      <a:pPr algn="r"/>
                      <a:r>
                        <a:rPr lang="de-DE" sz="1100" dirty="0"/>
                        <a:t>6.437e-05</a:t>
                      </a:r>
                    </a:p>
                  </a:txBody>
                  <a:tcPr/>
                </a:tc>
                <a:extLst>
                  <a:ext uri="{0D108BD9-81ED-4DB2-BD59-A6C34878D82A}">
                    <a16:rowId xmlns:a16="http://schemas.microsoft.com/office/drawing/2014/main" val="3183377960"/>
                  </a:ext>
                </a:extLst>
              </a:tr>
              <a:tr h="337896">
                <a:tc>
                  <a:txBody>
                    <a:bodyPr/>
                    <a:lstStyle/>
                    <a:p>
                      <a:r>
                        <a:rPr lang="de-DE" sz="1100" dirty="0"/>
                        <a:t>d90</a:t>
                      </a:r>
                    </a:p>
                  </a:txBody>
                  <a:tcPr/>
                </a:tc>
                <a:tc>
                  <a:txBody>
                    <a:bodyPr/>
                    <a:lstStyle/>
                    <a:p>
                      <a:pPr algn="r"/>
                      <a:r>
                        <a:rPr lang="de-DE" sz="1100" dirty="0"/>
                        <a:t>3.063e-07</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dirty="0"/>
                        <a:t>5.572e-05</a:t>
                      </a:r>
                    </a:p>
                  </a:txBody>
                  <a:tcPr/>
                </a:tc>
                <a:tc>
                  <a:txBody>
                    <a:bodyPr/>
                    <a:lstStyle/>
                    <a:p>
                      <a:pPr algn="r"/>
                      <a:r>
                        <a:rPr lang="de-DE" sz="1100" dirty="0"/>
                        <a:t>1.566e-06</a:t>
                      </a:r>
                    </a:p>
                  </a:txBody>
                  <a:tcPr/>
                </a:tc>
                <a:tc>
                  <a:txBody>
                    <a:bodyPr/>
                    <a:lstStyle/>
                    <a:p>
                      <a:pPr algn="r"/>
                      <a:r>
                        <a:rPr lang="de-DE" sz="1100" dirty="0"/>
                        <a:t>8.005e-05</a:t>
                      </a:r>
                    </a:p>
                  </a:txBody>
                  <a:tcPr/>
                </a:tc>
                <a:extLst>
                  <a:ext uri="{0D108BD9-81ED-4DB2-BD59-A6C34878D82A}">
                    <a16:rowId xmlns:a16="http://schemas.microsoft.com/office/drawing/2014/main" val="2117185783"/>
                  </a:ext>
                </a:extLst>
              </a:tr>
              <a:tr h="337896">
                <a:tc>
                  <a:txBody>
                    <a:bodyPr/>
                    <a:lstStyle/>
                    <a:p>
                      <a:r>
                        <a:rPr lang="de-DE" sz="1100" dirty="0"/>
                        <a:t>d10</a:t>
                      </a:r>
                    </a:p>
                  </a:txBody>
                  <a:tcPr/>
                </a:tc>
                <a:tc>
                  <a:txBody>
                    <a:bodyPr/>
                    <a:lstStyle/>
                    <a:p>
                      <a:pPr algn="r"/>
                      <a:r>
                        <a:rPr lang="de-DE" sz="1100" dirty="0"/>
                        <a:t>4.578e-07</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dirty="0"/>
                        <a:t>4.387e-05</a:t>
                      </a:r>
                    </a:p>
                  </a:txBody>
                  <a:tcPr/>
                </a:tc>
                <a:tc>
                  <a:txBody>
                    <a:bodyPr/>
                    <a:lstStyle/>
                    <a:p>
                      <a:pPr algn="r"/>
                      <a:r>
                        <a:rPr lang="de-DE" sz="1100" dirty="0"/>
                        <a:t>1.823e-06</a:t>
                      </a:r>
                    </a:p>
                  </a:txBody>
                  <a:tcPr/>
                </a:tc>
                <a:tc>
                  <a:txBody>
                    <a:bodyPr/>
                    <a:lstStyle/>
                    <a:p>
                      <a:pPr algn="r"/>
                      <a:r>
                        <a:rPr lang="de-DE" sz="1100" dirty="0"/>
                        <a:t>7.393e-05</a:t>
                      </a:r>
                    </a:p>
                  </a:txBody>
                  <a:tcPr/>
                </a:tc>
                <a:extLst>
                  <a:ext uri="{0D108BD9-81ED-4DB2-BD59-A6C34878D82A}">
                    <a16:rowId xmlns:a16="http://schemas.microsoft.com/office/drawing/2014/main" val="964128179"/>
                  </a:ext>
                </a:extLst>
              </a:tr>
              <a:tr h="337896">
                <a:tc>
                  <a:txBody>
                    <a:bodyPr/>
                    <a:lstStyle/>
                    <a:p>
                      <a:r>
                        <a:rPr lang="de-DE" sz="1100" dirty="0"/>
                        <a:t>T_TM</a:t>
                      </a:r>
                    </a:p>
                  </a:txBody>
                  <a:tcPr/>
                </a:tc>
                <a:tc>
                  <a:txBody>
                    <a:bodyPr/>
                    <a:lstStyle/>
                    <a:p>
                      <a:pPr algn="r"/>
                      <a:r>
                        <a:rPr lang="de-DE" sz="1100" dirty="0"/>
                        <a:t>0.120</a:t>
                      </a:r>
                    </a:p>
                  </a:txBody>
                  <a:tcPr/>
                </a:tc>
                <a:tc>
                  <a:txBody>
                    <a:bodyPr/>
                    <a:lstStyle/>
                    <a:p>
                      <a:pPr algn="r"/>
                      <a:r>
                        <a:rPr lang="de-DE" sz="1100" dirty="0"/>
                        <a:t>0.144</a:t>
                      </a:r>
                    </a:p>
                  </a:txBody>
                  <a:tcPr/>
                </a:tc>
                <a:tc>
                  <a:txBody>
                    <a:bodyPr/>
                    <a:lstStyle/>
                    <a:p>
                      <a:pPr algn="r"/>
                      <a:r>
                        <a:rPr lang="de-DE" sz="1100" dirty="0"/>
                        <a:t>0.0139</a:t>
                      </a:r>
                    </a:p>
                  </a:txBody>
                  <a:tcPr/>
                </a:tc>
                <a:tc>
                  <a:txBody>
                    <a:bodyPr/>
                    <a:lstStyle/>
                    <a:p>
                      <a:pPr algn="r"/>
                      <a:r>
                        <a:rPr lang="de-DE" sz="1100" dirty="0"/>
                        <a:t>0.0676</a:t>
                      </a:r>
                    </a:p>
                  </a:txBody>
                  <a:tcPr/>
                </a:tc>
                <a:extLst>
                  <a:ext uri="{0D108BD9-81ED-4DB2-BD59-A6C34878D82A}">
                    <a16:rowId xmlns:a16="http://schemas.microsoft.com/office/drawing/2014/main" val="196295919"/>
                  </a:ext>
                </a:extLst>
              </a:tr>
            </a:tbl>
          </a:graphicData>
        </a:graphic>
      </p:graphicFrame>
      <p:graphicFrame>
        <p:nvGraphicFramePr>
          <p:cNvPr id="16" name="Tabelle 15">
            <a:extLst>
              <a:ext uri="{FF2B5EF4-FFF2-40B4-BE49-F238E27FC236}">
                <a16:creationId xmlns:a16="http://schemas.microsoft.com/office/drawing/2014/main" id="{EF489BDA-69C1-C7E0-3FCE-B6906B858BFD}"/>
              </a:ext>
            </a:extLst>
          </p:cNvPr>
          <p:cNvGraphicFramePr>
            <a:graphicFrameLocks noGrp="1"/>
          </p:cNvGraphicFramePr>
          <p:nvPr>
            <p:extLst>
              <p:ext uri="{D42A27DB-BD31-4B8C-83A1-F6EECF244321}">
                <p14:modId xmlns:p14="http://schemas.microsoft.com/office/powerpoint/2010/main" val="3426129260"/>
              </p:ext>
            </p:extLst>
          </p:nvPr>
        </p:nvGraphicFramePr>
        <p:xfrm>
          <a:off x="4743475" y="949369"/>
          <a:ext cx="4149697" cy="3041064"/>
        </p:xfrm>
        <a:graphic>
          <a:graphicData uri="http://schemas.openxmlformats.org/drawingml/2006/table">
            <a:tbl>
              <a:tblPr firstRow="1" bandRow="1">
                <a:tableStyleId>{5C22544A-7EE6-4342-B048-85BDC9FD1C3A}</a:tableStyleId>
              </a:tblPr>
              <a:tblGrid>
                <a:gridCol w="622483">
                  <a:extLst>
                    <a:ext uri="{9D8B030D-6E8A-4147-A177-3AD203B41FA5}">
                      <a16:colId xmlns:a16="http://schemas.microsoft.com/office/drawing/2014/main" val="54178264"/>
                    </a:ext>
                  </a:extLst>
                </a:gridCol>
                <a:gridCol w="899143">
                  <a:extLst>
                    <a:ext uri="{9D8B030D-6E8A-4147-A177-3AD203B41FA5}">
                      <a16:colId xmlns:a16="http://schemas.microsoft.com/office/drawing/2014/main" val="1730999740"/>
                    </a:ext>
                  </a:extLst>
                </a:gridCol>
                <a:gridCol w="899143">
                  <a:extLst>
                    <a:ext uri="{9D8B030D-6E8A-4147-A177-3AD203B41FA5}">
                      <a16:colId xmlns:a16="http://schemas.microsoft.com/office/drawing/2014/main" val="3293145604"/>
                    </a:ext>
                  </a:extLst>
                </a:gridCol>
                <a:gridCol w="864464">
                  <a:extLst>
                    <a:ext uri="{9D8B030D-6E8A-4147-A177-3AD203B41FA5}">
                      <a16:colId xmlns:a16="http://schemas.microsoft.com/office/drawing/2014/main" val="1795232894"/>
                    </a:ext>
                  </a:extLst>
                </a:gridCol>
                <a:gridCol w="864464">
                  <a:extLst>
                    <a:ext uri="{9D8B030D-6E8A-4147-A177-3AD203B41FA5}">
                      <a16:colId xmlns:a16="http://schemas.microsoft.com/office/drawing/2014/main" val="3958689556"/>
                    </a:ext>
                  </a:extLst>
                </a:gridCol>
              </a:tblGrid>
              <a:tr h="337896">
                <a:tc gridSpan="5">
                  <a:txBody>
                    <a:bodyPr/>
                    <a:lstStyle/>
                    <a:p>
                      <a:pPr algn="ctr"/>
                      <a:r>
                        <a:rPr lang="en-US" sz="1100" dirty="0"/>
                        <a:t>Achieved values of the presented model</a:t>
                      </a:r>
                      <a:endParaRPr lang="de-DE" sz="1100" dirty="0"/>
                    </a:p>
                  </a:txBody>
                  <a:tcPr anchor="ctr"/>
                </a:tc>
                <a:tc hMerge="1">
                  <a:txBody>
                    <a:bodyPr/>
                    <a:lstStyle/>
                    <a:p>
                      <a:endParaRPr lang="de-DE" sz="1200" dirty="0"/>
                    </a:p>
                  </a:txBody>
                  <a:tcPr/>
                </a:tc>
                <a:tc hMerge="1">
                  <a:txBody>
                    <a:bodyPr/>
                    <a:lstStyle/>
                    <a:p>
                      <a:endParaRPr lang="de-DE" sz="1200" dirty="0"/>
                    </a:p>
                  </a:txBody>
                  <a:tcPr/>
                </a:tc>
                <a:tc hMerge="1">
                  <a:txBody>
                    <a:bodyPr/>
                    <a:lstStyle/>
                    <a:p>
                      <a:endParaRPr lang="de-DE" sz="1200" dirty="0"/>
                    </a:p>
                  </a:txBody>
                  <a:tcPr/>
                </a:tc>
                <a:tc hMerge="1">
                  <a:txBody>
                    <a:bodyPr/>
                    <a:lstStyle/>
                    <a:p>
                      <a:endParaRPr lang="de-DE" sz="1200" dirty="0"/>
                    </a:p>
                  </a:txBody>
                  <a:tcPr/>
                </a:tc>
                <a:extLst>
                  <a:ext uri="{0D108BD9-81ED-4DB2-BD59-A6C34878D82A}">
                    <a16:rowId xmlns:a16="http://schemas.microsoft.com/office/drawing/2014/main" val="2768311735"/>
                  </a:ext>
                </a:extLst>
              </a:tr>
              <a:tr h="337896">
                <a:tc>
                  <a:txBody>
                    <a:bodyPr/>
                    <a:lstStyle/>
                    <a:p>
                      <a:pPr algn="ctr"/>
                      <a:endParaRPr lang="de-DE" sz="1100" dirty="0">
                        <a:solidFill>
                          <a:schemeClr val="bg1"/>
                        </a:solidFill>
                      </a:endParaRPr>
                    </a:p>
                  </a:txBody>
                  <a:tcPr anchor="ctr">
                    <a:solidFill>
                      <a:srgbClr val="84B819"/>
                    </a:solidFill>
                  </a:tcPr>
                </a:tc>
                <a:tc gridSpan="2">
                  <a:txBody>
                    <a:bodyPr/>
                    <a:lstStyle/>
                    <a:p>
                      <a:pPr algn="ctr"/>
                      <a:r>
                        <a:rPr lang="de-DE" sz="1100" dirty="0">
                          <a:solidFill>
                            <a:schemeClr val="bg1"/>
                          </a:solidFill>
                        </a:rPr>
                        <a:t>Open Loop</a:t>
                      </a:r>
                    </a:p>
                  </a:txBody>
                  <a:tcPr anchor="ctr">
                    <a:solidFill>
                      <a:srgbClr val="84B819"/>
                    </a:solidFill>
                  </a:tcPr>
                </a:tc>
                <a:tc hMerge="1">
                  <a:txBody>
                    <a:bodyPr/>
                    <a:lstStyle/>
                    <a:p>
                      <a:endParaRPr lang="de-DE" sz="1200" dirty="0"/>
                    </a:p>
                  </a:txBody>
                  <a:tcPr>
                    <a:solidFill>
                      <a:srgbClr val="84B819"/>
                    </a:solidFill>
                  </a:tcPr>
                </a:tc>
                <a:tc gridSpan="2">
                  <a:txBody>
                    <a:bodyPr/>
                    <a:lstStyle/>
                    <a:p>
                      <a:pPr algn="ctr"/>
                      <a:r>
                        <a:rPr lang="de-DE" sz="1100" dirty="0" err="1">
                          <a:solidFill>
                            <a:schemeClr val="bg1"/>
                          </a:solidFill>
                        </a:rPr>
                        <a:t>Closed</a:t>
                      </a:r>
                      <a:r>
                        <a:rPr lang="de-DE" sz="1100" dirty="0">
                          <a:solidFill>
                            <a:schemeClr val="bg1"/>
                          </a:solidFill>
                        </a:rPr>
                        <a:t> Loop</a:t>
                      </a:r>
                    </a:p>
                  </a:txBody>
                  <a:tcPr anchor="ctr">
                    <a:solidFill>
                      <a:srgbClr val="84B819"/>
                    </a:solidFill>
                  </a:tcPr>
                </a:tc>
                <a:tc hMerge="1">
                  <a:txBody>
                    <a:bodyPr/>
                    <a:lstStyle/>
                    <a:p>
                      <a:endParaRPr lang="de-DE" sz="1200" dirty="0"/>
                    </a:p>
                  </a:txBody>
                  <a:tcPr>
                    <a:solidFill>
                      <a:srgbClr val="84B819"/>
                    </a:solidFill>
                  </a:tcPr>
                </a:tc>
                <a:extLst>
                  <a:ext uri="{0D108BD9-81ED-4DB2-BD59-A6C34878D82A}">
                    <a16:rowId xmlns:a16="http://schemas.microsoft.com/office/drawing/2014/main" val="5018503"/>
                  </a:ext>
                </a:extLst>
              </a:tr>
              <a:tr h="337896">
                <a:tc>
                  <a:txBody>
                    <a:bodyPr/>
                    <a:lstStyle/>
                    <a:p>
                      <a:pPr algn="ctr"/>
                      <a:r>
                        <a:rPr lang="de-DE" sz="1100" dirty="0">
                          <a:solidFill>
                            <a:schemeClr val="bg1"/>
                          </a:solidFill>
                        </a:rPr>
                        <a:t>State</a:t>
                      </a:r>
                    </a:p>
                  </a:txBody>
                  <a:tcPr anchor="ctr">
                    <a:solidFill>
                      <a:srgbClr val="84B819"/>
                    </a:solidFill>
                  </a:tcPr>
                </a:tc>
                <a:tc>
                  <a:txBody>
                    <a:bodyPr/>
                    <a:lstStyle/>
                    <a:p>
                      <a:pPr algn="ctr"/>
                      <a:r>
                        <a:rPr lang="de-DE" sz="1100" dirty="0">
                          <a:solidFill>
                            <a:schemeClr val="bg1"/>
                          </a:solidFill>
                        </a:rPr>
                        <a:t>MSE</a:t>
                      </a:r>
                    </a:p>
                  </a:txBody>
                  <a:tcPr anchor="ctr">
                    <a:solidFill>
                      <a:srgbClr val="84B819"/>
                    </a:solidFill>
                  </a:tcPr>
                </a:tc>
                <a:tc>
                  <a:txBody>
                    <a:bodyPr/>
                    <a:lstStyle/>
                    <a:p>
                      <a:pPr algn="ctr"/>
                      <a:r>
                        <a:rPr lang="de-DE" sz="1100" dirty="0">
                          <a:solidFill>
                            <a:schemeClr val="bg1"/>
                          </a:solidFill>
                        </a:rPr>
                        <a:t>MAE</a:t>
                      </a:r>
                    </a:p>
                  </a:txBody>
                  <a:tcPr anchor="ctr">
                    <a:solidFill>
                      <a:srgbClr val="84B819"/>
                    </a:solidFill>
                  </a:tcPr>
                </a:tc>
                <a:tc>
                  <a:txBody>
                    <a:bodyPr/>
                    <a:lstStyle/>
                    <a:p>
                      <a:pPr algn="ctr"/>
                      <a:r>
                        <a:rPr lang="de-DE" sz="1100" dirty="0">
                          <a:solidFill>
                            <a:schemeClr val="bg1"/>
                          </a:solidFill>
                        </a:rPr>
                        <a:t>MSE</a:t>
                      </a:r>
                    </a:p>
                  </a:txBody>
                  <a:tcPr anchor="ctr">
                    <a:solidFill>
                      <a:srgbClr val="84B819"/>
                    </a:solidFill>
                  </a:tcPr>
                </a:tc>
                <a:tc>
                  <a:txBody>
                    <a:bodyPr/>
                    <a:lstStyle/>
                    <a:p>
                      <a:pPr algn="ctr"/>
                      <a:r>
                        <a:rPr lang="de-DE" sz="1100" dirty="0">
                          <a:solidFill>
                            <a:schemeClr val="bg1"/>
                          </a:solidFill>
                        </a:rPr>
                        <a:t>MAE</a:t>
                      </a:r>
                    </a:p>
                  </a:txBody>
                  <a:tcPr anchor="ctr">
                    <a:solidFill>
                      <a:srgbClr val="84B819"/>
                    </a:solidFill>
                  </a:tcPr>
                </a:tc>
                <a:extLst>
                  <a:ext uri="{0D108BD9-81ED-4DB2-BD59-A6C34878D82A}">
                    <a16:rowId xmlns:a16="http://schemas.microsoft.com/office/drawing/2014/main" val="1196496854"/>
                  </a:ext>
                </a:extLst>
              </a:tr>
              <a:tr h="337896">
                <a:tc>
                  <a:txBody>
                    <a:bodyPr/>
                    <a:lstStyle/>
                    <a:p>
                      <a:r>
                        <a:rPr lang="de-DE" sz="1100" dirty="0"/>
                        <a:t>c</a:t>
                      </a:r>
                    </a:p>
                  </a:txBody>
                  <a:tcPr/>
                </a:tc>
                <a:tc>
                  <a:txBody>
                    <a:bodyPr/>
                    <a:lstStyle/>
                    <a:p>
                      <a:pPr algn="r"/>
                      <a:r>
                        <a:rPr lang="de-DE" sz="1100" dirty="0"/>
                        <a:t>5.355e-08</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1.231e-04</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2.032e-05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4.380e-03 </a:t>
                      </a:r>
                      <a:endParaRPr lang="de-DE" sz="1100" dirty="0"/>
                    </a:p>
                  </a:txBody>
                  <a:tcPr anchor="ctr"/>
                </a:tc>
                <a:extLst>
                  <a:ext uri="{0D108BD9-81ED-4DB2-BD59-A6C34878D82A}">
                    <a16:rowId xmlns:a16="http://schemas.microsoft.com/office/drawing/2014/main" val="3681207521"/>
                  </a:ext>
                </a:extLst>
              </a:tr>
              <a:tr h="337896">
                <a:tc>
                  <a:txBody>
                    <a:bodyPr/>
                    <a:lstStyle/>
                    <a:p>
                      <a:r>
                        <a:rPr lang="de-DE" sz="1100" dirty="0"/>
                        <a:t>T_PM</a:t>
                      </a:r>
                    </a:p>
                  </a:txBody>
                  <a:tcPr/>
                </a:tc>
                <a:tc>
                  <a:txBody>
                    <a:bodyPr/>
                    <a:lstStyle/>
                    <a:p>
                      <a:pPr algn="r"/>
                      <a:r>
                        <a:rPr lang="de-DE" sz="1100" dirty="0"/>
                        <a:t>6.048e-03</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6.165e-02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6.756e-01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7.743e-01 </a:t>
                      </a:r>
                      <a:endParaRPr lang="de-DE" sz="1100" dirty="0"/>
                    </a:p>
                  </a:txBody>
                  <a:tcPr anchor="ctr"/>
                </a:tc>
                <a:extLst>
                  <a:ext uri="{0D108BD9-81ED-4DB2-BD59-A6C34878D82A}">
                    <a16:rowId xmlns:a16="http://schemas.microsoft.com/office/drawing/2014/main" val="3503820549"/>
                  </a:ext>
                </a:extLst>
              </a:tr>
              <a:tr h="337896">
                <a:tc>
                  <a:txBody>
                    <a:bodyPr/>
                    <a:lstStyle/>
                    <a:p>
                      <a:r>
                        <a:rPr lang="de-DE" sz="1100" dirty="0"/>
                        <a:t>d50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6.226e-09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3.837e-05</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1.265e-05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3.536e-03 </a:t>
                      </a:r>
                      <a:endParaRPr lang="de-DE" sz="1100" dirty="0"/>
                    </a:p>
                  </a:txBody>
                  <a:tcPr anchor="ctr"/>
                </a:tc>
                <a:extLst>
                  <a:ext uri="{0D108BD9-81ED-4DB2-BD59-A6C34878D82A}">
                    <a16:rowId xmlns:a16="http://schemas.microsoft.com/office/drawing/2014/main" val="3183377960"/>
                  </a:ext>
                </a:extLst>
              </a:tr>
              <a:tr h="337896">
                <a:tc>
                  <a:txBody>
                    <a:bodyPr/>
                    <a:lstStyle/>
                    <a:p>
                      <a:r>
                        <a:rPr lang="de-DE" sz="1100" dirty="0"/>
                        <a:t>d90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1.538e-06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9.721e-05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1.643e-06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3.774e-04 </a:t>
                      </a:r>
                      <a:endParaRPr lang="de-DE" sz="1100" dirty="0"/>
                    </a:p>
                  </a:txBody>
                  <a:tcPr anchor="ctr"/>
                </a:tc>
                <a:extLst>
                  <a:ext uri="{0D108BD9-81ED-4DB2-BD59-A6C34878D82A}">
                    <a16:rowId xmlns:a16="http://schemas.microsoft.com/office/drawing/2014/main" val="2117185783"/>
                  </a:ext>
                </a:extLst>
              </a:tr>
              <a:tr h="337896">
                <a:tc>
                  <a:txBody>
                    <a:bodyPr/>
                    <a:lstStyle/>
                    <a:p>
                      <a:r>
                        <a:rPr lang="de-DE" sz="1100" dirty="0"/>
                        <a:t>d10</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7.667e-07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8.533e-05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7.271e-06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2.533e-03 </a:t>
                      </a:r>
                      <a:endParaRPr lang="de-DE" sz="1100" dirty="0"/>
                    </a:p>
                  </a:txBody>
                  <a:tcPr anchor="ctr"/>
                </a:tc>
                <a:extLst>
                  <a:ext uri="{0D108BD9-81ED-4DB2-BD59-A6C34878D82A}">
                    <a16:rowId xmlns:a16="http://schemas.microsoft.com/office/drawing/2014/main" val="964128179"/>
                  </a:ext>
                </a:extLst>
              </a:tr>
              <a:tr h="337896">
                <a:tc>
                  <a:txBody>
                    <a:bodyPr/>
                    <a:lstStyle/>
                    <a:p>
                      <a:r>
                        <a:rPr lang="de-DE" sz="1100" dirty="0"/>
                        <a:t>T_TM</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3.915e-03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5.081e-02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5.418e-01 </a:t>
                      </a:r>
                      <a:endParaRPr lang="de-DE" sz="1100" dirty="0"/>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sz="1100" kern="1200" dirty="0">
                          <a:solidFill>
                            <a:schemeClr val="dk1"/>
                          </a:solidFill>
                          <a:effectLst/>
                          <a:latin typeface="+mn-lt"/>
                          <a:ea typeface="+mn-ea"/>
                          <a:cs typeface="+mn-cs"/>
                        </a:rPr>
                        <a:t>6.771e-01 </a:t>
                      </a:r>
                      <a:endParaRPr lang="de-DE" sz="1100" dirty="0"/>
                    </a:p>
                  </a:txBody>
                  <a:tcPr anchor="ctr"/>
                </a:tc>
                <a:extLst>
                  <a:ext uri="{0D108BD9-81ED-4DB2-BD59-A6C34878D82A}">
                    <a16:rowId xmlns:a16="http://schemas.microsoft.com/office/drawing/2014/main" val="196295919"/>
                  </a:ext>
                </a:extLst>
              </a:tr>
            </a:tbl>
          </a:graphicData>
        </a:graphic>
      </p:graphicFrame>
      <p:pic>
        <p:nvPicPr>
          <p:cNvPr id="38" name="Audio 37">
            <a:extLst>
              <a:ext uri="{FF2B5EF4-FFF2-40B4-BE49-F238E27FC236}">
                <a16:creationId xmlns:a16="http://schemas.microsoft.com/office/drawing/2014/main" id="{A371705C-F3CE-5759-E227-F739356AF42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15300" y="4114800"/>
            <a:ext cx="812800" cy="812800"/>
          </a:xfrm>
          <a:prstGeom prst="rect">
            <a:avLst/>
          </a:prstGeom>
        </p:spPr>
      </p:pic>
    </p:spTree>
    <p:extLst>
      <p:ext uri="{BB962C8B-B14F-4D97-AF65-F5344CB8AC3E}">
        <p14:creationId xmlns:p14="http://schemas.microsoft.com/office/powerpoint/2010/main" val="3244073082"/>
      </p:ext>
    </p:extLst>
  </p:cSld>
  <p:clrMapOvr>
    <a:masterClrMapping/>
  </p:clrMapOvr>
  <mc:AlternateContent xmlns:mc="http://schemas.openxmlformats.org/markup-compatibility/2006">
    <mc:Choice xmlns:p14="http://schemas.microsoft.com/office/powerpoint/2010/main" Requires="p14">
      <p:transition spd="slow" p14:dur="2000" advTm="12034"/>
    </mc:Choice>
    <mc:Fallback>
      <p:transition spd="slow" advTm="120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8"/>
                </p:tgtEl>
              </p:cMediaNode>
            </p:audio>
          </p:childTnLst>
        </p:cTn>
      </p:par>
    </p:tnLst>
  </p:timing>
</p:sld>
</file>

<file path=ppt/theme/theme1.xml><?xml version="1.0" encoding="utf-8"?>
<a:theme xmlns:a="http://schemas.openxmlformats.org/drawingml/2006/main" name="Slide Master">
  <a:themeElements>
    <a:clrScheme name="TU Farben für Grafik und Diagramme, ab 2022">
      <a:dk1>
        <a:srgbClr val="000000"/>
      </a:dk1>
      <a:lt1>
        <a:srgbClr val="FFFFFF"/>
      </a:lt1>
      <a:dk2>
        <a:srgbClr val="FFFFFF"/>
      </a:dk2>
      <a:lt2>
        <a:srgbClr val="000000"/>
      </a:lt2>
      <a:accent1>
        <a:srgbClr val="84B819"/>
      </a:accent1>
      <a:accent2>
        <a:srgbClr val="639A00"/>
      </a:accent2>
      <a:accent3>
        <a:srgbClr val="4C4C4C"/>
      </a:accent3>
      <a:accent4>
        <a:srgbClr val="7F7F7F"/>
      </a:accent4>
      <a:accent5>
        <a:srgbClr val="B2B2B2"/>
      </a:accent5>
      <a:accent6>
        <a:srgbClr val="F28300"/>
      </a:accent6>
      <a:hlink>
        <a:srgbClr val="84B819"/>
      </a:hlink>
      <a:folHlink>
        <a:srgbClr val="84B819"/>
      </a:folHlink>
    </a:clrScheme>
    <a:fontScheme name="TU Dortmund,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2700">
          <a:solidFill>
            <a:srgbClr val="344C05"/>
          </a:solidFill>
        </a:ln>
      </a:spPr>
      <a:bodyPr/>
      <a:lstStyle/>
      <a:style>
        <a:lnRef idx="1">
          <a:schemeClr val="accent1"/>
        </a:lnRef>
        <a:fillRef idx="0">
          <a:schemeClr val="accent1"/>
        </a:fillRef>
        <a:effectRef idx="0">
          <a:schemeClr val="accent1"/>
        </a:effectRef>
        <a:fontRef idx="minor">
          <a:schemeClr val="tx1"/>
        </a:fontRef>
      </a:style>
    </a:lnDef>
    <a:txDef>
      <a:spPr/>
      <a:bodyPr tIns="0" bIns="0" numCol="2" spcCol="216000"/>
      <a:lstStyle>
        <a:defPPr marL="180000" indent="-180000" defTabSz="0">
          <a:lnSpc>
            <a:spcPct val="100000"/>
          </a:lnSpc>
          <a:spcBef>
            <a:spcPts val="0"/>
          </a:spcBef>
          <a:buFont typeface="Arial" panose="020B0604020202020204" pitchFamily="34" charset="0"/>
          <a:buChar char="•"/>
          <a:tabLst>
            <a:tab pos="180000" algn="l"/>
          </a:tabLst>
          <a:defRPr sz="1650" dirty="0" smtClean="0">
            <a:solidFill>
              <a:schemeClr val="tx1"/>
            </a:solidFill>
          </a:defRPr>
        </a:defPPr>
      </a:lstStyle>
    </a:txDef>
  </a:objectDefaults>
  <a:extraClrSchemeLst/>
  <a:extLst>
    <a:ext uri="{05A4C25C-085E-4340-85A3-A5531E510DB2}">
      <thm15:themeFamily xmlns:thm15="http://schemas.microsoft.com/office/thememl/2012/main" name="TUDortmund_templates_EN.potx" id="{D262C767-851F-47D1-A5C8-87AE5B9FEC7F}" vid="{9471DAE9-1FE9-46BB-8A3E-D30D76F79E61}"/>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MLME_project_final_presentation_G2</Template>
  <TotalTime>0</TotalTime>
  <Words>1439</Words>
  <Application>Microsoft Macintosh PowerPoint</Application>
  <PresentationFormat>Bildschirmpräsentation (16:9)</PresentationFormat>
  <Paragraphs>279</Paragraphs>
  <Slides>12</Slides>
  <Notes>7</Notes>
  <HiddenSlides>0</HiddenSlides>
  <MMClips>12</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12</vt:i4>
      </vt:variant>
    </vt:vector>
  </HeadingPairs>
  <TitlesOfParts>
    <vt:vector size="17" baseType="lpstr">
      <vt:lpstr>Arial</vt:lpstr>
      <vt:lpstr>Calibri</vt:lpstr>
      <vt:lpstr>Cambria Math</vt:lpstr>
      <vt:lpstr>Wingdings</vt:lpstr>
      <vt:lpstr>Slide Master</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Jollet</dc:creator>
  <cp:lastModifiedBy>Gina Lueker</cp:lastModifiedBy>
  <cp:revision>68</cp:revision>
  <dcterms:created xsi:type="dcterms:W3CDTF">2025-07-04T20:36:46Z</dcterms:created>
  <dcterms:modified xsi:type="dcterms:W3CDTF">2025-07-18T11:46:27Z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cef1632-2ead-431c-bd77-8471fc83e9bf_Enabled">
    <vt:lpwstr>true</vt:lpwstr>
  </property>
  <property fmtid="{D5CDD505-2E9C-101B-9397-08002B2CF9AE}" pid="3" name="MSIP_Label_fcef1632-2ead-431c-bd77-8471fc83e9bf_SetDate">
    <vt:lpwstr>2025-07-17T22:00:31Z</vt:lpwstr>
  </property>
  <property fmtid="{D5CDD505-2E9C-101B-9397-08002B2CF9AE}" pid="4" name="MSIP_Label_fcef1632-2ead-431c-bd77-8471fc83e9bf_Method">
    <vt:lpwstr>Privileged</vt:lpwstr>
  </property>
  <property fmtid="{D5CDD505-2E9C-101B-9397-08002B2CF9AE}" pid="5" name="MSIP_Label_fcef1632-2ead-431c-bd77-8471fc83e9bf_Name">
    <vt:lpwstr>Public</vt:lpwstr>
  </property>
  <property fmtid="{D5CDD505-2E9C-101B-9397-08002B2CF9AE}" pid="6" name="MSIP_Label_fcef1632-2ead-431c-bd77-8471fc83e9bf_SiteId">
    <vt:lpwstr>7106b467-21bb-484c-9e4d-75fc460bec04</vt:lpwstr>
  </property>
  <property fmtid="{D5CDD505-2E9C-101B-9397-08002B2CF9AE}" pid="7" name="MSIP_Label_fcef1632-2ead-431c-bd77-8471fc83e9bf_ActionId">
    <vt:lpwstr>49f99fc1-d979-42f6-bec7-77ca60f79eb5</vt:lpwstr>
  </property>
  <property fmtid="{D5CDD505-2E9C-101B-9397-08002B2CF9AE}" pid="8" name="MSIP_Label_fcef1632-2ead-431c-bd77-8471fc83e9bf_ContentBits">
    <vt:lpwstr>0</vt:lpwstr>
  </property>
  <property fmtid="{D5CDD505-2E9C-101B-9397-08002B2CF9AE}" pid="9" name="MSIP_Label_fcef1632-2ead-431c-bd77-8471fc83e9bf_Tag">
    <vt:lpwstr>10, 0, 1, 1</vt:lpwstr>
  </property>
</Properties>
</file>