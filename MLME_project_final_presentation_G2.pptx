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7"/>
  </p:notesMasterIdLst>
  <p:sldIdLst>
    <p:sldId id="258" r:id="rId2"/>
    <p:sldId id="260" r:id="rId3"/>
    <p:sldId id="261" r:id="rId4"/>
    <p:sldId id="262" r:id="rId5"/>
    <p:sldId id="263" r:id="rId6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843"/>
    <a:srgbClr val="FFFFFF"/>
    <a:srgbClr val="344C05"/>
    <a:srgbClr val="84B819"/>
    <a:srgbClr val="FBB600"/>
    <a:srgbClr val="84B818"/>
    <a:srgbClr val="565656"/>
    <a:srgbClr val="00CC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04" autoAdjust="0"/>
  </p:normalViewPr>
  <p:slideViewPr>
    <p:cSldViewPr showGuides="1">
      <p:cViewPr>
        <p:scale>
          <a:sx n="200" d="100"/>
          <a:sy n="200" d="100"/>
        </p:scale>
        <p:origin x="546" y="-5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42DD7-6712-45F0-90F4-295F786127BE}" type="datetimeFigureOut">
              <a:rPr lang="de-DE" smtClean="0"/>
              <a:t>05.07.2025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61880-C36E-4296-A48B-46535A98D5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7728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854449" y="949330"/>
            <a:ext cx="8038726" cy="5423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2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" t="40599" r="2900"/>
          <a:stretch/>
        </p:blipFill>
        <p:spPr>
          <a:xfrm>
            <a:off x="-36511" y="1563638"/>
            <a:ext cx="9217024" cy="3788305"/>
          </a:xfrm>
          <a:prstGeom prst="rect">
            <a:avLst/>
          </a:prstGeom>
        </p:spPr>
      </p:pic>
      <p:cxnSp>
        <p:nvCxnSpPr>
          <p:cNvPr id="8" name="Gerade Verbindung 8"/>
          <p:cNvCxnSpPr/>
          <p:nvPr userDrawn="1"/>
        </p:nvCxnSpPr>
        <p:spPr>
          <a:xfrm>
            <a:off x="0" y="808875"/>
            <a:ext cx="9180513" cy="0"/>
          </a:xfrm>
          <a:prstGeom prst="line">
            <a:avLst/>
          </a:prstGeom>
          <a:ln w="12700">
            <a:solidFill>
              <a:srgbClr val="84B81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83" y="195262"/>
            <a:ext cx="1429819" cy="4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719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Slide Title - ad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854449" y="949330"/>
            <a:ext cx="8038726" cy="5423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2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cxnSp>
        <p:nvCxnSpPr>
          <p:cNvPr id="8" name="Gerade Verbindung 8"/>
          <p:cNvCxnSpPr/>
          <p:nvPr userDrawn="1"/>
        </p:nvCxnSpPr>
        <p:spPr>
          <a:xfrm>
            <a:off x="0" y="808875"/>
            <a:ext cx="914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-8930" y="1563689"/>
            <a:ext cx="9152930" cy="357981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83" y="195262"/>
            <a:ext cx="1429819" cy="43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726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FA528A-3D65-425D-A5D2-51494FEA8986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50824" y="464468"/>
            <a:ext cx="8642349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50825" y="1058863"/>
            <a:ext cx="8642350" cy="2665412"/>
          </a:xfrm>
        </p:spPr>
        <p:txBody>
          <a:bodyPr rIns="0" numCol="2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(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)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2" hasCustomPrompt="1"/>
          </p:nvPr>
        </p:nvSpPr>
        <p:spPr>
          <a:xfrm>
            <a:off x="250825" y="3917547"/>
            <a:ext cx="176212" cy="382588"/>
          </a:xfrm>
          <a:ln w="0">
            <a:solidFill>
              <a:schemeClr val="bg1"/>
            </a:solidFill>
          </a:ln>
        </p:spPr>
        <p:txBody>
          <a:bodyPr/>
          <a:lstStyle>
            <a:lvl1pPr marL="0" indent="0">
              <a:buFontTx/>
              <a:buNone/>
              <a:defRPr>
                <a:solidFill>
                  <a:srgbClr val="84B819"/>
                </a:solidFill>
              </a:defRPr>
            </a:lvl1pPr>
          </a:lstStyle>
          <a:p>
            <a:pPr lvl="0"/>
            <a:r>
              <a:rPr lang="de-DE" dirty="0"/>
              <a:t>►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552" y="3917547"/>
            <a:ext cx="8353621" cy="553970"/>
          </a:xfrm>
        </p:spPr>
        <p:txBody>
          <a:bodyPr/>
          <a:lstStyle>
            <a:lvl1pPr marL="0" indent="0">
              <a:defRPr baseline="0"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conclusion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3429216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- two columns + leg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D5C422D-0043-4048-8FB6-2CDB4B7E3357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464468"/>
            <a:ext cx="8642350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6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50826" y="1058863"/>
            <a:ext cx="8642348" cy="2665412"/>
          </a:xfrm>
        </p:spPr>
        <p:txBody>
          <a:bodyPr rIns="0" numCol="2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(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6805586" y="3435846"/>
            <a:ext cx="2087588" cy="936129"/>
          </a:xfrm>
          <a:solidFill>
            <a:schemeClr val="accent5">
              <a:lumMod val="40000"/>
              <a:lumOff val="60000"/>
            </a:schemeClr>
          </a:solidFill>
        </p:spPr>
        <p:txBody>
          <a:bodyPr lIns="72000" tIns="72000" bIns="72000"/>
          <a:lstStyle>
            <a:lvl1pPr marL="0" indent="0" defTabSz="0">
              <a:spcBef>
                <a:spcPts val="0"/>
              </a:spcBef>
              <a:buClr>
                <a:schemeClr val="tx1"/>
              </a:buClr>
              <a:buFontTx/>
              <a:buNone/>
              <a:tabLst>
                <a:tab pos="180000" algn="l"/>
              </a:tabLst>
              <a:defRPr sz="1000" b="0"/>
            </a:lvl1pPr>
            <a:lvl2pPr marL="0" indent="0">
              <a:buClr>
                <a:schemeClr val="tx1"/>
              </a:buClr>
              <a:buFont typeface="+mj-lt"/>
              <a:buNone/>
              <a:defRPr sz="1000"/>
            </a:lvl2pPr>
            <a:lvl3pPr marL="228600" indent="-228600">
              <a:buClr>
                <a:schemeClr val="tx1"/>
              </a:buClr>
              <a:buFont typeface="+mj-lt"/>
              <a:buAutoNum type="arabicPeriod"/>
              <a:defRPr sz="1000"/>
            </a:lvl3pPr>
            <a:lvl4pPr marL="228600" indent="-228600">
              <a:buClr>
                <a:schemeClr val="tx1"/>
              </a:buClr>
              <a:buFont typeface="+mj-lt"/>
              <a:buAutoNum type="arabicPeriod"/>
              <a:defRPr sz="1000"/>
            </a:lvl4pPr>
            <a:lvl5pPr marL="228600" indent="-228600">
              <a:buClr>
                <a:schemeClr val="tx1"/>
              </a:buClr>
              <a:buFont typeface="+mj-lt"/>
              <a:buAutoNum type="arabicPeriod"/>
              <a:defRPr sz="1000"/>
            </a:lvl5pPr>
          </a:lstStyle>
          <a:p>
            <a:pPr defTabSz="0">
              <a:spcBef>
                <a:spcPts val="0"/>
              </a:spcBef>
              <a:buClr>
                <a:schemeClr val="tx1"/>
              </a:buClr>
              <a:tabLst>
                <a:tab pos="180000" algn="l"/>
              </a:tabLst>
            </a:pPr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legend</a:t>
            </a:r>
          </a:p>
          <a:p>
            <a:pPr lvl="1"/>
            <a:endParaRPr lang="de-DE" dirty="0"/>
          </a:p>
        </p:txBody>
      </p:sp>
      <p:sp>
        <p:nvSpPr>
          <p:cNvPr id="10" name="Inhaltsplatzhalter 7"/>
          <p:cNvSpPr>
            <a:spLocks noGrp="1"/>
          </p:cNvSpPr>
          <p:nvPr>
            <p:ph sz="quarter" idx="12" hasCustomPrompt="1"/>
          </p:nvPr>
        </p:nvSpPr>
        <p:spPr>
          <a:xfrm>
            <a:off x="250825" y="3917547"/>
            <a:ext cx="142337" cy="382588"/>
          </a:xfrm>
          <a:ln w="0">
            <a:solidFill>
              <a:schemeClr val="bg1"/>
            </a:solidFill>
          </a:ln>
        </p:spPr>
        <p:txBody>
          <a:bodyPr/>
          <a:lstStyle>
            <a:lvl1pPr marL="0" indent="0">
              <a:buFontTx/>
              <a:buNone/>
              <a:defRPr>
                <a:solidFill>
                  <a:srgbClr val="84B819"/>
                </a:solidFill>
              </a:defRPr>
            </a:lvl1pPr>
          </a:lstStyle>
          <a:p>
            <a:pPr lvl="0"/>
            <a:r>
              <a:rPr lang="de-DE" dirty="0"/>
              <a:t>►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539553" y="3917547"/>
            <a:ext cx="6048672" cy="553970"/>
          </a:xfrm>
        </p:spPr>
        <p:txBody>
          <a:bodyPr/>
          <a:lstStyle>
            <a:lvl1pPr marL="0" indent="0">
              <a:defRPr baseline="0"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conclusion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190229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-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ußzeilenplatzhalt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E871DD7-F014-4238-ABB8-38A075B5760E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64468"/>
            <a:ext cx="8642350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6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50825" y="1058863"/>
            <a:ext cx="8642350" cy="2665412"/>
          </a:xfrm>
        </p:spPr>
        <p:txBody>
          <a:bodyPr rIns="0" numCol="3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(</a:t>
            </a:r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columns</a:t>
            </a:r>
            <a:r>
              <a:rPr lang="de-DE" dirty="0"/>
              <a:t>) </a:t>
            </a:r>
          </a:p>
          <a:p>
            <a: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</a:pPr>
            <a:endParaRPr lang="de-DE" sz="1650" dirty="0">
              <a:solidFill>
                <a:schemeClr val="tx1"/>
              </a:solidFill>
            </a:endParaRPr>
          </a:p>
        </p:txBody>
      </p:sp>
      <p:sp>
        <p:nvSpPr>
          <p:cNvPr id="9" name="Inhaltsplatzhalter 7"/>
          <p:cNvSpPr>
            <a:spLocks noGrp="1"/>
          </p:cNvSpPr>
          <p:nvPr>
            <p:ph sz="quarter" idx="12" hasCustomPrompt="1"/>
          </p:nvPr>
        </p:nvSpPr>
        <p:spPr>
          <a:xfrm>
            <a:off x="250825" y="3917547"/>
            <a:ext cx="176212" cy="382588"/>
          </a:xfrm>
          <a:ln w="0">
            <a:solidFill>
              <a:schemeClr val="bg1"/>
            </a:solidFill>
          </a:ln>
        </p:spPr>
        <p:txBody>
          <a:bodyPr/>
          <a:lstStyle>
            <a:lvl1pPr marL="0" indent="0">
              <a:buFontTx/>
              <a:buNone/>
              <a:defRPr>
                <a:solidFill>
                  <a:srgbClr val="84B819"/>
                </a:solidFill>
              </a:defRPr>
            </a:lvl1pPr>
          </a:lstStyle>
          <a:p>
            <a:pPr lvl="0"/>
            <a:r>
              <a:rPr lang="de-DE" dirty="0"/>
              <a:t>►</a:t>
            </a:r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539552" y="3917547"/>
            <a:ext cx="8353623" cy="553970"/>
          </a:xfrm>
        </p:spPr>
        <p:txBody>
          <a:bodyPr/>
          <a:lstStyle>
            <a:lvl1pPr marL="0" indent="0">
              <a:defRPr baseline="0"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conclusion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123062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- subline, two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9626A3B-31EF-436A-ADB5-442F8F97EB21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70300" y="464468"/>
            <a:ext cx="8622129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263576" y="1016714"/>
            <a:ext cx="8629598" cy="666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50"/>
            </a:lvl1pPr>
            <a:lvl2pPr marL="0" indent="0">
              <a:buNone/>
              <a:defRPr sz="1850"/>
            </a:lvl2pPr>
            <a:lvl3pPr marL="0" indent="0">
              <a:buNone/>
              <a:defRPr sz="1850"/>
            </a:lvl3pPr>
            <a:lvl4pPr marL="0" indent="0">
              <a:buNone/>
              <a:defRPr sz="1850"/>
            </a:lvl4pPr>
            <a:lvl5pPr marL="0" indent="0">
              <a:buNone/>
              <a:defRPr sz="185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(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11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56853" y="1851669"/>
            <a:ext cx="8637066" cy="1872605"/>
          </a:xfrm>
        </p:spPr>
        <p:txBody>
          <a:bodyPr rIns="0" numCol="2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 baseline="0"/>
            </a:lvl1pPr>
          </a:lstStyle>
          <a:p>
            <a:r>
              <a:rPr lang="en-US" dirty="0"/>
              <a:t>Click to edit text (two columns)</a:t>
            </a:r>
            <a:endParaRPr lang="de-DE" dirty="0"/>
          </a:p>
        </p:txBody>
      </p:sp>
      <p:sp>
        <p:nvSpPr>
          <p:cNvPr id="10" name="Inhaltsplatzhalter 7"/>
          <p:cNvSpPr>
            <a:spLocks noGrp="1"/>
          </p:cNvSpPr>
          <p:nvPr>
            <p:ph sz="quarter" idx="12" hasCustomPrompt="1"/>
          </p:nvPr>
        </p:nvSpPr>
        <p:spPr>
          <a:xfrm>
            <a:off x="250825" y="3917547"/>
            <a:ext cx="176212" cy="382588"/>
          </a:xfrm>
          <a:ln w="0">
            <a:solidFill>
              <a:schemeClr val="bg1"/>
            </a:solidFill>
          </a:ln>
        </p:spPr>
        <p:txBody>
          <a:bodyPr/>
          <a:lstStyle>
            <a:lvl1pPr marL="0" indent="0">
              <a:buFontTx/>
              <a:buNone/>
              <a:defRPr>
                <a:solidFill>
                  <a:srgbClr val="84B819"/>
                </a:solidFill>
              </a:defRPr>
            </a:lvl1pPr>
          </a:lstStyle>
          <a:p>
            <a:pPr lvl="0"/>
            <a:r>
              <a:rPr lang="de-DE" dirty="0"/>
              <a:t>►</a:t>
            </a:r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539552" y="3917547"/>
            <a:ext cx="8353623" cy="553970"/>
          </a:xfrm>
        </p:spPr>
        <p:txBody>
          <a:bodyPr/>
          <a:lstStyle>
            <a:lvl1pPr marL="0" indent="0">
              <a:defRPr baseline="0"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conclusion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1462122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0" userDrawn="1">
          <p15:clr>
            <a:srgbClr val="FBAE40"/>
          </p15:clr>
        </p15:guide>
        <p15:guide id="2" orient="horz" pos="121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- subline, two columns of text #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1D6C291-AF0D-4236-A0FC-4A40B7923779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61355" y="464468"/>
            <a:ext cx="8631819" cy="8831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 (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261355" y="1413402"/>
            <a:ext cx="8631819" cy="66675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850"/>
            </a:lvl1pPr>
            <a:lvl2pPr marL="0" indent="0">
              <a:buNone/>
              <a:defRPr sz="1850"/>
            </a:lvl2pPr>
            <a:lvl3pPr marL="0" indent="0">
              <a:buNone/>
              <a:defRPr sz="1850"/>
            </a:lvl3pPr>
            <a:lvl4pPr marL="0" indent="0">
              <a:buNone/>
              <a:defRPr sz="1850"/>
            </a:lvl4pPr>
            <a:lvl5pPr marL="0" indent="0">
              <a:buNone/>
              <a:defRPr sz="185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(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lines</a:t>
            </a:r>
            <a:r>
              <a:rPr lang="de-DE" dirty="0"/>
              <a:t>)</a:t>
            </a:r>
          </a:p>
        </p:txBody>
      </p:sp>
      <p:sp>
        <p:nvSpPr>
          <p:cNvPr id="8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61354" y="2226732"/>
            <a:ext cx="8631819" cy="1497543"/>
          </a:xfrm>
        </p:spPr>
        <p:txBody>
          <a:bodyPr numCol="2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/>
            </a:lvl1pPr>
          </a:lstStyle>
          <a:p>
            <a:r>
              <a:rPr lang="en-US" dirty="0"/>
              <a:t>Click to edit text (two columns)</a:t>
            </a:r>
            <a:endParaRPr lang="de-DE" dirty="0"/>
          </a:p>
          <a:p>
            <a: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</a:pPr>
            <a:endParaRPr lang="de-DE" sz="1650" dirty="0">
              <a:solidFill>
                <a:schemeClr val="tx1"/>
              </a:solidFill>
            </a:endParaRPr>
          </a:p>
        </p:txBody>
      </p:sp>
      <p:sp>
        <p:nvSpPr>
          <p:cNvPr id="12" name="Inhaltsplatzhalter 7"/>
          <p:cNvSpPr>
            <a:spLocks noGrp="1"/>
          </p:cNvSpPr>
          <p:nvPr>
            <p:ph sz="quarter" idx="12" hasCustomPrompt="1"/>
          </p:nvPr>
        </p:nvSpPr>
        <p:spPr>
          <a:xfrm>
            <a:off x="250825" y="3917547"/>
            <a:ext cx="176212" cy="382588"/>
          </a:xfrm>
          <a:ln w="0">
            <a:solidFill>
              <a:schemeClr val="bg1"/>
            </a:solidFill>
          </a:ln>
        </p:spPr>
        <p:txBody>
          <a:bodyPr/>
          <a:lstStyle>
            <a:lvl1pPr marL="0" indent="0">
              <a:buFontTx/>
              <a:buNone/>
              <a:defRPr>
                <a:solidFill>
                  <a:srgbClr val="84B819"/>
                </a:solidFill>
              </a:defRPr>
            </a:lvl1pPr>
          </a:lstStyle>
          <a:p>
            <a:pPr lvl="0"/>
            <a:r>
              <a:rPr lang="de-DE" dirty="0"/>
              <a:t>►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539552" y="3917547"/>
            <a:ext cx="8353623" cy="553970"/>
          </a:xfrm>
        </p:spPr>
        <p:txBody>
          <a:bodyPr/>
          <a:lstStyle>
            <a:lvl1pPr marL="0" indent="0">
              <a:defRPr baseline="0"/>
            </a:lvl1pPr>
          </a:lstStyle>
          <a:p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conclusion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825452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2" userDrawn="1">
          <p15:clr>
            <a:srgbClr val="FBAE40"/>
          </p15:clr>
        </p15:guide>
        <p15:guide id="2" orient="horz" pos="1529" userDrawn="1">
          <p15:clr>
            <a:srgbClr val="FBAE40"/>
          </p15:clr>
        </p15:guide>
        <p15:guide id="3" orient="horz" pos="9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470F8DED-E470-41FD-99B1-A77F5560CF54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60975" y="464468"/>
            <a:ext cx="4171140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15" hasCustomPrompt="1"/>
          </p:nvPr>
        </p:nvSpPr>
        <p:spPr>
          <a:xfrm>
            <a:off x="260975" y="1058863"/>
            <a:ext cx="4167010" cy="3313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 (one column, next to picture)</a:t>
            </a:r>
          </a:p>
        </p:txBody>
      </p:sp>
      <p:sp>
        <p:nvSpPr>
          <p:cNvPr id="9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4572000" y="555625"/>
            <a:ext cx="4572000" cy="396081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8" name="Rechteck 7"/>
          <p:cNvSpPr/>
          <p:nvPr userDrawn="1"/>
        </p:nvSpPr>
        <p:spPr>
          <a:xfrm>
            <a:off x="26097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822776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1384578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1946380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 userDrawn="1"/>
        </p:nvSpPr>
        <p:spPr>
          <a:xfrm>
            <a:off x="2508182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 userDrawn="1"/>
        </p:nvSpPr>
        <p:spPr>
          <a:xfrm>
            <a:off x="306998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16"/>
          <p:cNvSpPr txBox="1"/>
          <p:nvPr userDrawn="1"/>
        </p:nvSpPr>
        <p:spPr>
          <a:xfrm>
            <a:off x="251520" y="-754564"/>
            <a:ext cx="3327534" cy="138499"/>
          </a:xfrm>
          <a:prstGeom prst="rect">
            <a:avLst/>
          </a:prstGeom>
        </p:spPr>
        <p:txBody>
          <a:bodyPr wrap="square" lIns="0" tIns="0" rIns="0" bIns="0" numCol="1" spcCol="216000" rtlCol="0">
            <a:spAutoFit/>
          </a:bodyPr>
          <a:lstStyle/>
          <a:p>
            <a:pPr marL="0" indent="0" defTabSz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80000" algn="l"/>
              </a:tabLst>
            </a:pPr>
            <a:r>
              <a:rPr lang="de-DE" sz="900" dirty="0">
                <a:solidFill>
                  <a:schemeClr val="tx1"/>
                </a:solidFill>
              </a:rPr>
              <a:t>TU </a:t>
            </a:r>
            <a:r>
              <a:rPr lang="de-DE" sz="900" dirty="0" err="1">
                <a:solidFill>
                  <a:schemeClr val="tx1"/>
                </a:solidFill>
              </a:rPr>
              <a:t>colors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for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graphics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and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diagrams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8" name="Gerade Verbindung 8"/>
          <p:cNvCxnSpPr/>
          <p:nvPr userDrawn="1"/>
        </p:nvCxnSpPr>
        <p:spPr>
          <a:xfrm>
            <a:off x="0" y="4516438"/>
            <a:ext cx="9173881" cy="0"/>
          </a:xfrm>
          <a:prstGeom prst="line">
            <a:avLst/>
          </a:prstGeom>
          <a:ln w="12700">
            <a:solidFill>
              <a:srgbClr val="84B81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050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5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ext (two columns)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0E5CCE-069C-42EC-A5DE-193A9814F8E5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75550" y="464468"/>
            <a:ext cx="5376761" cy="4443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1" hasCustomPrompt="1"/>
          </p:nvPr>
        </p:nvSpPr>
        <p:spPr>
          <a:xfrm>
            <a:off x="260975" y="1058863"/>
            <a:ext cx="5391145" cy="3313112"/>
          </a:xfrm>
        </p:spPr>
        <p:txBody>
          <a:bodyPr rIns="0" numCol="2" spcCol="180000"/>
          <a:lstStyle>
            <a:lvl1pPr marL="180000" indent="-180000" defTabSz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180000" algn="l"/>
              </a:tabLst>
              <a:defRPr/>
            </a:lvl1pPr>
          </a:lstStyle>
          <a:p>
            <a:pPr lvl="0"/>
            <a:r>
              <a:rPr lang="en-US" dirty="0"/>
              <a:t>Click to edit text (two columns, next to picture)</a:t>
            </a:r>
          </a:p>
        </p:txBody>
      </p:sp>
      <p:sp>
        <p:nvSpPr>
          <p:cNvPr id="7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5795962" y="555625"/>
            <a:ext cx="3348037" cy="396081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9" name="Rechteck 8"/>
          <p:cNvSpPr/>
          <p:nvPr userDrawn="1"/>
        </p:nvSpPr>
        <p:spPr>
          <a:xfrm>
            <a:off x="26097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822776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1384578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1946380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 userDrawn="1"/>
        </p:nvSpPr>
        <p:spPr>
          <a:xfrm>
            <a:off x="2508182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306998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/>
          <p:cNvSpPr txBox="1"/>
          <p:nvPr userDrawn="1"/>
        </p:nvSpPr>
        <p:spPr>
          <a:xfrm>
            <a:off x="250825" y="-754564"/>
            <a:ext cx="3025031" cy="138499"/>
          </a:xfrm>
          <a:prstGeom prst="rect">
            <a:avLst/>
          </a:prstGeom>
        </p:spPr>
        <p:txBody>
          <a:bodyPr wrap="square" lIns="0" tIns="0" rIns="0" bIns="0" numCol="1" spcCol="216000" rtlCol="0">
            <a:spAutoFit/>
          </a:bodyPr>
          <a:lstStyle/>
          <a:p>
            <a:pPr marL="0" indent="0" defTabSz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80000" algn="l"/>
              </a:tabLst>
            </a:pPr>
            <a:r>
              <a:rPr lang="de-DE" sz="900">
                <a:solidFill>
                  <a:schemeClr val="tx1"/>
                </a:solidFill>
              </a:rPr>
              <a:t>TU colors for graphics and diagrams</a:t>
            </a:r>
            <a:endParaRPr lang="de-DE" sz="900" dirty="0">
              <a:solidFill>
                <a:schemeClr val="tx1"/>
              </a:solidFill>
            </a:endParaRPr>
          </a:p>
        </p:txBody>
      </p:sp>
      <p:cxnSp>
        <p:nvCxnSpPr>
          <p:cNvPr id="15" name="Gerade Verbindung 8"/>
          <p:cNvCxnSpPr/>
          <p:nvPr userDrawn="1"/>
        </p:nvCxnSpPr>
        <p:spPr>
          <a:xfrm>
            <a:off x="0" y="4516438"/>
            <a:ext cx="9173881" cy="0"/>
          </a:xfrm>
          <a:prstGeom prst="line">
            <a:avLst/>
          </a:prstGeom>
          <a:ln w="12700">
            <a:solidFill>
              <a:srgbClr val="84B81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6631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Pict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36E619-829A-4F56-8D6E-D8741D4D65A5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0" y="0"/>
            <a:ext cx="9143999" cy="37242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3853302"/>
            <a:ext cx="8208963" cy="431800"/>
          </a:xfrm>
        </p:spPr>
        <p:txBody>
          <a:bodyPr/>
          <a:lstStyle>
            <a:lvl1pPr marL="177800" indent="-177800">
              <a:defRPr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marL="0" indent="0">
              <a:buFontTx/>
              <a:buNone/>
            </a:pPr>
            <a:r>
              <a:rPr lang="de-DE" sz="1150" dirty="0">
                <a:solidFill>
                  <a:schemeClr val="tx1"/>
                </a:solidFill>
              </a:rPr>
              <a:t>Click </a:t>
            </a:r>
            <a:r>
              <a:rPr lang="de-DE" sz="1150" dirty="0" err="1">
                <a:solidFill>
                  <a:schemeClr val="tx1"/>
                </a:solidFill>
              </a:rPr>
              <a:t>to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edit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caption</a:t>
            </a:r>
            <a:r>
              <a:rPr lang="de-DE" sz="1150" dirty="0">
                <a:solidFill>
                  <a:schemeClr val="tx1"/>
                </a:solidFill>
              </a:rPr>
              <a:t> (optional)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26097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822776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 userDrawn="1"/>
        </p:nvSpPr>
        <p:spPr>
          <a:xfrm>
            <a:off x="1384578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1946380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2508182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306998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250825" y="-754564"/>
            <a:ext cx="3025031" cy="138499"/>
          </a:xfrm>
          <a:prstGeom prst="rect">
            <a:avLst/>
          </a:prstGeom>
        </p:spPr>
        <p:txBody>
          <a:bodyPr wrap="square" lIns="0" tIns="0" rIns="0" bIns="0" numCol="1" spcCol="216000" rtlCol="0">
            <a:spAutoFit/>
          </a:bodyPr>
          <a:lstStyle/>
          <a:p>
            <a:pPr marL="0" indent="0" defTabSz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80000" algn="l"/>
              </a:tabLst>
            </a:pPr>
            <a:r>
              <a:rPr lang="de-DE" sz="900" dirty="0">
                <a:solidFill>
                  <a:schemeClr val="tx1"/>
                </a:solidFill>
              </a:rPr>
              <a:t>TU </a:t>
            </a:r>
            <a:r>
              <a:rPr lang="de-DE" sz="900" dirty="0" err="1">
                <a:solidFill>
                  <a:schemeClr val="tx1"/>
                </a:solidFill>
              </a:rPr>
              <a:t>colors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for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graphics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and</a:t>
            </a:r>
            <a:r>
              <a:rPr lang="de-DE" sz="900" dirty="0">
                <a:solidFill>
                  <a:schemeClr val="tx1"/>
                </a:solidFill>
              </a:rPr>
              <a:t> </a:t>
            </a:r>
            <a:r>
              <a:rPr lang="de-DE" sz="900" dirty="0" err="1">
                <a:solidFill>
                  <a:schemeClr val="tx1"/>
                </a:solidFill>
              </a:rPr>
              <a:t>diagrams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734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8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Two Pictures +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2881A47-CEF9-4669-A5B6-716FAA3F8A03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Inhaltsplatzhalter 8"/>
          <p:cNvSpPr>
            <a:spLocks noGrp="1"/>
          </p:cNvSpPr>
          <p:nvPr>
            <p:ph sz="quarter" idx="14" hasCustomPrompt="1"/>
          </p:nvPr>
        </p:nvSpPr>
        <p:spPr>
          <a:xfrm>
            <a:off x="1" y="0"/>
            <a:ext cx="4467224" cy="37242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5" name="Textplatzhalter 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26" y="3853302"/>
            <a:ext cx="4216400" cy="431800"/>
          </a:xfrm>
        </p:spPr>
        <p:txBody>
          <a:bodyPr/>
          <a:lstStyle>
            <a:lvl1pPr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marL="0" indent="0">
              <a:buFontTx/>
              <a:buNone/>
            </a:pPr>
            <a:r>
              <a:rPr lang="de-DE" sz="1150" dirty="0">
                <a:solidFill>
                  <a:schemeClr val="tx1"/>
                </a:solidFill>
              </a:rPr>
              <a:t>Click </a:t>
            </a:r>
            <a:r>
              <a:rPr lang="de-DE" sz="1150" dirty="0" err="1">
                <a:solidFill>
                  <a:schemeClr val="tx1"/>
                </a:solidFill>
              </a:rPr>
              <a:t>to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edit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caption</a:t>
            </a:r>
            <a:r>
              <a:rPr lang="de-DE" sz="1150" dirty="0">
                <a:solidFill>
                  <a:schemeClr val="tx1"/>
                </a:solidFill>
              </a:rPr>
              <a:t> (optional)</a:t>
            </a:r>
          </a:p>
        </p:txBody>
      </p:sp>
      <p:sp>
        <p:nvSpPr>
          <p:cNvPr id="7" name="Inhaltsplatzhalter 8"/>
          <p:cNvSpPr>
            <a:spLocks noGrp="1"/>
          </p:cNvSpPr>
          <p:nvPr>
            <p:ph sz="quarter" idx="16" hasCustomPrompt="1"/>
          </p:nvPr>
        </p:nvSpPr>
        <p:spPr>
          <a:xfrm>
            <a:off x="4674122" y="-1"/>
            <a:ext cx="4467224" cy="3724276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17" hasCustomPrompt="1"/>
          </p:nvPr>
        </p:nvSpPr>
        <p:spPr>
          <a:xfrm>
            <a:off x="4676775" y="3853302"/>
            <a:ext cx="4216400" cy="431800"/>
          </a:xfrm>
        </p:spPr>
        <p:txBody>
          <a:bodyPr/>
          <a:lstStyle>
            <a:lvl1pPr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marL="0" indent="0">
              <a:buFontTx/>
              <a:buNone/>
            </a:pPr>
            <a:r>
              <a:rPr lang="de-DE" sz="1150" dirty="0">
                <a:solidFill>
                  <a:schemeClr val="tx1"/>
                </a:solidFill>
              </a:rPr>
              <a:t>Click </a:t>
            </a:r>
            <a:r>
              <a:rPr lang="de-DE" sz="1150" dirty="0" err="1">
                <a:solidFill>
                  <a:schemeClr val="tx1"/>
                </a:solidFill>
              </a:rPr>
              <a:t>to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edit</a:t>
            </a:r>
            <a:r>
              <a:rPr lang="de-DE" sz="1150" dirty="0">
                <a:solidFill>
                  <a:schemeClr val="tx1"/>
                </a:solidFill>
              </a:rPr>
              <a:t> </a:t>
            </a:r>
            <a:r>
              <a:rPr lang="de-DE" sz="1150" dirty="0" err="1">
                <a:solidFill>
                  <a:schemeClr val="tx1"/>
                </a:solidFill>
              </a:rPr>
              <a:t>caption</a:t>
            </a:r>
            <a:r>
              <a:rPr lang="de-DE" sz="1150" dirty="0">
                <a:solidFill>
                  <a:schemeClr val="tx1"/>
                </a:solidFill>
              </a:rPr>
              <a:t> (optional)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26097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822776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1384578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1946380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 userDrawn="1"/>
        </p:nvSpPr>
        <p:spPr>
          <a:xfrm>
            <a:off x="2508182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 userDrawn="1"/>
        </p:nvSpPr>
        <p:spPr>
          <a:xfrm>
            <a:off x="3069984" y="-524594"/>
            <a:ext cx="432048" cy="2880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/>
          <p:cNvSpPr txBox="1"/>
          <p:nvPr userDrawn="1"/>
        </p:nvSpPr>
        <p:spPr>
          <a:xfrm>
            <a:off x="250825" y="-754564"/>
            <a:ext cx="3025031" cy="138499"/>
          </a:xfrm>
          <a:prstGeom prst="rect">
            <a:avLst/>
          </a:prstGeom>
        </p:spPr>
        <p:txBody>
          <a:bodyPr wrap="square" lIns="0" tIns="0" rIns="0" bIns="0" numCol="1" spcCol="216000" rtlCol="0">
            <a:spAutoFit/>
          </a:bodyPr>
          <a:lstStyle/>
          <a:p>
            <a:pPr marL="0" indent="0" defTabSz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80000" algn="l"/>
              </a:tabLst>
            </a:pPr>
            <a:r>
              <a:rPr lang="de-DE" sz="900">
                <a:solidFill>
                  <a:schemeClr val="tx1"/>
                </a:solidFill>
              </a:rPr>
              <a:t>TU colors for graphics and diagrams</a:t>
            </a:r>
            <a:endParaRPr lang="de-DE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37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44" userDrawn="1">
          <p15:clr>
            <a:srgbClr val="FBAE40"/>
          </p15:clr>
        </p15:guide>
        <p15:guide id="3" pos="2816" userDrawn="1">
          <p15:clr>
            <a:srgbClr val="FBAE40"/>
          </p15:clr>
        </p15:guide>
        <p15:guide id="4" orient="horz" pos="261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Chapter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AA4B11-B4B0-49B5-A03B-13E36C198DFC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Rechteck 11"/>
          <p:cNvSpPr/>
          <p:nvPr userDrawn="1"/>
        </p:nvSpPr>
        <p:spPr>
          <a:xfrm>
            <a:off x="0" y="0"/>
            <a:ext cx="9144000" cy="4516438"/>
          </a:xfrm>
          <a:prstGeom prst="rect">
            <a:avLst/>
          </a:prstGeom>
          <a:solidFill>
            <a:srgbClr val="84B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88827" y="2742739"/>
            <a:ext cx="3600251" cy="576064"/>
          </a:xfr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CHAPTER 01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84213" y="3436243"/>
            <a:ext cx="7775575" cy="576064"/>
          </a:xfrm>
        </p:spPr>
        <p:txBody>
          <a:bodyPr/>
          <a:lstStyle>
            <a:lvl1pPr marL="0" indent="0">
              <a:buFontTx/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(optional)</a:t>
            </a:r>
          </a:p>
        </p:txBody>
      </p:sp>
    </p:spTree>
    <p:extLst>
      <p:ext uri="{BB962C8B-B14F-4D97-AF65-F5344CB8AC3E}">
        <p14:creationId xmlns:p14="http://schemas.microsoft.com/office/powerpoint/2010/main" val="291909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Chapter Break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7DE7521-E1C3-41F3-AA5C-FE982A513A48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9144000" cy="451643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endParaRPr lang="de-DE" dirty="0"/>
          </a:p>
        </p:txBody>
      </p:sp>
      <p:sp>
        <p:nvSpPr>
          <p:cNvPr id="5" name="Textplatzhalt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88827" y="2742739"/>
            <a:ext cx="3600251" cy="576064"/>
          </a:xfr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CHAPTER 01</a:t>
            </a:r>
          </a:p>
        </p:txBody>
      </p:sp>
      <p:sp>
        <p:nvSpPr>
          <p:cNvPr id="6" name="Textplatzhalt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84213" y="3436243"/>
            <a:ext cx="7775575" cy="576064"/>
          </a:xfrm>
        </p:spPr>
        <p:txBody>
          <a:bodyPr/>
          <a:lstStyle>
            <a:lvl1pPr marL="0" indent="0">
              <a:buFontTx/>
              <a:buNone/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subline</a:t>
            </a:r>
            <a:r>
              <a:rPr lang="de-DE" dirty="0"/>
              <a:t> (optional)</a:t>
            </a:r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-126937" y="4515960"/>
            <a:ext cx="9300818" cy="478"/>
          </a:xfrm>
          <a:prstGeom prst="line">
            <a:avLst/>
          </a:prstGeom>
          <a:ln w="12700">
            <a:solidFill>
              <a:srgbClr val="84B81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89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ter Slide End /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Group G2, PAS | MLME Project</a:t>
            </a:r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D9E04B5-CB26-4E6C-B931-A7DF7A4B9FD8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75472" y="471192"/>
            <a:ext cx="6192738" cy="9144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 baseline="0">
                <a:solidFill>
                  <a:srgbClr val="84B819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de-DE" dirty="0"/>
              <a:t>Click to </a:t>
            </a:r>
            <a:r>
              <a:rPr lang="de-DE" dirty="0" err="1"/>
              <a:t>edit</a:t>
            </a:r>
            <a:r>
              <a:rPr lang="de-DE" dirty="0"/>
              <a:t> title: </a:t>
            </a:r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attention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977899" y="1725613"/>
            <a:ext cx="6190311" cy="1998662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defTabSz="0">
              <a:spcBef>
                <a:spcPts val="50"/>
              </a:spcBef>
              <a:tabLst>
                <a:tab pos="180000" algn="l"/>
              </a:tabLst>
            </a:pPr>
            <a:r>
              <a:rPr lang="de-DE" dirty="0"/>
              <a:t>Click to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contact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110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505371" y="4633878"/>
            <a:ext cx="387803" cy="20993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100" b="1">
                <a:solidFill>
                  <a:srgbClr val="84B81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3CECEBB-547B-4598-95D8-3FB4D608B5D5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0" y="4516438"/>
            <a:ext cx="9144000" cy="0"/>
          </a:xfrm>
          <a:prstGeom prst="line">
            <a:avLst/>
          </a:prstGeom>
          <a:ln w="12700">
            <a:solidFill>
              <a:srgbClr val="84B819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itelplatzhalter 2"/>
          <p:cNvSpPr>
            <a:spLocks noGrp="1"/>
          </p:cNvSpPr>
          <p:nvPr>
            <p:ph type="title"/>
          </p:nvPr>
        </p:nvSpPr>
        <p:spPr>
          <a:xfrm>
            <a:off x="971600" y="3917547"/>
            <a:ext cx="7488187" cy="55397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684213" y="1058863"/>
            <a:ext cx="7775574" cy="2665412"/>
          </a:xfrm>
          <a:prstGeom prst="rect">
            <a:avLst/>
          </a:prstGeom>
        </p:spPr>
        <p:txBody>
          <a:bodyPr vert="horz" lIns="0" tIns="0" rIns="72000" bIns="0" rtlCol="0">
            <a:noAutofit/>
          </a:bodyPr>
          <a:lstStyle/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styles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Fifith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sz="half" idx="2"/>
          </p:nvPr>
        </p:nvSpPr>
        <p:spPr>
          <a:xfrm>
            <a:off x="7554515" y="4656026"/>
            <a:ext cx="905272" cy="27463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r">
              <a:defRPr sz="11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BCF4BDB0-F1F8-4F93-AFE6-575F74E1B40A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3"/>
          </p:nvPr>
        </p:nvSpPr>
        <p:spPr>
          <a:xfrm>
            <a:off x="3377086" y="4658618"/>
            <a:ext cx="4034902" cy="274637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1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de-DE" dirty="0"/>
              <a:t>Name, </a:t>
            </a:r>
            <a:r>
              <a:rPr lang="de-DE" dirty="0" err="1"/>
              <a:t>Organizational</a:t>
            </a:r>
            <a:r>
              <a:rPr lang="de-DE" dirty="0"/>
              <a:t> Unit | </a:t>
            </a:r>
            <a:r>
              <a:rPr lang="de-DE" dirty="0" err="1"/>
              <a:t>Presentation</a:t>
            </a:r>
            <a:r>
              <a:rPr lang="de-DE" dirty="0"/>
              <a:t> Title</a:t>
            </a: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83" y="4613653"/>
            <a:ext cx="1224781" cy="37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4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80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</p:sldLayoutIdLst>
  <p:hf hdr="0"/>
  <p:txStyles>
    <p:titleStyle>
      <a:lvl1pPr marL="0" indent="0" algn="l" defTabSz="914400" rtl="0" eaLnBrk="1" latinLnBrk="0" hangingPunct="1">
        <a:spcBef>
          <a:spcPct val="0"/>
        </a:spcBef>
        <a:buNone/>
        <a:tabLst>
          <a:tab pos="449263" algn="l"/>
        </a:tabLst>
        <a:defRPr sz="1650" kern="1200">
          <a:solidFill>
            <a:srgbClr val="84B81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5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5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 userDrawn="1">
          <p15:clr>
            <a:srgbClr val="F26B43"/>
          </p15:clr>
        </p15:guide>
        <p15:guide id="2" pos="5602" userDrawn="1">
          <p15:clr>
            <a:srgbClr val="F26B43"/>
          </p15:clr>
        </p15:guide>
        <p15:guide id="3" orient="horz" pos="123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284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329" userDrawn="1">
          <p15:clr>
            <a:srgbClr val="F26B43"/>
          </p15:clr>
        </p15:guide>
        <p15:guide id="8" orient="horz" pos="3014" userDrawn="1">
          <p15:clr>
            <a:srgbClr val="F26B43"/>
          </p15:clr>
        </p15:guide>
        <p15:guide id="9" orient="horz" pos="510" userDrawn="1">
          <p15:clr>
            <a:srgbClr val="F26B43"/>
          </p15:clr>
        </p15:guide>
        <p15:guide id="10" orient="horz" pos="2346" userDrawn="1">
          <p15:clr>
            <a:srgbClr val="F26B43"/>
          </p15:clr>
        </p15:guide>
        <p15:guide id="11" orient="horz" pos="2754" userDrawn="1">
          <p15:clr>
            <a:srgbClr val="F26B43"/>
          </p15:clr>
        </p15:guide>
        <p15:guide id="12" orient="horz" pos="667" userDrawn="1">
          <p15:clr>
            <a:srgbClr val="F26B43"/>
          </p15:clr>
        </p15:guide>
        <p15:guide id="13" pos="6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1"/>
          </p:nvPr>
        </p:nvSpPr>
        <p:spPr>
          <a:xfrm>
            <a:off x="854449" y="805314"/>
            <a:ext cx="8038726" cy="758324"/>
          </a:xfrm>
        </p:spPr>
        <p:txBody>
          <a:bodyPr anchor="ctr"/>
          <a:lstStyle/>
          <a:p>
            <a:r>
              <a:rPr lang="en-US" sz="2000" dirty="0"/>
              <a:t>Data-based modeling of slug flow crystallization with uncertainty</a:t>
            </a:r>
          </a:p>
          <a:p>
            <a:r>
              <a:rPr lang="en-US" sz="2000" dirty="0"/>
              <a:t>quantification</a:t>
            </a:r>
          </a:p>
        </p:txBody>
      </p:sp>
    </p:spTree>
    <p:extLst>
      <p:ext uri="{BB962C8B-B14F-4D97-AF65-F5344CB8AC3E}">
        <p14:creationId xmlns:p14="http://schemas.microsoft.com/office/powerpoint/2010/main" val="21364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Paul Jollet, Group G2 | Data Splitting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FA528A-3D65-425D-A5D2-51494FEA8986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Data Splitting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/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50825" y="1058862"/>
                <a:ext cx="8642350" cy="3313087"/>
              </a:xfrm>
            </p:spPr>
            <p:txBody>
              <a:bodyPr/>
              <a:lstStyle/>
              <a:p>
                <a:pPr marL="268288" indent="-268288">
                  <a:buFont typeface="+mj-lt"/>
                  <a:buAutoNum type="arabicPeriod"/>
                </a:pPr>
                <a:r>
                  <a:rPr lang="en-US" dirty="0"/>
                  <a:t>Delete clusters with incorrect values</a:t>
                </a:r>
              </a:p>
              <a:p>
                <a:pPr marL="268288" indent="-268288">
                  <a:buFont typeface="+mj-lt"/>
                  <a:buAutoNum type="arabicPeriod"/>
                </a:pPr>
                <a:r>
                  <a:rPr lang="en-US" dirty="0"/>
                  <a:t>No random sample selection, due to temporal dependencies from lagged input windows</a:t>
                </a:r>
              </a:p>
              <a:p>
                <a:pPr marL="627063" indent="-269875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Splitting at trajectory level</a:t>
                </a:r>
              </a:p>
              <a:p>
                <a:pPr marL="895350" lvl="1" indent="-103188"/>
                <a:r>
                  <a:rPr lang="en-US" sz="1100" dirty="0"/>
                  <a:t>Prevents information leakage from overlapping time steps</a:t>
                </a:r>
              </a:p>
              <a:p>
                <a:pPr marL="792163" lvl="1" indent="0">
                  <a:buNone/>
                </a:pPr>
                <a:endParaRPr lang="en-US" sz="1100" dirty="0"/>
              </a:p>
              <a:p>
                <a:pPr marL="627063" indent="-269875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Cluster-wise splitting</a:t>
                </a:r>
              </a:p>
              <a:p>
                <a:pPr marL="895350" indent="-103188"/>
                <a:r>
                  <a:rPr lang="en-US" sz="1050" dirty="0"/>
                  <a:t>Ensures generalization across different behavioral modes</a:t>
                </a:r>
              </a:p>
              <a:p>
                <a:pPr marL="895350" indent="-103188"/>
                <a:endParaRPr lang="en-US" sz="1050" dirty="0"/>
              </a:p>
              <a:p>
                <a:pPr marL="627063" indent="-268288">
                  <a:buFont typeface="Wingdings" panose="05000000000000000000" pitchFamily="2" charset="2"/>
                  <a:buChar char="Ø"/>
                </a:pPr>
                <a:r>
                  <a:rPr lang="en-US" sz="1400" dirty="0"/>
                  <a:t>Don’t use the first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𝑙𝑎𝑔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400" dirty="0"/>
                  <a:t> values per trajectory</a:t>
                </a:r>
              </a:p>
              <a:p>
                <a:pPr marL="895350" indent="-103188"/>
                <a:r>
                  <a:rPr lang="en-US" sz="1050" dirty="0"/>
                  <a:t>Avoids the use of incomplete data points</a:t>
                </a:r>
              </a:p>
              <a:p>
                <a:endParaRPr lang="en-US" dirty="0"/>
              </a:p>
              <a:p>
                <a:pPr marL="536575" lvl="2" indent="-179388">
                  <a:buFont typeface="Wingdings" panose="05000000000000000000" pitchFamily="2" charset="2"/>
                  <a:buChar char="Ø"/>
                </a:pPr>
                <a:endParaRPr lang="en-US" dirty="0"/>
              </a:p>
              <a:p>
                <a:pPr marL="285750" lvl="2" indent="-285750"/>
                <a:endParaRPr lang="en-US" dirty="0"/>
              </a:p>
            </p:txBody>
          </p:sp>
        </mc:Choice>
        <mc:Fallback xmlns="">
          <p:sp>
            <p:nvSpPr>
              <p:cNvPr id="6" name="Inhaltsplatzhalt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50825" y="1058862"/>
                <a:ext cx="8642350" cy="3313087"/>
              </a:xfrm>
              <a:blipFill>
                <a:blip r:embed="rId2"/>
                <a:stretch>
                  <a:fillRect l="-1340" t="-20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E56565E0-6D8C-8BC1-62AC-8E39D908669F}"/>
              </a:ext>
            </a:extLst>
          </p:cNvPr>
          <p:cNvSpPr/>
          <p:nvPr/>
        </p:nvSpPr>
        <p:spPr>
          <a:xfrm>
            <a:off x="6398277" y="3387002"/>
            <a:ext cx="596606" cy="430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20 % </a:t>
            </a:r>
            <a:r>
              <a:rPr lang="de-DE" sz="700" dirty="0" err="1"/>
              <a:t>validation</a:t>
            </a:r>
            <a:r>
              <a:rPr lang="de-DE" sz="700" dirty="0"/>
              <a:t> </a:t>
            </a:r>
            <a:r>
              <a:rPr lang="de-DE" sz="700" dirty="0" err="1"/>
              <a:t>data</a:t>
            </a:r>
            <a:endParaRPr lang="de-DE" sz="700" dirty="0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44FBF650-D244-0632-4896-AA5C3B85FD82}"/>
              </a:ext>
            </a:extLst>
          </p:cNvPr>
          <p:cNvSpPr/>
          <p:nvPr/>
        </p:nvSpPr>
        <p:spPr>
          <a:xfrm>
            <a:off x="6398277" y="3941137"/>
            <a:ext cx="596606" cy="430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10 % </a:t>
            </a:r>
            <a:r>
              <a:rPr lang="de-DE" sz="700" dirty="0" err="1"/>
              <a:t>testing</a:t>
            </a:r>
            <a:r>
              <a:rPr lang="de-DE" sz="700" dirty="0"/>
              <a:t> </a:t>
            </a:r>
            <a:r>
              <a:rPr lang="de-DE" sz="700" dirty="0" err="1"/>
              <a:t>data</a:t>
            </a:r>
            <a:endParaRPr lang="de-DE" sz="700" dirty="0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A87A8C83-0856-EF7F-E108-B9B562FFBF1A}"/>
              </a:ext>
            </a:extLst>
          </p:cNvPr>
          <p:cNvSpPr/>
          <p:nvPr/>
        </p:nvSpPr>
        <p:spPr>
          <a:xfrm>
            <a:off x="6398277" y="2832867"/>
            <a:ext cx="596606" cy="430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700" dirty="0"/>
              <a:t>70 % </a:t>
            </a:r>
            <a:r>
              <a:rPr lang="de-DE" sz="700" dirty="0" err="1"/>
              <a:t>training</a:t>
            </a:r>
            <a:r>
              <a:rPr lang="de-DE" sz="700" dirty="0"/>
              <a:t> </a:t>
            </a:r>
            <a:r>
              <a:rPr lang="de-DE" sz="700" dirty="0" err="1"/>
              <a:t>data</a:t>
            </a:r>
            <a:endParaRPr lang="de-DE" sz="700" dirty="0"/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1638C37D-2EE4-9213-8401-8A8AF55E4000}"/>
              </a:ext>
            </a:extLst>
          </p:cNvPr>
          <p:cNvGrpSpPr/>
          <p:nvPr/>
        </p:nvGrpSpPr>
        <p:grpSpPr>
          <a:xfrm>
            <a:off x="5014980" y="908842"/>
            <a:ext cx="3363201" cy="430812"/>
            <a:chOff x="5014980" y="908842"/>
            <a:chExt cx="3363201" cy="430812"/>
          </a:xfrm>
        </p:grpSpPr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5D4D923-AEB0-50A7-3931-6D2B985FA7C3}"/>
                </a:ext>
              </a:extLst>
            </p:cNvPr>
            <p:cNvSpPr/>
            <p:nvPr/>
          </p:nvSpPr>
          <p:spPr>
            <a:xfrm>
              <a:off x="5014980" y="908842"/>
              <a:ext cx="596606" cy="4308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-1 (Noise)</a:t>
              </a: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BA0CEA01-71C2-1AF8-18A4-2302768D9A9F}"/>
                </a:ext>
              </a:extLst>
            </p:cNvPr>
            <p:cNvSpPr/>
            <p:nvPr/>
          </p:nvSpPr>
          <p:spPr>
            <a:xfrm>
              <a:off x="5706629" y="908842"/>
              <a:ext cx="596606" cy="4308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0</a:t>
              </a: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C8918CDD-D310-0EEC-C106-F93EA68D46DE}"/>
                </a:ext>
              </a:extLst>
            </p:cNvPr>
            <p:cNvSpPr/>
            <p:nvPr/>
          </p:nvSpPr>
          <p:spPr>
            <a:xfrm>
              <a:off x="6398278" y="908842"/>
              <a:ext cx="596606" cy="4308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1</a:t>
              </a:r>
            </a:p>
          </p:txBody>
        </p:sp>
        <p:sp>
          <p:nvSpPr>
            <p:cNvPr id="76" name="Rechteck 75">
              <a:extLst>
                <a:ext uri="{FF2B5EF4-FFF2-40B4-BE49-F238E27FC236}">
                  <a16:creationId xmlns:a16="http://schemas.microsoft.com/office/drawing/2014/main" id="{3BAE4C2B-D6C4-1D76-1081-2DC338386251}"/>
                </a:ext>
              </a:extLst>
            </p:cNvPr>
            <p:cNvSpPr/>
            <p:nvPr/>
          </p:nvSpPr>
          <p:spPr>
            <a:xfrm>
              <a:off x="7089926" y="908842"/>
              <a:ext cx="596606" cy="4308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2</a:t>
              </a:r>
            </a:p>
          </p:txBody>
        </p:sp>
        <p:sp>
          <p:nvSpPr>
            <p:cNvPr id="77" name="Rechteck 76">
              <a:extLst>
                <a:ext uri="{FF2B5EF4-FFF2-40B4-BE49-F238E27FC236}">
                  <a16:creationId xmlns:a16="http://schemas.microsoft.com/office/drawing/2014/main" id="{F20911EF-2412-A049-BED5-04D164D4B7DB}"/>
                </a:ext>
              </a:extLst>
            </p:cNvPr>
            <p:cNvSpPr/>
            <p:nvPr/>
          </p:nvSpPr>
          <p:spPr>
            <a:xfrm>
              <a:off x="7781575" y="908842"/>
              <a:ext cx="596606" cy="43081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3</a:t>
              </a:r>
            </a:p>
          </p:txBody>
        </p:sp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685A3527-8BC9-8D5B-F527-3ADC1280F725}"/>
              </a:ext>
            </a:extLst>
          </p:cNvPr>
          <p:cNvGrpSpPr/>
          <p:nvPr/>
        </p:nvGrpSpPr>
        <p:grpSpPr>
          <a:xfrm>
            <a:off x="4499991" y="1869307"/>
            <a:ext cx="4393181" cy="435007"/>
            <a:chOff x="1547664" y="1217785"/>
            <a:chExt cx="5832648" cy="443693"/>
          </a:xfrm>
        </p:grpSpPr>
        <p:grpSp>
          <p:nvGrpSpPr>
            <p:cNvPr id="128" name="Gruppieren 127">
              <a:extLst>
                <a:ext uri="{FF2B5EF4-FFF2-40B4-BE49-F238E27FC236}">
                  <a16:creationId xmlns:a16="http://schemas.microsoft.com/office/drawing/2014/main" id="{9A533D15-2148-17EB-B087-9192FFC03F83}"/>
                </a:ext>
              </a:extLst>
            </p:cNvPr>
            <p:cNvGrpSpPr/>
            <p:nvPr/>
          </p:nvGrpSpPr>
          <p:grpSpPr>
            <a:xfrm>
              <a:off x="1547664" y="1220654"/>
              <a:ext cx="2628638" cy="440824"/>
              <a:chOff x="1772257" y="1220654"/>
              <a:chExt cx="2628638" cy="440824"/>
            </a:xfrm>
          </p:grpSpPr>
          <p:sp>
            <p:nvSpPr>
              <p:cNvPr id="93" name="Rechteck 92">
                <a:extLst>
                  <a:ext uri="{FF2B5EF4-FFF2-40B4-BE49-F238E27FC236}">
                    <a16:creationId xmlns:a16="http://schemas.microsoft.com/office/drawing/2014/main" id="{CDF63DD1-5CD2-DD7C-FFC0-7A548419676F}"/>
                  </a:ext>
                </a:extLst>
              </p:cNvPr>
              <p:cNvSpPr/>
              <p:nvPr/>
            </p:nvSpPr>
            <p:spPr>
              <a:xfrm>
                <a:off x="2690531" y="1220654"/>
                <a:ext cx="792090" cy="4394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700" dirty="0"/>
                  <a:t>Cluster 0</a:t>
                </a:r>
              </a:p>
              <a:p>
                <a:pPr algn="ctr"/>
                <a:r>
                  <a:rPr lang="de-DE" sz="700" dirty="0"/>
                  <a:t>20 % </a:t>
                </a:r>
                <a:r>
                  <a:rPr lang="de-DE" sz="700" dirty="0" err="1"/>
                  <a:t>val</a:t>
                </a:r>
                <a:endParaRPr lang="de-DE" sz="700" dirty="0"/>
              </a:p>
            </p:txBody>
          </p:sp>
          <p:sp>
            <p:nvSpPr>
              <p:cNvPr id="94" name="Rechteck 93">
                <a:extLst>
                  <a:ext uri="{FF2B5EF4-FFF2-40B4-BE49-F238E27FC236}">
                    <a16:creationId xmlns:a16="http://schemas.microsoft.com/office/drawing/2014/main" id="{4BBE79F6-7557-8278-B343-A97B04DE02CE}"/>
                  </a:ext>
                </a:extLst>
              </p:cNvPr>
              <p:cNvSpPr/>
              <p:nvPr/>
            </p:nvSpPr>
            <p:spPr>
              <a:xfrm>
                <a:off x="3608805" y="1220654"/>
                <a:ext cx="792090" cy="4394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700" dirty="0"/>
                  <a:t>Cluster 0</a:t>
                </a:r>
              </a:p>
              <a:p>
                <a:pPr algn="ctr"/>
                <a:r>
                  <a:rPr lang="de-DE" sz="700" dirty="0"/>
                  <a:t>10 % </a:t>
                </a:r>
                <a:r>
                  <a:rPr lang="de-DE" sz="700" dirty="0" err="1"/>
                  <a:t>train</a:t>
                </a:r>
                <a:endParaRPr lang="de-DE" sz="700" dirty="0"/>
              </a:p>
            </p:txBody>
          </p:sp>
          <p:sp>
            <p:nvSpPr>
              <p:cNvPr id="95" name="Rechteck 94">
                <a:extLst>
                  <a:ext uri="{FF2B5EF4-FFF2-40B4-BE49-F238E27FC236}">
                    <a16:creationId xmlns:a16="http://schemas.microsoft.com/office/drawing/2014/main" id="{9E705A02-7D82-8C80-B4BA-207DA0909C0F}"/>
                  </a:ext>
                </a:extLst>
              </p:cNvPr>
              <p:cNvSpPr/>
              <p:nvPr/>
            </p:nvSpPr>
            <p:spPr>
              <a:xfrm>
                <a:off x="1772257" y="1222063"/>
                <a:ext cx="792090" cy="43941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700" dirty="0"/>
                  <a:t>Cluster 0</a:t>
                </a:r>
              </a:p>
              <a:p>
                <a:pPr algn="ctr"/>
                <a:r>
                  <a:rPr lang="de-DE" sz="700" dirty="0"/>
                  <a:t>70 % </a:t>
                </a:r>
                <a:r>
                  <a:rPr lang="de-DE" sz="700" dirty="0" err="1"/>
                  <a:t>train</a:t>
                </a:r>
                <a:endParaRPr lang="de-DE" sz="700" dirty="0"/>
              </a:p>
            </p:txBody>
          </p:sp>
        </p:grpSp>
        <p:sp>
          <p:nvSpPr>
            <p:cNvPr id="90" name="Rechteck 89">
              <a:extLst>
                <a:ext uri="{FF2B5EF4-FFF2-40B4-BE49-F238E27FC236}">
                  <a16:creationId xmlns:a16="http://schemas.microsoft.com/office/drawing/2014/main" id="{EC57BC7C-10FA-220E-B69F-99323F3C41A1}"/>
                </a:ext>
              </a:extLst>
            </p:cNvPr>
            <p:cNvSpPr/>
            <p:nvPr/>
          </p:nvSpPr>
          <p:spPr>
            <a:xfrm>
              <a:off x="5669943" y="1217785"/>
              <a:ext cx="792090" cy="4394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1</a:t>
              </a:r>
            </a:p>
            <a:p>
              <a:pPr algn="ctr"/>
              <a:r>
                <a:rPr lang="de-DE" sz="700" dirty="0"/>
                <a:t>20 % </a:t>
              </a:r>
              <a:r>
                <a:rPr lang="de-DE" sz="700" dirty="0" err="1"/>
                <a:t>val</a:t>
              </a:r>
              <a:endParaRPr lang="de-DE" sz="700" dirty="0"/>
            </a:p>
          </p:txBody>
        </p: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9A638772-0C4B-E447-772A-132BC2A6EF23}"/>
                </a:ext>
              </a:extLst>
            </p:cNvPr>
            <p:cNvSpPr/>
            <p:nvPr/>
          </p:nvSpPr>
          <p:spPr>
            <a:xfrm>
              <a:off x="6588222" y="1217785"/>
              <a:ext cx="792090" cy="4394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1</a:t>
              </a:r>
            </a:p>
            <a:p>
              <a:pPr algn="ctr"/>
              <a:r>
                <a:rPr lang="de-DE" sz="700" dirty="0"/>
                <a:t>10 % </a:t>
              </a:r>
              <a:r>
                <a:rPr lang="de-DE" sz="700" dirty="0" err="1"/>
                <a:t>test</a:t>
              </a:r>
              <a:endParaRPr lang="de-DE" sz="700" dirty="0"/>
            </a:p>
          </p:txBody>
        </p:sp>
        <p:sp>
          <p:nvSpPr>
            <p:cNvPr id="92" name="Rechteck 91">
              <a:extLst>
                <a:ext uri="{FF2B5EF4-FFF2-40B4-BE49-F238E27FC236}">
                  <a16:creationId xmlns:a16="http://schemas.microsoft.com/office/drawing/2014/main" id="{7D159BBE-2FC5-CABC-E122-A0B3D56F46D2}"/>
                </a:ext>
              </a:extLst>
            </p:cNvPr>
            <p:cNvSpPr/>
            <p:nvPr/>
          </p:nvSpPr>
          <p:spPr>
            <a:xfrm>
              <a:off x="4751669" y="1219194"/>
              <a:ext cx="792090" cy="43941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00" dirty="0"/>
                <a:t>Cluster 1</a:t>
              </a:r>
            </a:p>
            <a:p>
              <a:pPr algn="ctr"/>
              <a:r>
                <a:rPr lang="de-DE" sz="700" dirty="0"/>
                <a:t>70 % </a:t>
              </a:r>
              <a:r>
                <a:rPr lang="de-DE" sz="700" dirty="0" err="1"/>
                <a:t>train</a:t>
              </a:r>
              <a:endParaRPr lang="de-DE" sz="700" dirty="0"/>
            </a:p>
          </p:txBody>
        </p:sp>
      </p:grpSp>
      <p:cxnSp>
        <p:nvCxnSpPr>
          <p:cNvPr id="78" name="Gerader Verbinder 32">
            <a:extLst>
              <a:ext uri="{FF2B5EF4-FFF2-40B4-BE49-F238E27FC236}">
                <a16:creationId xmlns:a16="http://schemas.microsoft.com/office/drawing/2014/main" id="{52BBB340-A2CA-9B85-33F1-F5682C4BA744}"/>
              </a:ext>
            </a:extLst>
          </p:cNvPr>
          <p:cNvCxnSpPr>
            <a:cxnSpLocks/>
            <a:stCxn id="74" idx="2"/>
            <a:endCxn id="94" idx="0"/>
          </p:cNvCxnSpPr>
          <p:nvPr/>
        </p:nvCxnSpPr>
        <p:spPr>
          <a:xfrm rot="16200000" flipH="1">
            <a:off x="5827029" y="1517557"/>
            <a:ext cx="532466" cy="176660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Gerader Verbinder 37">
            <a:extLst>
              <a:ext uri="{FF2B5EF4-FFF2-40B4-BE49-F238E27FC236}">
                <a16:creationId xmlns:a16="http://schemas.microsoft.com/office/drawing/2014/main" id="{527C1224-AB70-B78C-6EDE-5A97E8857583}"/>
              </a:ext>
            </a:extLst>
          </p:cNvPr>
          <p:cNvCxnSpPr>
            <a:cxnSpLocks/>
            <a:stCxn id="74" idx="2"/>
            <a:endCxn id="93" idx="0"/>
          </p:cNvCxnSpPr>
          <p:nvPr/>
        </p:nvCxnSpPr>
        <p:spPr>
          <a:xfrm rot="5400000">
            <a:off x="5481205" y="1348393"/>
            <a:ext cx="532466" cy="514989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r Verbinder 41">
            <a:extLst>
              <a:ext uri="{FF2B5EF4-FFF2-40B4-BE49-F238E27FC236}">
                <a16:creationId xmlns:a16="http://schemas.microsoft.com/office/drawing/2014/main" id="{52B74C62-0287-7ED2-4CC4-4AA619292D0E}"/>
              </a:ext>
            </a:extLst>
          </p:cNvPr>
          <p:cNvCxnSpPr>
            <a:cxnSpLocks/>
            <a:stCxn id="74" idx="2"/>
            <a:endCxn id="95" idx="0"/>
          </p:cNvCxnSpPr>
          <p:nvPr/>
        </p:nvCxnSpPr>
        <p:spPr>
          <a:xfrm rot="5400000">
            <a:off x="5134690" y="1003258"/>
            <a:ext cx="533847" cy="1206638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Gerader Verbinder 47">
            <a:extLst>
              <a:ext uri="{FF2B5EF4-FFF2-40B4-BE49-F238E27FC236}">
                <a16:creationId xmlns:a16="http://schemas.microsoft.com/office/drawing/2014/main" id="{F3C96AC1-59E0-72CA-E317-1277CECD94F9}"/>
              </a:ext>
            </a:extLst>
          </p:cNvPr>
          <p:cNvCxnSpPr>
            <a:cxnSpLocks/>
            <a:stCxn id="75" idx="2"/>
            <a:endCxn id="92" idx="0"/>
          </p:cNvCxnSpPr>
          <p:nvPr/>
        </p:nvCxnSpPr>
        <p:spPr>
          <a:xfrm rot="16200000" flipH="1">
            <a:off x="6688557" y="1347678"/>
            <a:ext cx="531034" cy="514986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Gerader Verbinder 53">
            <a:extLst>
              <a:ext uri="{FF2B5EF4-FFF2-40B4-BE49-F238E27FC236}">
                <a16:creationId xmlns:a16="http://schemas.microsoft.com/office/drawing/2014/main" id="{CF029F68-58DD-8719-1F36-861D121EC81C}"/>
              </a:ext>
            </a:extLst>
          </p:cNvPr>
          <p:cNvCxnSpPr>
            <a:cxnSpLocks/>
            <a:stCxn id="75" idx="2"/>
            <a:endCxn id="90" idx="0"/>
          </p:cNvCxnSpPr>
          <p:nvPr/>
        </p:nvCxnSpPr>
        <p:spPr>
          <a:xfrm rot="16200000" flipH="1">
            <a:off x="7035072" y="1001162"/>
            <a:ext cx="529653" cy="1206635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58">
            <a:extLst>
              <a:ext uri="{FF2B5EF4-FFF2-40B4-BE49-F238E27FC236}">
                <a16:creationId xmlns:a16="http://schemas.microsoft.com/office/drawing/2014/main" id="{65B4BDE4-872C-FB83-BC61-2070976CE79A}"/>
              </a:ext>
            </a:extLst>
          </p:cNvPr>
          <p:cNvCxnSpPr>
            <a:cxnSpLocks/>
            <a:stCxn id="75" idx="2"/>
            <a:endCxn id="91" idx="0"/>
          </p:cNvCxnSpPr>
          <p:nvPr/>
        </p:nvCxnSpPr>
        <p:spPr>
          <a:xfrm rot="16200000" flipH="1">
            <a:off x="7380899" y="655336"/>
            <a:ext cx="529653" cy="1898288"/>
          </a:xfrm>
          <a:prstGeom prst="bentConnector3">
            <a:avLst>
              <a:gd name="adj1" fmla="val 50000"/>
            </a:avLst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71">
            <a:extLst>
              <a:ext uri="{FF2B5EF4-FFF2-40B4-BE49-F238E27FC236}">
                <a16:creationId xmlns:a16="http://schemas.microsoft.com/office/drawing/2014/main" id="{8EDDA44F-3812-D10F-BFAF-7260F8A494F8}"/>
              </a:ext>
            </a:extLst>
          </p:cNvPr>
          <p:cNvCxnSpPr>
            <a:cxnSpLocks/>
            <a:stCxn id="95" idx="2"/>
            <a:endCxn id="72" idx="1"/>
          </p:cNvCxnSpPr>
          <p:nvPr/>
        </p:nvCxnSpPr>
        <p:spPr>
          <a:xfrm rot="16200000" flipH="1">
            <a:off x="5226306" y="1876301"/>
            <a:ext cx="743959" cy="1599983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Gerader Verbinder 74">
            <a:extLst>
              <a:ext uri="{FF2B5EF4-FFF2-40B4-BE49-F238E27FC236}">
                <a16:creationId xmlns:a16="http://schemas.microsoft.com/office/drawing/2014/main" id="{82C5F574-B649-A634-4204-008824562D5D}"/>
              </a:ext>
            </a:extLst>
          </p:cNvPr>
          <p:cNvCxnSpPr>
            <a:cxnSpLocks/>
            <a:stCxn id="93" idx="2"/>
            <a:endCxn id="70" idx="1"/>
          </p:cNvCxnSpPr>
          <p:nvPr/>
        </p:nvCxnSpPr>
        <p:spPr>
          <a:xfrm rot="16200000" flipH="1">
            <a:off x="5294373" y="2498503"/>
            <a:ext cx="1299475" cy="908334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r Verbinder 77">
            <a:extLst>
              <a:ext uri="{FF2B5EF4-FFF2-40B4-BE49-F238E27FC236}">
                <a16:creationId xmlns:a16="http://schemas.microsoft.com/office/drawing/2014/main" id="{A4F6B53A-DF88-2ADF-8167-06A7210BFEF0}"/>
              </a:ext>
            </a:extLst>
          </p:cNvPr>
          <p:cNvCxnSpPr>
            <a:cxnSpLocks/>
            <a:stCxn id="94" idx="2"/>
            <a:endCxn id="71" idx="1"/>
          </p:cNvCxnSpPr>
          <p:nvPr/>
        </p:nvCxnSpPr>
        <p:spPr>
          <a:xfrm rot="16200000" flipH="1">
            <a:off x="5363129" y="3121395"/>
            <a:ext cx="1853610" cy="216685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1">
            <a:extLst>
              <a:ext uri="{FF2B5EF4-FFF2-40B4-BE49-F238E27FC236}">
                <a16:creationId xmlns:a16="http://schemas.microsoft.com/office/drawing/2014/main" id="{5E9B40BF-CE3C-CCFA-DFC8-0EF75BBC390B}"/>
              </a:ext>
            </a:extLst>
          </p:cNvPr>
          <p:cNvCxnSpPr>
            <a:cxnSpLocks/>
            <a:stCxn id="91" idx="2"/>
            <a:endCxn id="71" idx="3"/>
          </p:cNvCxnSpPr>
          <p:nvPr/>
        </p:nvCxnSpPr>
        <p:spPr>
          <a:xfrm rot="5400000">
            <a:off x="6866665" y="2428338"/>
            <a:ext cx="1856423" cy="1599986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4">
            <a:extLst>
              <a:ext uri="{FF2B5EF4-FFF2-40B4-BE49-F238E27FC236}">
                <a16:creationId xmlns:a16="http://schemas.microsoft.com/office/drawing/2014/main" id="{F4973727-E43D-BF83-BD84-2BC4BC69C034}"/>
              </a:ext>
            </a:extLst>
          </p:cNvPr>
          <p:cNvCxnSpPr>
            <a:cxnSpLocks/>
            <a:stCxn id="90" idx="2"/>
            <a:endCxn id="70" idx="3"/>
          </p:cNvCxnSpPr>
          <p:nvPr/>
        </p:nvCxnSpPr>
        <p:spPr>
          <a:xfrm rot="5400000">
            <a:off x="6797906" y="2497098"/>
            <a:ext cx="1302288" cy="908333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Gerader Verbinder 87">
            <a:extLst>
              <a:ext uri="{FF2B5EF4-FFF2-40B4-BE49-F238E27FC236}">
                <a16:creationId xmlns:a16="http://schemas.microsoft.com/office/drawing/2014/main" id="{48D61D25-17FF-B8AE-06D8-0D5FF1D5D206}"/>
              </a:ext>
            </a:extLst>
          </p:cNvPr>
          <p:cNvCxnSpPr>
            <a:cxnSpLocks/>
            <a:stCxn id="92" idx="2"/>
            <a:endCxn id="72" idx="3"/>
          </p:cNvCxnSpPr>
          <p:nvPr/>
        </p:nvCxnSpPr>
        <p:spPr>
          <a:xfrm rot="5400000">
            <a:off x="6729839" y="2566545"/>
            <a:ext cx="746772" cy="216684"/>
          </a:xfrm>
          <a:prstGeom prst="bentConnector2">
            <a:avLst/>
          </a:prstGeom>
          <a:ln w="12700">
            <a:solidFill>
              <a:srgbClr val="344C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hteck 110">
            <a:extLst>
              <a:ext uri="{FF2B5EF4-FFF2-40B4-BE49-F238E27FC236}">
                <a16:creationId xmlns:a16="http://schemas.microsoft.com/office/drawing/2014/main" id="{2779E241-99BC-001B-64FD-80AE46A6703F}"/>
              </a:ext>
            </a:extLst>
          </p:cNvPr>
          <p:cNvSpPr/>
          <p:nvPr/>
        </p:nvSpPr>
        <p:spPr>
          <a:xfrm>
            <a:off x="4919933" y="868856"/>
            <a:ext cx="732187" cy="5107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AD453CDD-A92F-DC5E-C15C-215E52158948}"/>
              </a:ext>
            </a:extLst>
          </p:cNvPr>
          <p:cNvSpPr/>
          <p:nvPr/>
        </p:nvSpPr>
        <p:spPr>
          <a:xfrm>
            <a:off x="7062432" y="887730"/>
            <a:ext cx="1397355" cy="510781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Inhaltsplatzhalter 8">
            <a:extLst>
              <a:ext uri="{FF2B5EF4-FFF2-40B4-BE49-F238E27FC236}">
                <a16:creationId xmlns:a16="http://schemas.microsoft.com/office/drawing/2014/main" id="{769091CE-CA57-91F7-015B-601FCC4749D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805067" y="4180655"/>
            <a:ext cx="176212" cy="382588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43213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F7A30-596D-0255-1AAB-9F506463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7A5D33D-AF4C-1304-2539-E5C129F265C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Paul Jollet, Group G2 | NARX Model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3773E8-17EA-199B-0D5C-95D71C92892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FA528A-3D65-425D-A5D2-51494FEA8986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7E75B1-AFFC-8914-DD96-AE089D0ED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30E4AD-33B5-25D3-4FF7-6923F45EFE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200" dirty="0"/>
              <a:t>Nonlinear </a:t>
            </a:r>
            <a:r>
              <a:rPr lang="en-US" sz="2200" dirty="0" err="1"/>
              <a:t>AutoRegressive</a:t>
            </a:r>
            <a:r>
              <a:rPr lang="en-US" sz="2200" dirty="0"/>
              <a:t> with </a:t>
            </a:r>
            <a:r>
              <a:rPr lang="en-US" sz="2200" dirty="0" err="1"/>
              <a:t>eXogenous</a:t>
            </a:r>
            <a:r>
              <a:rPr lang="en-US" sz="2200" dirty="0"/>
              <a:t> inputs (NARX) Model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BC91C98-D6A4-0C0D-B703-A41CF221047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0825" y="1058862"/>
            <a:ext cx="8642350" cy="3313087"/>
          </a:xfrm>
        </p:spPr>
        <p:txBody>
          <a:bodyPr/>
          <a:lstStyle/>
          <a:p>
            <a:r>
              <a:rPr lang="en-US" dirty="0"/>
              <a:t>Architecture:</a:t>
            </a:r>
          </a:p>
          <a:p>
            <a:pPr marL="627063" indent="-269875">
              <a:buFont typeface="Wingdings" panose="05000000000000000000" pitchFamily="2" charset="2"/>
              <a:buChar char="Ø"/>
            </a:pPr>
            <a:r>
              <a:rPr lang="en-US" sz="1400" dirty="0"/>
              <a:t>Flexible feedforward neural network</a:t>
            </a:r>
          </a:p>
          <a:p>
            <a:pPr marL="627063" indent="-269875">
              <a:buFont typeface="Wingdings" panose="05000000000000000000" pitchFamily="2" charset="2"/>
              <a:buChar char="Ø"/>
            </a:pPr>
            <a:r>
              <a:rPr lang="en-US" sz="1400" dirty="0"/>
              <a:t>Variable number of hidden layers &amp; neurons</a:t>
            </a:r>
          </a:p>
          <a:p>
            <a:pPr marL="627063" indent="-269875">
              <a:buFont typeface="Wingdings" panose="05000000000000000000" pitchFamily="2" charset="2"/>
              <a:buChar char="Ø"/>
            </a:pPr>
            <a:r>
              <a:rPr lang="en-US" sz="1400" dirty="0"/>
              <a:t>Includes configurable dropout for regularization</a:t>
            </a:r>
          </a:p>
          <a:p>
            <a:pPr marL="627063" indent="-269875">
              <a:buFont typeface="Wingdings" panose="05000000000000000000" pitchFamily="2" charset="2"/>
              <a:buChar char="Ø"/>
            </a:pPr>
            <a:r>
              <a:rPr lang="en-US" sz="1400" dirty="0"/>
              <a:t>Configurable:</a:t>
            </a:r>
          </a:p>
          <a:p>
            <a:pPr marL="895350" indent="-103188"/>
            <a:r>
              <a:rPr lang="en-US" sz="1050" dirty="0"/>
              <a:t>Activation function</a:t>
            </a:r>
          </a:p>
          <a:p>
            <a:pPr marL="895350" indent="-103188"/>
            <a:r>
              <a:rPr lang="en-US" sz="1050" dirty="0"/>
              <a:t>Learning rate</a:t>
            </a:r>
          </a:p>
          <a:p>
            <a:pPr marL="895350" indent="-103188"/>
            <a:r>
              <a:rPr lang="en-US" sz="1050" dirty="0"/>
              <a:t>Batch size</a:t>
            </a:r>
          </a:p>
          <a:p>
            <a:pPr marL="895350" indent="-103188"/>
            <a:r>
              <a:rPr lang="en-US" sz="1050" dirty="0"/>
              <a:t>Epochs</a:t>
            </a:r>
          </a:p>
          <a:p>
            <a:pPr marL="895350" indent="-103188"/>
            <a:endParaRPr lang="en-US" sz="1050" dirty="0"/>
          </a:p>
          <a:p>
            <a:pPr marL="182563" indent="-171450"/>
            <a:r>
              <a:rPr lang="en-US" dirty="0"/>
              <a:t>Training:</a:t>
            </a:r>
          </a:p>
          <a:p>
            <a:pPr marL="627063" indent="-268288">
              <a:buFont typeface="Wingdings" panose="05000000000000000000" pitchFamily="2" charset="2"/>
              <a:buChar char="Ø"/>
            </a:pPr>
            <a:r>
              <a:rPr lang="en-US" sz="1400" dirty="0"/>
              <a:t>Adam optimizer</a:t>
            </a:r>
          </a:p>
          <a:p>
            <a:pPr marL="627063" indent="-268288">
              <a:buFont typeface="Wingdings" panose="05000000000000000000" pitchFamily="2" charset="2"/>
              <a:buChar char="Ø"/>
            </a:pPr>
            <a:r>
              <a:rPr lang="en-US" sz="1400" dirty="0"/>
              <a:t>MSE Loss</a:t>
            </a:r>
          </a:p>
          <a:p>
            <a:pPr marL="627063" indent="-268288">
              <a:buFont typeface="Wingdings" panose="05000000000000000000" pitchFamily="2" charset="2"/>
              <a:buChar char="Ø"/>
            </a:pPr>
            <a:r>
              <a:rPr lang="en-US" sz="1400" dirty="0"/>
              <a:t>Output layer with six</a:t>
            </a:r>
            <a:br>
              <a:rPr lang="en-US" sz="1400" dirty="0"/>
            </a:br>
            <a:r>
              <a:rPr lang="en-US" sz="1400" dirty="0"/>
              <a:t>neurons</a:t>
            </a:r>
          </a:p>
          <a:p>
            <a:pPr marL="182563" indent="-182563"/>
            <a:r>
              <a:rPr lang="en-US" dirty="0"/>
              <a:t>Hyperparameter Optimization:</a:t>
            </a:r>
          </a:p>
          <a:p>
            <a:pPr marL="627063" indent="-265113">
              <a:buFont typeface="Wingdings" panose="05000000000000000000" pitchFamily="2" charset="2"/>
              <a:buChar char="Ø"/>
              <a:tabLst>
                <a:tab pos="182563" algn="l"/>
              </a:tabLst>
            </a:pPr>
            <a:r>
              <a:rPr lang="en-US" sz="1400" dirty="0"/>
              <a:t>Bayesian optimization </a:t>
            </a:r>
          </a:p>
          <a:p>
            <a:pPr marL="627063" indent="-265113">
              <a:buFont typeface="Wingdings" panose="05000000000000000000" pitchFamily="2" charset="2"/>
              <a:buChar char="Ø"/>
              <a:tabLst>
                <a:tab pos="182563" algn="l"/>
              </a:tabLst>
            </a:pPr>
            <a:r>
              <a:rPr lang="en-US" sz="1400" dirty="0"/>
              <a:t>50 trails to minimize MSE on validation set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425439A-F95E-244B-DF98-AD6F78D901E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805067" y="4180655"/>
            <a:ext cx="176212" cy="382588"/>
          </a:xfrm>
        </p:spPr>
        <p:txBody>
          <a:bodyPr/>
          <a:lstStyle/>
          <a:p>
            <a:endParaRPr lang="de-DE" dirty="0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496A488-69FB-CC09-A6AF-700E38BAA0E2}"/>
              </a:ext>
            </a:extLst>
          </p:cNvPr>
          <p:cNvGrpSpPr/>
          <p:nvPr/>
        </p:nvGrpSpPr>
        <p:grpSpPr>
          <a:xfrm>
            <a:off x="3085257" y="2571750"/>
            <a:ext cx="5807916" cy="889494"/>
            <a:chOff x="2937328" y="2401027"/>
            <a:chExt cx="5807916" cy="889494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38F2B02D-4527-A4EF-D0BC-5CD2592E6BE1}"/>
                </a:ext>
              </a:extLst>
            </p:cNvPr>
            <p:cNvGrpSpPr/>
            <p:nvPr/>
          </p:nvGrpSpPr>
          <p:grpSpPr>
            <a:xfrm>
              <a:off x="2937328" y="2416980"/>
              <a:ext cx="1966051" cy="857588"/>
              <a:chOff x="2937328" y="2425364"/>
              <a:chExt cx="1966051" cy="85758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C8795352-359D-1001-76F6-A3370D37D0A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7824" y="2425364"/>
                    <a:ext cx="1865061" cy="292772"/>
                  </a:xfrm>
                  <a:prstGeom prst="rect">
                    <a:avLst/>
                  </a:prstGeom>
                </p:spPr>
                <p:txBody>
                  <a:bodyPr wrap="none" lIns="0" tIns="0" rIns="0" bIns="0" numCol="2" spcCol="216000" rtlCol="0">
                    <a:spAutoFit/>
                  </a:bodyPr>
                  <a:lstStyle/>
                  <a:p>
                    <a:pPr defTabSz="0">
                      <a:lnSpc>
                        <a:spcPct val="100000"/>
                      </a:lnSpc>
                      <a:spcBef>
                        <a:spcPts val="0"/>
                      </a:spcBef>
                      <a:tabLst>
                        <a:tab pos="18000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de-DE" sz="16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𝑙𝑎𝑔</m:t>
                                  </m:r>
                                </m:sub>
                              </m:sSub>
                              <m:r>
                                <a:rPr lang="de-DE" sz="16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16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de-DE" sz="165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C8795352-359D-1001-76F6-A3370D37D0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7824" y="2425364"/>
                    <a:ext cx="1865061" cy="29277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22449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DADD9E08-D342-0ACA-290A-C1F87FA781D3}"/>
                      </a:ext>
                    </a:extLst>
                  </p:cNvPr>
                  <p:cNvSpPr txBox="1"/>
                  <p:nvPr/>
                </p:nvSpPr>
                <p:spPr>
                  <a:xfrm>
                    <a:off x="2937328" y="2990180"/>
                    <a:ext cx="1966051" cy="292772"/>
                  </a:xfrm>
                  <a:prstGeom prst="rect">
                    <a:avLst/>
                  </a:prstGeom>
                </p:spPr>
                <p:txBody>
                  <a:bodyPr wrap="none" lIns="0" tIns="0" rIns="0" bIns="0" numCol="2" spcCol="216000" rtlCol="0">
                    <a:spAutoFit/>
                  </a:bodyPr>
                  <a:lstStyle/>
                  <a:p>
                    <a:pPr defTabSz="0">
                      <a:lnSpc>
                        <a:spcPct val="100000"/>
                      </a:lnSpc>
                      <a:spcBef>
                        <a:spcPts val="0"/>
                      </a:spcBef>
                      <a:tabLst>
                        <a:tab pos="18000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de-DE" sz="165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𝑙𝑎𝑔</m:t>
                                  </m:r>
                                </m:sub>
                              </m:sSub>
                              <m:r>
                                <a:rPr lang="de-DE" sz="16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de-DE" sz="16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de-DE" sz="165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de-DE" sz="165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feld 12">
                    <a:extLst>
                      <a:ext uri="{FF2B5EF4-FFF2-40B4-BE49-F238E27FC236}">
                        <a16:creationId xmlns:a16="http://schemas.microsoft.com/office/drawing/2014/main" id="{DADD9E08-D342-0ACA-290A-C1F87FA781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37328" y="2990180"/>
                    <a:ext cx="1966051" cy="29277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5000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4D551B6-DBBB-CB1E-3EFC-B9A08423DC80}"/>
                </a:ext>
              </a:extLst>
            </p:cNvPr>
            <p:cNvSpPr/>
            <p:nvPr/>
          </p:nvSpPr>
          <p:spPr>
            <a:xfrm>
              <a:off x="5684338" y="2401027"/>
              <a:ext cx="1800200" cy="88949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/>
                <a:t>NARX</a:t>
              </a:r>
            </a:p>
            <a:p>
              <a:pPr algn="ctr"/>
              <a:r>
                <a:rPr lang="de-DE" dirty="0"/>
                <a:t>Model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1685C3EC-B497-7A0D-D152-207A7441C206}"/>
                    </a:ext>
                  </a:extLst>
                </p:cNvPr>
                <p:cNvSpPr txBox="1"/>
                <p:nvPr/>
              </p:nvSpPr>
              <p:spPr>
                <a:xfrm>
                  <a:off x="8265497" y="2718816"/>
                  <a:ext cx="479747" cy="253916"/>
                </a:xfrm>
                <a:prstGeom prst="rect">
                  <a:avLst/>
                </a:prstGeom>
              </p:spPr>
              <p:txBody>
                <a:bodyPr wrap="none" lIns="0" tIns="0" rIns="0" bIns="0" numCol="2" spcCol="216000" rtlCol="0">
                  <a:spAutoFit/>
                </a:bodyPr>
                <a:lstStyle/>
                <a:p>
                  <a:pPr defTabSz="0">
                    <a:lnSpc>
                      <a:spcPct val="100000"/>
                    </a:lnSpc>
                    <a:spcBef>
                      <a:spcPts val="0"/>
                    </a:spcBef>
                    <a:tabLst>
                      <a:tab pos="180000" algn="l"/>
                    </a:tabLs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de-DE" sz="16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165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de-DE" sz="16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de-DE" sz="16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de-DE" sz="165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1685C3EC-B497-7A0D-D152-207A7441C2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5497" y="2718816"/>
                  <a:ext cx="479747" cy="253916"/>
                </a:xfrm>
                <a:prstGeom prst="rect">
                  <a:avLst/>
                </a:prstGeom>
                <a:blipFill>
                  <a:blip r:embed="rId4"/>
                  <a:stretch>
                    <a:fillRect l="-8861" t="-14286" r="-1266" b="-23810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D46E5221-3968-533C-0232-578D621959F2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4860000" y="2563366"/>
              <a:ext cx="824338" cy="282408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344C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DF5F91D9-5317-4673-0B75-8F82B813DC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0000" y="2845774"/>
              <a:ext cx="824400" cy="282408"/>
            </a:xfrm>
            <a:prstGeom prst="bentConnector3">
              <a:avLst>
                <a:gd name="adj1" fmla="val 49943"/>
              </a:avLst>
            </a:prstGeom>
            <a:ln w="12700">
              <a:solidFill>
                <a:srgbClr val="344C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8D20EEBF-1B5D-089E-115E-5AAD6B0E11C5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7484538" y="2845774"/>
              <a:ext cx="759870" cy="14008"/>
            </a:xfrm>
            <a:prstGeom prst="straightConnector1">
              <a:avLst/>
            </a:prstGeom>
            <a:ln w="12700">
              <a:solidFill>
                <a:srgbClr val="344C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2113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76C80-6C46-FD4C-33EB-A5B846A01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0AD95D-6FBD-262F-B06C-F6EEC2D919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Paul Jollet, Group G2 | NARX Model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DAB6B6D-A1D7-6E94-FBE1-E7AE916D95E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FA528A-3D65-425D-A5D2-51494FEA8986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B6A7CB-D057-5848-F202-9128AEB94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F6401F8-7BC6-C924-B2E1-E66D4E0D67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200" dirty="0"/>
              <a:t>Optimized NARX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729395B6-529E-EFA4-9FE5-2615B9F64005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50825" y="1058862"/>
                <a:ext cx="8642350" cy="3313087"/>
              </a:xfrm>
            </p:spPr>
            <p:txBody>
              <a:bodyPr anchor="ctr"/>
              <a:lstStyle/>
              <a:p>
                <a:pPr marL="182563" indent="-182563">
                  <a:tabLst>
                    <a:tab pos="182563" algn="l"/>
                  </a:tabLst>
                </a:pPr>
                <a:endParaRPr lang="en-US" dirty="0"/>
              </a:p>
              <a:p>
                <a:pPr marL="182563" indent="-182563">
                  <a:tabLst>
                    <a:tab pos="182563" algn="l"/>
                  </a:tabLst>
                </a:pPr>
                <a:r>
                  <a:rPr lang="en-US" dirty="0"/>
                  <a:t>Optimized Hyperparameters:</a:t>
                </a:r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𝑙𝑎𝑔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>
                    <a:sym typeface="Wingdings" panose="05000000000000000000" pitchFamily="2" charset="2"/>
                  </a:rPr>
                  <a:t> 65 input neurons</a:t>
                </a:r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>
                    <a:sym typeface="Wingdings" panose="05000000000000000000" pitchFamily="2" charset="2"/>
                  </a:rPr>
                  <a:t>One hidden layer with 64 neurons</a:t>
                </a:r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>
                    <a:sym typeface="Wingdings" panose="05000000000000000000" pitchFamily="2" charset="2"/>
                  </a:rPr>
                  <a:t>Dropout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</m:t>
                    </m:r>
                    <m:r>
                      <a:rPr lang="de-DE" sz="1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5⋅10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−5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/>
                  <a:t>Learning rate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𝑙𝑟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=7⋅</m:t>
                    </m:r>
                    <m:sSup>
                      <m:sSupPr>
                        <m:ctrlPr>
                          <a:rPr lang="de-DE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/>
                  <a:t>Activation: ReLU</a:t>
                </a:r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/>
                  <a:t>60 epochs</a:t>
                </a:r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r>
                  <a:rPr lang="en-US" sz="1400" dirty="0"/>
                  <a:t>Batch size </a:t>
                </a:r>
                <a14:m>
                  <m:oMath xmlns:m="http://schemas.openxmlformats.org/officeDocument/2006/math"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de-DE" sz="1400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endParaRPr lang="en-US" sz="1400" dirty="0"/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endParaRPr lang="en-US" sz="1400" dirty="0"/>
              </a:p>
              <a:p>
                <a:pPr marL="627063" indent="-268288">
                  <a:buFont typeface="Wingdings" panose="05000000000000000000" pitchFamily="2" charset="2"/>
                  <a:buChar char="Ø"/>
                  <a:tabLst>
                    <a:tab pos="182563" algn="l"/>
                  </a:tabLst>
                </a:pPr>
                <a:endParaRPr lang="en-US" sz="1400" dirty="0"/>
              </a:p>
              <a:p>
                <a:pPr marL="182563" indent="-182563">
                  <a:tabLst>
                    <a:tab pos="182563" algn="l"/>
                  </a:tabLst>
                </a:pPr>
                <a:r>
                  <a:rPr lang="en-US" dirty="0"/>
                  <a:t>Final MSE of 0.0028</a:t>
                </a:r>
              </a:p>
              <a:p>
                <a:pPr marL="285750" lvl="2" indent="-285750"/>
                <a:endParaRPr lang="en-US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729395B6-529E-EFA4-9FE5-2615B9F640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50825" y="1058862"/>
                <a:ext cx="8642350" cy="3313087"/>
              </a:xfrm>
              <a:blipFill>
                <a:blip r:embed="rId2"/>
                <a:stretch>
                  <a:fillRect l="-134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2" name="Gruppieren 281">
            <a:extLst>
              <a:ext uri="{FF2B5EF4-FFF2-40B4-BE49-F238E27FC236}">
                <a16:creationId xmlns:a16="http://schemas.microsoft.com/office/drawing/2014/main" id="{8E1163B6-6D0D-A235-964E-FB89901353BB}"/>
              </a:ext>
            </a:extLst>
          </p:cNvPr>
          <p:cNvGrpSpPr/>
          <p:nvPr/>
        </p:nvGrpSpPr>
        <p:grpSpPr>
          <a:xfrm>
            <a:off x="4571355" y="1019673"/>
            <a:ext cx="3888432" cy="3391463"/>
            <a:chOff x="4211960" y="979718"/>
            <a:chExt cx="3888432" cy="3391463"/>
          </a:xfrm>
        </p:grpSpPr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97E04860-39A6-BCC5-7933-B91FA2E825BD}"/>
                </a:ext>
              </a:extLst>
            </p:cNvPr>
            <p:cNvCxnSpPr>
              <a:cxnSpLocks/>
              <a:stCxn id="17" idx="6"/>
              <a:endCxn id="32" idx="2"/>
            </p:cNvCxnSpPr>
            <p:nvPr/>
          </p:nvCxnSpPr>
          <p:spPr>
            <a:xfrm flipV="1">
              <a:off x="4824008" y="1893569"/>
              <a:ext cx="1153392" cy="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81683DD6-C6FA-6B22-954C-971137817BDA}"/>
                </a:ext>
              </a:extLst>
            </p:cNvPr>
            <p:cNvCxnSpPr>
              <a:cxnSpLocks/>
              <a:stCxn id="17" idx="6"/>
              <a:endCxn id="33" idx="2"/>
            </p:cNvCxnSpPr>
            <p:nvPr/>
          </p:nvCxnSpPr>
          <p:spPr>
            <a:xfrm>
              <a:off x="4824008" y="1893570"/>
              <a:ext cx="1153392" cy="49737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9F26112D-7CA9-43BB-335E-A92C8AE2157C}"/>
                </a:ext>
              </a:extLst>
            </p:cNvPr>
            <p:cNvCxnSpPr>
              <a:cxnSpLocks/>
              <a:stCxn id="17" idx="6"/>
              <a:endCxn id="30" idx="2"/>
            </p:cNvCxnSpPr>
            <p:nvPr/>
          </p:nvCxnSpPr>
          <p:spPr>
            <a:xfrm>
              <a:off x="4824008" y="1893570"/>
              <a:ext cx="1153392" cy="130286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969EB657-9830-EA33-8A43-EC9963431194}"/>
                </a:ext>
              </a:extLst>
            </p:cNvPr>
            <p:cNvCxnSpPr>
              <a:cxnSpLocks/>
              <a:stCxn id="17" idx="6"/>
              <a:endCxn id="31" idx="2"/>
            </p:cNvCxnSpPr>
            <p:nvPr/>
          </p:nvCxnSpPr>
          <p:spPr>
            <a:xfrm>
              <a:off x="4824008" y="1893570"/>
              <a:ext cx="1153392" cy="180024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63E1949B-030E-751A-871D-4B69A08C4612}"/>
                </a:ext>
              </a:extLst>
            </p:cNvPr>
            <p:cNvCxnSpPr>
              <a:cxnSpLocks/>
              <a:stCxn id="18" idx="6"/>
              <a:endCxn id="32" idx="2"/>
            </p:cNvCxnSpPr>
            <p:nvPr/>
          </p:nvCxnSpPr>
          <p:spPr>
            <a:xfrm flipV="1">
              <a:off x="4824008" y="1893569"/>
              <a:ext cx="1153392" cy="49737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8770E19F-6ECD-2711-EC50-FD4ADFCC909D}"/>
                </a:ext>
              </a:extLst>
            </p:cNvPr>
            <p:cNvCxnSpPr>
              <a:cxnSpLocks/>
              <a:stCxn id="18" idx="6"/>
              <a:endCxn id="33" idx="2"/>
            </p:cNvCxnSpPr>
            <p:nvPr/>
          </p:nvCxnSpPr>
          <p:spPr>
            <a:xfrm flipV="1">
              <a:off x="4824008" y="2390940"/>
              <a:ext cx="1153392" cy="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4E819BAE-7D57-3469-0520-96E367DE0C0A}"/>
                </a:ext>
              </a:extLst>
            </p:cNvPr>
            <p:cNvCxnSpPr>
              <a:cxnSpLocks/>
              <a:stCxn id="18" idx="6"/>
              <a:endCxn id="30" idx="2"/>
            </p:cNvCxnSpPr>
            <p:nvPr/>
          </p:nvCxnSpPr>
          <p:spPr>
            <a:xfrm>
              <a:off x="4824008" y="2390941"/>
              <a:ext cx="1153392" cy="805498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FD76EBF5-078C-8727-E363-B152123FEEDB}"/>
                </a:ext>
              </a:extLst>
            </p:cNvPr>
            <p:cNvCxnSpPr>
              <a:cxnSpLocks/>
              <a:stCxn id="18" idx="6"/>
              <a:endCxn id="31" idx="2"/>
            </p:cNvCxnSpPr>
            <p:nvPr/>
          </p:nvCxnSpPr>
          <p:spPr>
            <a:xfrm>
              <a:off x="4824008" y="2390941"/>
              <a:ext cx="1153392" cy="130286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mit Pfeil 57">
              <a:extLst>
                <a:ext uri="{FF2B5EF4-FFF2-40B4-BE49-F238E27FC236}">
                  <a16:creationId xmlns:a16="http://schemas.microsoft.com/office/drawing/2014/main" id="{8D851A77-4B13-0BD6-3355-28AE9A930585}"/>
                </a:ext>
              </a:extLst>
            </p:cNvPr>
            <p:cNvCxnSpPr>
              <a:cxnSpLocks/>
              <a:stCxn id="22" idx="6"/>
              <a:endCxn id="31" idx="2"/>
            </p:cNvCxnSpPr>
            <p:nvPr/>
          </p:nvCxnSpPr>
          <p:spPr>
            <a:xfrm>
              <a:off x="4824008" y="3196440"/>
              <a:ext cx="1153392" cy="49737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 Verbindung mit Pfeil 58">
              <a:extLst>
                <a:ext uri="{FF2B5EF4-FFF2-40B4-BE49-F238E27FC236}">
                  <a16:creationId xmlns:a16="http://schemas.microsoft.com/office/drawing/2014/main" id="{0EF71446-5EDD-8F30-A457-032BF9351B21}"/>
                </a:ext>
              </a:extLst>
            </p:cNvPr>
            <p:cNvCxnSpPr>
              <a:cxnSpLocks/>
              <a:stCxn id="22" idx="6"/>
              <a:endCxn id="30" idx="2"/>
            </p:cNvCxnSpPr>
            <p:nvPr/>
          </p:nvCxnSpPr>
          <p:spPr>
            <a:xfrm flipV="1">
              <a:off x="4824008" y="3196439"/>
              <a:ext cx="1153392" cy="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B8D2809F-CB11-370E-801A-934943AEAE3A}"/>
                </a:ext>
              </a:extLst>
            </p:cNvPr>
            <p:cNvCxnSpPr>
              <a:cxnSpLocks/>
              <a:stCxn id="22" idx="6"/>
              <a:endCxn id="33" idx="2"/>
            </p:cNvCxnSpPr>
            <p:nvPr/>
          </p:nvCxnSpPr>
          <p:spPr>
            <a:xfrm flipV="1">
              <a:off x="4824008" y="2390940"/>
              <a:ext cx="1153392" cy="80550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AFA73B13-5017-AD10-BD47-11A5E698295A}"/>
                </a:ext>
              </a:extLst>
            </p:cNvPr>
            <p:cNvCxnSpPr>
              <a:cxnSpLocks/>
              <a:stCxn id="22" idx="6"/>
              <a:endCxn id="32" idx="2"/>
            </p:cNvCxnSpPr>
            <p:nvPr/>
          </p:nvCxnSpPr>
          <p:spPr>
            <a:xfrm flipV="1">
              <a:off x="4824008" y="1893569"/>
              <a:ext cx="1153392" cy="130287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CD94DD29-CAF4-074D-48DF-1D52C2720BF2}"/>
                </a:ext>
              </a:extLst>
            </p:cNvPr>
            <p:cNvCxnSpPr>
              <a:cxnSpLocks/>
              <a:stCxn id="23" idx="6"/>
              <a:endCxn id="31" idx="2"/>
            </p:cNvCxnSpPr>
            <p:nvPr/>
          </p:nvCxnSpPr>
          <p:spPr>
            <a:xfrm flipV="1">
              <a:off x="4824008" y="3693810"/>
              <a:ext cx="1153392" cy="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BF6FF44E-570E-0CF3-544A-B07E0DF472FF}"/>
                </a:ext>
              </a:extLst>
            </p:cNvPr>
            <p:cNvCxnSpPr>
              <a:cxnSpLocks/>
              <a:stCxn id="23" idx="6"/>
              <a:endCxn id="30" idx="2"/>
            </p:cNvCxnSpPr>
            <p:nvPr/>
          </p:nvCxnSpPr>
          <p:spPr>
            <a:xfrm flipV="1">
              <a:off x="4824008" y="3196439"/>
              <a:ext cx="1153392" cy="49737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27ACD071-1995-BFD8-0C56-9A758265A9D1}"/>
                </a:ext>
              </a:extLst>
            </p:cNvPr>
            <p:cNvCxnSpPr>
              <a:cxnSpLocks/>
              <a:stCxn id="23" idx="6"/>
              <a:endCxn id="33" idx="2"/>
            </p:cNvCxnSpPr>
            <p:nvPr/>
          </p:nvCxnSpPr>
          <p:spPr>
            <a:xfrm flipV="1">
              <a:off x="4824008" y="2390940"/>
              <a:ext cx="1153392" cy="130287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Gerade Verbindung mit Pfeil 72">
              <a:extLst>
                <a:ext uri="{FF2B5EF4-FFF2-40B4-BE49-F238E27FC236}">
                  <a16:creationId xmlns:a16="http://schemas.microsoft.com/office/drawing/2014/main" id="{D2AB17B7-8D39-785E-C3A3-8B5CDCA421C9}"/>
                </a:ext>
              </a:extLst>
            </p:cNvPr>
            <p:cNvCxnSpPr>
              <a:cxnSpLocks/>
              <a:stCxn id="23" idx="6"/>
              <a:endCxn id="32" idx="2"/>
            </p:cNvCxnSpPr>
            <p:nvPr/>
          </p:nvCxnSpPr>
          <p:spPr>
            <a:xfrm flipV="1">
              <a:off x="4824008" y="1893569"/>
              <a:ext cx="1153392" cy="180024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1" name="Gruppieren 150">
              <a:extLst>
                <a:ext uri="{FF2B5EF4-FFF2-40B4-BE49-F238E27FC236}">
                  <a16:creationId xmlns:a16="http://schemas.microsoft.com/office/drawing/2014/main" id="{524EE250-E1F7-337A-230E-AC17BB4D380D}"/>
                </a:ext>
              </a:extLst>
            </p:cNvPr>
            <p:cNvGrpSpPr/>
            <p:nvPr/>
          </p:nvGrpSpPr>
          <p:grpSpPr>
            <a:xfrm>
              <a:off x="4464008" y="1212918"/>
              <a:ext cx="360000" cy="3158263"/>
              <a:chOff x="4716016" y="990978"/>
              <a:chExt cx="360000" cy="3158263"/>
            </a:xfrm>
          </p:grpSpPr>
          <p:grpSp>
            <p:nvGrpSpPr>
              <p:cNvPr id="20" name="Gruppieren 19">
                <a:extLst>
                  <a:ext uri="{FF2B5EF4-FFF2-40B4-BE49-F238E27FC236}">
                    <a16:creationId xmlns:a16="http://schemas.microsoft.com/office/drawing/2014/main" id="{F5B957A2-3B36-8212-0350-E976ABE67294}"/>
                  </a:ext>
                </a:extLst>
              </p:cNvPr>
              <p:cNvGrpSpPr/>
              <p:nvPr/>
            </p:nvGrpSpPr>
            <p:grpSpPr>
              <a:xfrm>
                <a:off x="4716016" y="1491630"/>
                <a:ext cx="360000" cy="857371"/>
                <a:chOff x="4716016" y="1491630"/>
                <a:chExt cx="360000" cy="857371"/>
              </a:xfrm>
            </p:grpSpPr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2452B64B-34B1-87AD-ECE1-5697AD4B7C2C}"/>
                    </a:ext>
                  </a:extLst>
                </p:cNvPr>
                <p:cNvSpPr/>
                <p:nvPr/>
              </p:nvSpPr>
              <p:spPr>
                <a:xfrm>
                  <a:off x="4716016" y="1491630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EBCC9C29-A2EE-316B-FFE6-7A86E9CC8B44}"/>
                    </a:ext>
                  </a:extLst>
                </p:cNvPr>
                <p:cNvSpPr/>
                <p:nvPr/>
              </p:nvSpPr>
              <p:spPr>
                <a:xfrm>
                  <a:off x="4716016" y="1989001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p:grpSp>
            <p:nvGrpSpPr>
              <p:cNvPr id="21" name="Gruppieren 20">
                <a:extLst>
                  <a:ext uri="{FF2B5EF4-FFF2-40B4-BE49-F238E27FC236}">
                    <a16:creationId xmlns:a16="http://schemas.microsoft.com/office/drawing/2014/main" id="{31E9A5E0-ACFE-3491-3AFB-330A41D33D35}"/>
                  </a:ext>
                </a:extLst>
              </p:cNvPr>
              <p:cNvGrpSpPr/>
              <p:nvPr/>
            </p:nvGrpSpPr>
            <p:grpSpPr>
              <a:xfrm>
                <a:off x="4716016" y="2794500"/>
                <a:ext cx="360000" cy="857371"/>
                <a:chOff x="4716016" y="1491630"/>
                <a:chExt cx="360000" cy="857371"/>
              </a:xfrm>
            </p:grpSpPr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0195D450-A07E-DE74-2B51-B5DC85521810}"/>
                    </a:ext>
                  </a:extLst>
                </p:cNvPr>
                <p:cNvSpPr/>
                <p:nvPr/>
              </p:nvSpPr>
              <p:spPr>
                <a:xfrm>
                  <a:off x="4716016" y="1491630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972AF805-6AA1-2D45-E1DF-58F208391C2A}"/>
                    </a:ext>
                  </a:extLst>
                </p:cNvPr>
                <p:cNvSpPr/>
                <p:nvPr/>
              </p:nvSpPr>
              <p:spPr>
                <a:xfrm>
                  <a:off x="4716016" y="1989001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0FEF7AE6-928E-0C89-5E84-0B69402B8C78}"/>
                      </a:ext>
                    </a:extLst>
                  </p:cNvPr>
                  <p:cNvSpPr txBox="1"/>
                  <p:nvPr/>
                </p:nvSpPr>
                <p:spPr>
                  <a:xfrm>
                    <a:off x="4833499" y="2444792"/>
                    <a:ext cx="125034" cy="253916"/>
                  </a:xfrm>
                  <a:prstGeom prst="rect">
                    <a:avLst/>
                  </a:prstGeom>
                </p:spPr>
                <p:txBody>
                  <a:bodyPr wrap="none" lIns="0" tIns="0" rIns="0" bIns="0" numCol="2" spcCol="216000" rtlCol="0">
                    <a:spAutoFit/>
                  </a:bodyPr>
                  <a:lstStyle/>
                  <a:p>
                    <a:pPr defTabSz="0">
                      <a:lnSpc>
                        <a:spcPct val="100000"/>
                      </a:lnSpc>
                      <a:spcBef>
                        <a:spcPts val="0"/>
                      </a:spcBef>
                      <a:tabLst>
                        <a:tab pos="18000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65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⋮</m:t>
                          </m:r>
                        </m:oMath>
                      </m:oMathPara>
                    </a14:m>
                    <a:endParaRPr lang="de-DE" sz="165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feld 23">
                    <a:extLst>
                      <a:ext uri="{FF2B5EF4-FFF2-40B4-BE49-F238E27FC236}">
                        <a16:creationId xmlns:a16="http://schemas.microsoft.com/office/drawing/2014/main" id="{0FEF7AE6-928E-0C89-5E84-0B69402B8C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3499" y="2444792"/>
                    <a:ext cx="125034" cy="25391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5000" r="-35000" b="-7143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3599C1BE-071F-1E76-0699-6C86D3CAABE4}"/>
                  </a:ext>
                </a:extLst>
              </p:cNvPr>
              <p:cNvSpPr/>
              <p:nvPr/>
            </p:nvSpPr>
            <p:spPr>
              <a:xfrm>
                <a:off x="4716016" y="990978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FB3B8E74-4CF2-D283-D44C-998EBC555BC0}"/>
                  </a:ext>
                </a:extLst>
              </p:cNvPr>
              <p:cNvSpPr/>
              <p:nvPr/>
            </p:nvSpPr>
            <p:spPr>
              <a:xfrm>
                <a:off x="4716016" y="3789241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B51C5BAF-5BAD-BCA1-C02E-BA0DB6EB995D}"/>
                </a:ext>
              </a:extLst>
            </p:cNvPr>
            <p:cNvCxnSpPr>
              <a:cxnSpLocks/>
              <a:stCxn id="17" idx="6"/>
              <a:endCxn id="91" idx="2"/>
            </p:cNvCxnSpPr>
            <p:nvPr/>
          </p:nvCxnSpPr>
          <p:spPr>
            <a:xfrm flipV="1">
              <a:off x="4824008" y="1398581"/>
              <a:ext cx="1150944" cy="49498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306F7EAD-B122-81AD-CF5C-4521B473650C}"/>
                </a:ext>
              </a:extLst>
            </p:cNvPr>
            <p:cNvCxnSpPr>
              <a:cxnSpLocks/>
              <a:stCxn id="17" idx="6"/>
              <a:endCxn id="92" idx="2"/>
            </p:cNvCxnSpPr>
            <p:nvPr/>
          </p:nvCxnSpPr>
          <p:spPr>
            <a:xfrm>
              <a:off x="4824008" y="1893570"/>
              <a:ext cx="1150944" cy="229761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4CCE7CC6-5EB5-564F-E556-5EB4C7785EDB}"/>
                </a:ext>
              </a:extLst>
            </p:cNvPr>
            <p:cNvCxnSpPr>
              <a:cxnSpLocks/>
              <a:stCxn id="18" idx="6"/>
              <a:endCxn id="91" idx="2"/>
            </p:cNvCxnSpPr>
            <p:nvPr/>
          </p:nvCxnSpPr>
          <p:spPr>
            <a:xfrm flipV="1">
              <a:off x="4824008" y="1398581"/>
              <a:ext cx="1150944" cy="99236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mit Pfeil 87">
              <a:extLst>
                <a:ext uri="{FF2B5EF4-FFF2-40B4-BE49-F238E27FC236}">
                  <a16:creationId xmlns:a16="http://schemas.microsoft.com/office/drawing/2014/main" id="{A35D4155-93D2-06E7-B0E1-765B8C5EA47F}"/>
                </a:ext>
              </a:extLst>
            </p:cNvPr>
            <p:cNvCxnSpPr>
              <a:cxnSpLocks/>
              <a:stCxn id="18" idx="6"/>
              <a:endCxn id="92" idx="2"/>
            </p:cNvCxnSpPr>
            <p:nvPr/>
          </p:nvCxnSpPr>
          <p:spPr>
            <a:xfrm>
              <a:off x="4824008" y="2390941"/>
              <a:ext cx="1150944" cy="180023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0" name="Gruppieren 149">
              <a:extLst>
                <a:ext uri="{FF2B5EF4-FFF2-40B4-BE49-F238E27FC236}">
                  <a16:creationId xmlns:a16="http://schemas.microsoft.com/office/drawing/2014/main" id="{E3364132-4321-C0BF-4F99-4E06982E8C87}"/>
                </a:ext>
              </a:extLst>
            </p:cNvPr>
            <p:cNvGrpSpPr/>
            <p:nvPr/>
          </p:nvGrpSpPr>
          <p:grpSpPr>
            <a:xfrm>
              <a:off x="5974952" y="1218581"/>
              <a:ext cx="362448" cy="3152599"/>
              <a:chOff x="5577664" y="996641"/>
              <a:chExt cx="362448" cy="3152599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45D88FC3-E722-7E77-4406-40CEAE012FC1}"/>
                  </a:ext>
                </a:extLst>
              </p:cNvPr>
              <p:cNvGrpSpPr/>
              <p:nvPr/>
            </p:nvGrpSpPr>
            <p:grpSpPr>
              <a:xfrm>
                <a:off x="5580112" y="1491629"/>
                <a:ext cx="360000" cy="2160241"/>
                <a:chOff x="4716016" y="1491630"/>
                <a:chExt cx="360000" cy="2160241"/>
              </a:xfrm>
            </p:grpSpPr>
            <p:grpSp>
              <p:nvGrpSpPr>
                <p:cNvPr id="27" name="Gruppieren 26">
                  <a:extLst>
                    <a:ext uri="{FF2B5EF4-FFF2-40B4-BE49-F238E27FC236}">
                      <a16:creationId xmlns:a16="http://schemas.microsoft.com/office/drawing/2014/main" id="{521E1B52-B7DE-162C-9609-9BC0B531DCB4}"/>
                    </a:ext>
                  </a:extLst>
                </p:cNvPr>
                <p:cNvGrpSpPr/>
                <p:nvPr/>
              </p:nvGrpSpPr>
              <p:grpSpPr>
                <a:xfrm>
                  <a:off x="4716016" y="1491630"/>
                  <a:ext cx="360000" cy="857371"/>
                  <a:chOff x="4716016" y="1491630"/>
                  <a:chExt cx="360000" cy="857371"/>
                </a:xfrm>
              </p:grpSpPr>
              <p:sp>
                <p:nvSpPr>
                  <p:cNvPr id="32" name="Ellipse 31">
                    <a:extLst>
                      <a:ext uri="{FF2B5EF4-FFF2-40B4-BE49-F238E27FC236}">
                        <a16:creationId xmlns:a16="http://schemas.microsoft.com/office/drawing/2014/main" id="{44D15126-69F9-E65C-8D82-DDDCEDAF86EB}"/>
                      </a:ext>
                    </a:extLst>
                  </p:cNvPr>
                  <p:cNvSpPr/>
                  <p:nvPr/>
                </p:nvSpPr>
                <p:spPr>
                  <a:xfrm>
                    <a:off x="4716016" y="1491630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3" name="Ellipse 32">
                    <a:extLst>
                      <a:ext uri="{FF2B5EF4-FFF2-40B4-BE49-F238E27FC236}">
                        <a16:creationId xmlns:a16="http://schemas.microsoft.com/office/drawing/2014/main" id="{2AD01BCC-0B61-306E-064B-59EC6A6F04F3}"/>
                      </a:ext>
                    </a:extLst>
                  </p:cNvPr>
                  <p:cNvSpPr/>
                  <p:nvPr/>
                </p:nvSpPr>
                <p:spPr>
                  <a:xfrm>
                    <a:off x="4716016" y="1989001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</p:grpSp>
            <p:grpSp>
              <p:nvGrpSpPr>
                <p:cNvPr id="28" name="Gruppieren 27">
                  <a:extLst>
                    <a:ext uri="{FF2B5EF4-FFF2-40B4-BE49-F238E27FC236}">
                      <a16:creationId xmlns:a16="http://schemas.microsoft.com/office/drawing/2014/main" id="{5D199257-8D88-92AA-48A1-F5407B219605}"/>
                    </a:ext>
                  </a:extLst>
                </p:cNvPr>
                <p:cNvGrpSpPr/>
                <p:nvPr/>
              </p:nvGrpSpPr>
              <p:grpSpPr>
                <a:xfrm>
                  <a:off x="4716016" y="2794500"/>
                  <a:ext cx="360000" cy="857371"/>
                  <a:chOff x="4716016" y="1491630"/>
                  <a:chExt cx="360000" cy="857371"/>
                </a:xfrm>
              </p:grpSpPr>
              <p:sp>
                <p:nvSpPr>
                  <p:cNvPr id="30" name="Ellipse 29">
                    <a:extLst>
                      <a:ext uri="{FF2B5EF4-FFF2-40B4-BE49-F238E27FC236}">
                        <a16:creationId xmlns:a16="http://schemas.microsoft.com/office/drawing/2014/main" id="{6EE3BAF1-93A2-D3DA-31E4-92DFCD40004D}"/>
                      </a:ext>
                    </a:extLst>
                  </p:cNvPr>
                  <p:cNvSpPr/>
                  <p:nvPr/>
                </p:nvSpPr>
                <p:spPr>
                  <a:xfrm>
                    <a:off x="4716016" y="1491630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1" name="Ellipse 30">
                    <a:extLst>
                      <a:ext uri="{FF2B5EF4-FFF2-40B4-BE49-F238E27FC236}">
                        <a16:creationId xmlns:a16="http://schemas.microsoft.com/office/drawing/2014/main" id="{D68E1A38-735A-9F92-4AFB-D93D35F5E863}"/>
                      </a:ext>
                    </a:extLst>
                  </p:cNvPr>
                  <p:cNvSpPr/>
                  <p:nvPr/>
                </p:nvSpPr>
                <p:spPr>
                  <a:xfrm>
                    <a:off x="4716016" y="1989001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feld 28">
                      <a:extLst>
                        <a:ext uri="{FF2B5EF4-FFF2-40B4-BE49-F238E27FC236}">
                          <a16:creationId xmlns:a16="http://schemas.microsoft.com/office/drawing/2014/main" id="{CBFD969B-AABD-E624-7E9D-E175B429B59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33499" y="2444792"/>
                      <a:ext cx="125034" cy="253916"/>
                    </a:xfrm>
                    <a:prstGeom prst="rect">
                      <a:avLst/>
                    </a:prstGeom>
                  </p:spPr>
                  <p:txBody>
                    <a:bodyPr wrap="none" lIns="0" tIns="0" rIns="0" bIns="0" numCol="2" spcCol="216000" rtlCol="0">
                      <a:spAutoFit/>
                    </a:bodyPr>
                    <a:lstStyle/>
                    <a:p>
                      <a:pPr defTabSz="0">
                        <a:lnSpc>
                          <a:spcPct val="100000"/>
                        </a:lnSpc>
                        <a:spcBef>
                          <a:spcPts val="0"/>
                        </a:spcBef>
                        <a:tabLst>
                          <a:tab pos="180000" algn="l"/>
                        </a:tabLs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sz="165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⋮</m:t>
                            </m:r>
                          </m:oMath>
                        </m:oMathPara>
                      </a14:m>
                      <a:endParaRPr lang="de-DE" sz="165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9" name="Textfeld 28">
                      <a:extLst>
                        <a:ext uri="{FF2B5EF4-FFF2-40B4-BE49-F238E27FC236}">
                          <a16:creationId xmlns:a16="http://schemas.microsoft.com/office/drawing/2014/main" id="{CBFD969B-AABD-E624-7E9D-E175B429B59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33499" y="2444792"/>
                      <a:ext cx="125034" cy="25391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35000" r="-35000" b="-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FFE1DB85-A682-A68A-CAAA-BDF3903EBF72}"/>
                  </a:ext>
                </a:extLst>
              </p:cNvPr>
              <p:cNvSpPr/>
              <p:nvPr/>
            </p:nvSpPr>
            <p:spPr>
              <a:xfrm>
                <a:off x="5577664" y="996641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3C22A4D1-DD74-BAC5-31E6-0AA2B15E101B}"/>
                  </a:ext>
                </a:extLst>
              </p:cNvPr>
              <p:cNvSpPr/>
              <p:nvPr/>
            </p:nvSpPr>
            <p:spPr>
              <a:xfrm>
                <a:off x="5577664" y="3789240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cxnSp>
          <p:nvCxnSpPr>
            <p:cNvPr id="101" name="Gerade Verbindung mit Pfeil 100">
              <a:extLst>
                <a:ext uri="{FF2B5EF4-FFF2-40B4-BE49-F238E27FC236}">
                  <a16:creationId xmlns:a16="http://schemas.microsoft.com/office/drawing/2014/main" id="{4B283AD8-E0E9-4857-E24E-2EF76E43C09B}"/>
                </a:ext>
              </a:extLst>
            </p:cNvPr>
            <p:cNvCxnSpPr>
              <a:cxnSpLocks/>
              <a:stCxn id="23" idx="6"/>
              <a:endCxn id="91" idx="2"/>
            </p:cNvCxnSpPr>
            <p:nvPr/>
          </p:nvCxnSpPr>
          <p:spPr>
            <a:xfrm flipV="1">
              <a:off x="4824008" y="1398581"/>
              <a:ext cx="1150944" cy="229523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Gerade Verbindung mit Pfeil 101">
              <a:extLst>
                <a:ext uri="{FF2B5EF4-FFF2-40B4-BE49-F238E27FC236}">
                  <a16:creationId xmlns:a16="http://schemas.microsoft.com/office/drawing/2014/main" id="{542234DF-544C-B268-8F7C-9014A9B6F02C}"/>
                </a:ext>
              </a:extLst>
            </p:cNvPr>
            <p:cNvCxnSpPr>
              <a:cxnSpLocks/>
              <a:stCxn id="23" idx="6"/>
              <a:endCxn id="92" idx="2"/>
            </p:cNvCxnSpPr>
            <p:nvPr/>
          </p:nvCxnSpPr>
          <p:spPr>
            <a:xfrm>
              <a:off x="4824008" y="3693811"/>
              <a:ext cx="1150944" cy="49736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Gerade Verbindung mit Pfeil 102">
              <a:extLst>
                <a:ext uri="{FF2B5EF4-FFF2-40B4-BE49-F238E27FC236}">
                  <a16:creationId xmlns:a16="http://schemas.microsoft.com/office/drawing/2014/main" id="{AF460822-8315-946A-ED71-9D708A1DC770}"/>
                </a:ext>
              </a:extLst>
            </p:cNvPr>
            <p:cNvCxnSpPr>
              <a:cxnSpLocks/>
              <a:stCxn id="82" idx="6"/>
              <a:endCxn id="91" idx="2"/>
            </p:cNvCxnSpPr>
            <p:nvPr/>
          </p:nvCxnSpPr>
          <p:spPr>
            <a:xfrm>
              <a:off x="4824008" y="1392918"/>
              <a:ext cx="1150944" cy="5663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mit Pfeil 103">
              <a:extLst>
                <a:ext uri="{FF2B5EF4-FFF2-40B4-BE49-F238E27FC236}">
                  <a16:creationId xmlns:a16="http://schemas.microsoft.com/office/drawing/2014/main" id="{4E99619E-014F-25B0-DED8-728F6FD933C3}"/>
                </a:ext>
              </a:extLst>
            </p:cNvPr>
            <p:cNvCxnSpPr>
              <a:cxnSpLocks/>
              <a:stCxn id="82" idx="6"/>
              <a:endCxn id="32" idx="2"/>
            </p:cNvCxnSpPr>
            <p:nvPr/>
          </p:nvCxnSpPr>
          <p:spPr>
            <a:xfrm>
              <a:off x="4824008" y="1392918"/>
              <a:ext cx="1153392" cy="50065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Gerade Verbindung mit Pfeil 104">
              <a:extLst>
                <a:ext uri="{FF2B5EF4-FFF2-40B4-BE49-F238E27FC236}">
                  <a16:creationId xmlns:a16="http://schemas.microsoft.com/office/drawing/2014/main" id="{9F5BAB70-E87E-3A0E-3296-3BBD4EDC5D1D}"/>
                </a:ext>
              </a:extLst>
            </p:cNvPr>
            <p:cNvCxnSpPr>
              <a:cxnSpLocks/>
              <a:stCxn id="82" idx="6"/>
              <a:endCxn id="33" idx="2"/>
            </p:cNvCxnSpPr>
            <p:nvPr/>
          </p:nvCxnSpPr>
          <p:spPr>
            <a:xfrm>
              <a:off x="4824008" y="1392918"/>
              <a:ext cx="1153392" cy="99802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rade Verbindung mit Pfeil 105">
              <a:extLst>
                <a:ext uri="{FF2B5EF4-FFF2-40B4-BE49-F238E27FC236}">
                  <a16:creationId xmlns:a16="http://schemas.microsoft.com/office/drawing/2014/main" id="{5FA6A3DC-9082-3EF2-A519-58D5575BF2C6}"/>
                </a:ext>
              </a:extLst>
            </p:cNvPr>
            <p:cNvCxnSpPr>
              <a:cxnSpLocks/>
              <a:stCxn id="82" idx="6"/>
              <a:endCxn id="30" idx="2"/>
            </p:cNvCxnSpPr>
            <p:nvPr/>
          </p:nvCxnSpPr>
          <p:spPr>
            <a:xfrm>
              <a:off x="4824008" y="1392918"/>
              <a:ext cx="1153392" cy="180352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F61DA6CA-53EC-5A84-2075-A53E58BFF84B}"/>
                </a:ext>
              </a:extLst>
            </p:cNvPr>
            <p:cNvCxnSpPr>
              <a:cxnSpLocks/>
              <a:stCxn id="82" idx="6"/>
              <a:endCxn id="31" idx="2"/>
            </p:cNvCxnSpPr>
            <p:nvPr/>
          </p:nvCxnSpPr>
          <p:spPr>
            <a:xfrm>
              <a:off x="4824008" y="1392918"/>
              <a:ext cx="1153392" cy="230089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Gerade Verbindung mit Pfeil 107">
              <a:extLst>
                <a:ext uri="{FF2B5EF4-FFF2-40B4-BE49-F238E27FC236}">
                  <a16:creationId xmlns:a16="http://schemas.microsoft.com/office/drawing/2014/main" id="{4448791E-00B4-0581-6C2B-7E838383B0D7}"/>
                </a:ext>
              </a:extLst>
            </p:cNvPr>
            <p:cNvCxnSpPr>
              <a:cxnSpLocks/>
              <a:stCxn id="82" idx="6"/>
              <a:endCxn id="92" idx="2"/>
            </p:cNvCxnSpPr>
            <p:nvPr/>
          </p:nvCxnSpPr>
          <p:spPr>
            <a:xfrm>
              <a:off x="4824008" y="1392918"/>
              <a:ext cx="1150944" cy="279826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mit Pfeil 108">
              <a:extLst>
                <a:ext uri="{FF2B5EF4-FFF2-40B4-BE49-F238E27FC236}">
                  <a16:creationId xmlns:a16="http://schemas.microsoft.com/office/drawing/2014/main" id="{293C71C6-E6BB-7172-DD92-898C6A947E3A}"/>
                </a:ext>
              </a:extLst>
            </p:cNvPr>
            <p:cNvCxnSpPr>
              <a:cxnSpLocks/>
              <a:stCxn id="83" idx="6"/>
              <a:endCxn id="92" idx="2"/>
            </p:cNvCxnSpPr>
            <p:nvPr/>
          </p:nvCxnSpPr>
          <p:spPr>
            <a:xfrm flipV="1">
              <a:off x="4824008" y="4191180"/>
              <a:ext cx="1150944" cy="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 Verbindung mit Pfeil 109">
              <a:extLst>
                <a:ext uri="{FF2B5EF4-FFF2-40B4-BE49-F238E27FC236}">
                  <a16:creationId xmlns:a16="http://schemas.microsoft.com/office/drawing/2014/main" id="{C92E592B-7EFC-4628-0361-D65AE4F4550A}"/>
                </a:ext>
              </a:extLst>
            </p:cNvPr>
            <p:cNvCxnSpPr>
              <a:cxnSpLocks/>
              <a:stCxn id="83" idx="6"/>
              <a:endCxn id="31" idx="2"/>
            </p:cNvCxnSpPr>
            <p:nvPr/>
          </p:nvCxnSpPr>
          <p:spPr>
            <a:xfrm flipV="1">
              <a:off x="4824008" y="3693810"/>
              <a:ext cx="1153392" cy="49737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2659B725-CA4C-8600-2926-A85F10083A9C}"/>
                </a:ext>
              </a:extLst>
            </p:cNvPr>
            <p:cNvCxnSpPr>
              <a:cxnSpLocks/>
              <a:stCxn id="83" idx="6"/>
              <a:endCxn id="30" idx="2"/>
            </p:cNvCxnSpPr>
            <p:nvPr/>
          </p:nvCxnSpPr>
          <p:spPr>
            <a:xfrm flipV="1">
              <a:off x="4824008" y="3196439"/>
              <a:ext cx="1153392" cy="99474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Gerade Verbindung mit Pfeil 111">
              <a:extLst>
                <a:ext uri="{FF2B5EF4-FFF2-40B4-BE49-F238E27FC236}">
                  <a16:creationId xmlns:a16="http://schemas.microsoft.com/office/drawing/2014/main" id="{05C8813B-4E35-9ED6-9477-31D7578BEF94}"/>
                </a:ext>
              </a:extLst>
            </p:cNvPr>
            <p:cNvCxnSpPr>
              <a:cxnSpLocks/>
              <a:stCxn id="22" idx="6"/>
              <a:endCxn id="92" idx="2"/>
            </p:cNvCxnSpPr>
            <p:nvPr/>
          </p:nvCxnSpPr>
          <p:spPr>
            <a:xfrm>
              <a:off x="4824008" y="3196440"/>
              <a:ext cx="1150944" cy="99474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53F7686A-FEB2-CA72-64A2-A193F872EF45}"/>
                </a:ext>
              </a:extLst>
            </p:cNvPr>
            <p:cNvCxnSpPr>
              <a:cxnSpLocks/>
              <a:stCxn id="22" idx="6"/>
              <a:endCxn id="91" idx="2"/>
            </p:cNvCxnSpPr>
            <p:nvPr/>
          </p:nvCxnSpPr>
          <p:spPr>
            <a:xfrm flipV="1">
              <a:off x="4824008" y="1398581"/>
              <a:ext cx="1150944" cy="179785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Gerade Verbindung mit Pfeil 133">
              <a:extLst>
                <a:ext uri="{FF2B5EF4-FFF2-40B4-BE49-F238E27FC236}">
                  <a16:creationId xmlns:a16="http://schemas.microsoft.com/office/drawing/2014/main" id="{B2FBBC13-E65D-8A1D-21AF-B7E6EC3330FD}"/>
                </a:ext>
              </a:extLst>
            </p:cNvPr>
            <p:cNvCxnSpPr>
              <a:cxnSpLocks/>
              <a:stCxn id="83" idx="6"/>
              <a:endCxn id="33" idx="2"/>
            </p:cNvCxnSpPr>
            <p:nvPr/>
          </p:nvCxnSpPr>
          <p:spPr>
            <a:xfrm flipV="1">
              <a:off x="4824008" y="2390940"/>
              <a:ext cx="1153392" cy="180024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Gerade Verbindung mit Pfeil 134">
              <a:extLst>
                <a:ext uri="{FF2B5EF4-FFF2-40B4-BE49-F238E27FC236}">
                  <a16:creationId xmlns:a16="http://schemas.microsoft.com/office/drawing/2014/main" id="{AE097809-85B0-1DA9-D3F6-85691F2AABBE}"/>
                </a:ext>
              </a:extLst>
            </p:cNvPr>
            <p:cNvCxnSpPr>
              <a:cxnSpLocks/>
              <a:stCxn id="83" idx="6"/>
              <a:endCxn id="32" idx="2"/>
            </p:cNvCxnSpPr>
            <p:nvPr/>
          </p:nvCxnSpPr>
          <p:spPr>
            <a:xfrm flipV="1">
              <a:off x="4824008" y="1893569"/>
              <a:ext cx="1153392" cy="229761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86E7ADEA-C461-2B69-D5E3-3D4585E4A43D}"/>
                </a:ext>
              </a:extLst>
            </p:cNvPr>
            <p:cNvCxnSpPr>
              <a:cxnSpLocks/>
              <a:stCxn id="83" idx="6"/>
              <a:endCxn id="91" idx="2"/>
            </p:cNvCxnSpPr>
            <p:nvPr/>
          </p:nvCxnSpPr>
          <p:spPr>
            <a:xfrm flipV="1">
              <a:off x="4824008" y="1398581"/>
              <a:ext cx="1150944" cy="279260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4B5451EF-77E1-57D0-2ACD-FE07120AD0DD}"/>
                </a:ext>
              </a:extLst>
            </p:cNvPr>
            <p:cNvGrpSpPr/>
            <p:nvPr/>
          </p:nvGrpSpPr>
          <p:grpSpPr>
            <a:xfrm>
              <a:off x="7488000" y="1369813"/>
              <a:ext cx="364896" cy="2844471"/>
              <a:chOff x="6533694" y="1283898"/>
              <a:chExt cx="364896" cy="2844471"/>
            </a:xfrm>
          </p:grpSpPr>
          <p:grpSp>
            <p:nvGrpSpPr>
              <p:cNvPr id="157" name="Gruppieren 156">
                <a:extLst>
                  <a:ext uri="{FF2B5EF4-FFF2-40B4-BE49-F238E27FC236}">
                    <a16:creationId xmlns:a16="http://schemas.microsoft.com/office/drawing/2014/main" id="{01FCF460-7235-04C5-28C7-FB1EE161EF56}"/>
                  </a:ext>
                </a:extLst>
              </p:cNvPr>
              <p:cNvGrpSpPr/>
              <p:nvPr/>
            </p:nvGrpSpPr>
            <p:grpSpPr>
              <a:xfrm>
                <a:off x="6538590" y="2773628"/>
                <a:ext cx="360000" cy="857371"/>
                <a:chOff x="4716016" y="1491630"/>
                <a:chExt cx="360000" cy="857371"/>
              </a:xfrm>
            </p:grpSpPr>
            <p:sp>
              <p:nvSpPr>
                <p:cNvPr id="159" name="Ellipse 158">
                  <a:extLst>
                    <a:ext uri="{FF2B5EF4-FFF2-40B4-BE49-F238E27FC236}">
                      <a16:creationId xmlns:a16="http://schemas.microsoft.com/office/drawing/2014/main" id="{439FA6AC-6DC2-E94A-1E87-C7E09907FDAA}"/>
                    </a:ext>
                  </a:extLst>
                </p:cNvPr>
                <p:cNvSpPr/>
                <p:nvPr/>
              </p:nvSpPr>
              <p:spPr>
                <a:xfrm>
                  <a:off x="4716016" y="1491630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160" name="Ellipse 159">
                  <a:extLst>
                    <a:ext uri="{FF2B5EF4-FFF2-40B4-BE49-F238E27FC236}">
                      <a16:creationId xmlns:a16="http://schemas.microsoft.com/office/drawing/2014/main" id="{8DBAB756-1AF5-855A-0EFB-B523AF6438A9}"/>
                    </a:ext>
                  </a:extLst>
                </p:cNvPr>
                <p:cNvSpPr/>
                <p:nvPr/>
              </p:nvSpPr>
              <p:spPr>
                <a:xfrm>
                  <a:off x="4716016" y="1989001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p:grpSp>
            <p:nvGrpSpPr>
              <p:cNvPr id="163" name="Gruppieren 162">
                <a:extLst>
                  <a:ext uri="{FF2B5EF4-FFF2-40B4-BE49-F238E27FC236}">
                    <a16:creationId xmlns:a16="http://schemas.microsoft.com/office/drawing/2014/main" id="{F927BCE9-0990-637F-C519-8E53FFC1691B}"/>
                  </a:ext>
                </a:extLst>
              </p:cNvPr>
              <p:cNvGrpSpPr/>
              <p:nvPr/>
            </p:nvGrpSpPr>
            <p:grpSpPr>
              <a:xfrm>
                <a:off x="6533694" y="1283898"/>
                <a:ext cx="362448" cy="1352359"/>
                <a:chOff x="6536142" y="975770"/>
                <a:chExt cx="362448" cy="1352359"/>
              </a:xfrm>
            </p:grpSpPr>
            <p:grpSp>
              <p:nvGrpSpPr>
                <p:cNvPr id="156" name="Gruppieren 155">
                  <a:extLst>
                    <a:ext uri="{FF2B5EF4-FFF2-40B4-BE49-F238E27FC236}">
                      <a16:creationId xmlns:a16="http://schemas.microsoft.com/office/drawing/2014/main" id="{F536D0B7-3C5E-A773-BF49-CDF492817AD4}"/>
                    </a:ext>
                  </a:extLst>
                </p:cNvPr>
                <p:cNvGrpSpPr/>
                <p:nvPr/>
              </p:nvGrpSpPr>
              <p:grpSpPr>
                <a:xfrm>
                  <a:off x="6538590" y="1470758"/>
                  <a:ext cx="360000" cy="857371"/>
                  <a:chOff x="4716016" y="1491630"/>
                  <a:chExt cx="360000" cy="857371"/>
                </a:xfrm>
              </p:grpSpPr>
              <p:sp>
                <p:nvSpPr>
                  <p:cNvPr id="161" name="Ellipse 160">
                    <a:extLst>
                      <a:ext uri="{FF2B5EF4-FFF2-40B4-BE49-F238E27FC236}">
                        <a16:creationId xmlns:a16="http://schemas.microsoft.com/office/drawing/2014/main" id="{8E9C71D5-EEF2-773E-2EF4-CC1FC94F9CED}"/>
                      </a:ext>
                    </a:extLst>
                  </p:cNvPr>
                  <p:cNvSpPr/>
                  <p:nvPr/>
                </p:nvSpPr>
                <p:spPr>
                  <a:xfrm>
                    <a:off x="4716016" y="1491630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162" name="Ellipse 161">
                    <a:extLst>
                      <a:ext uri="{FF2B5EF4-FFF2-40B4-BE49-F238E27FC236}">
                        <a16:creationId xmlns:a16="http://schemas.microsoft.com/office/drawing/2014/main" id="{F5EAB550-F891-FDAD-C254-8325A22BCDE1}"/>
                      </a:ext>
                    </a:extLst>
                  </p:cNvPr>
                  <p:cNvSpPr/>
                  <p:nvPr/>
                </p:nvSpPr>
                <p:spPr>
                  <a:xfrm>
                    <a:off x="4716016" y="1989001"/>
                    <a:ext cx="360000" cy="360000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</p:grpSp>
            <p:sp>
              <p:nvSpPr>
                <p:cNvPr id="154" name="Ellipse 153">
                  <a:extLst>
                    <a:ext uri="{FF2B5EF4-FFF2-40B4-BE49-F238E27FC236}">
                      <a16:creationId xmlns:a16="http://schemas.microsoft.com/office/drawing/2014/main" id="{5BD39595-81D0-C961-A278-AFB7EE2AF7F8}"/>
                    </a:ext>
                  </a:extLst>
                </p:cNvPr>
                <p:cNvSpPr/>
                <p:nvPr/>
              </p:nvSpPr>
              <p:spPr>
                <a:xfrm>
                  <a:off x="6536142" y="975770"/>
                  <a:ext cx="360000" cy="36000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p:sp>
            <p:nvSpPr>
              <p:cNvPr id="155" name="Ellipse 154">
                <a:extLst>
                  <a:ext uri="{FF2B5EF4-FFF2-40B4-BE49-F238E27FC236}">
                    <a16:creationId xmlns:a16="http://schemas.microsoft.com/office/drawing/2014/main" id="{68764FD3-032B-9347-43DE-BF5F3C31D456}"/>
                  </a:ext>
                </a:extLst>
              </p:cNvPr>
              <p:cNvSpPr/>
              <p:nvPr/>
            </p:nvSpPr>
            <p:spPr>
              <a:xfrm>
                <a:off x="6536142" y="3768369"/>
                <a:ext cx="360000" cy="36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cxnSp>
          <p:nvCxnSpPr>
            <p:cNvPr id="165" name="Gerade Verbindung mit Pfeil 164">
              <a:extLst>
                <a:ext uri="{FF2B5EF4-FFF2-40B4-BE49-F238E27FC236}">
                  <a16:creationId xmlns:a16="http://schemas.microsoft.com/office/drawing/2014/main" id="{A1E5E94B-BA20-D993-0BB1-7EBFB6180672}"/>
                </a:ext>
              </a:extLst>
            </p:cNvPr>
            <p:cNvCxnSpPr>
              <a:cxnSpLocks/>
              <a:stCxn id="91" idx="6"/>
              <a:endCxn id="154" idx="2"/>
            </p:cNvCxnSpPr>
            <p:nvPr/>
          </p:nvCxnSpPr>
          <p:spPr>
            <a:xfrm>
              <a:off x="6334952" y="1398581"/>
              <a:ext cx="1153048" cy="15123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erade Verbindung mit Pfeil 165">
              <a:extLst>
                <a:ext uri="{FF2B5EF4-FFF2-40B4-BE49-F238E27FC236}">
                  <a16:creationId xmlns:a16="http://schemas.microsoft.com/office/drawing/2014/main" id="{38DAAD69-43C0-FA4C-C8DA-CE35A98BFD99}"/>
                </a:ext>
              </a:extLst>
            </p:cNvPr>
            <p:cNvCxnSpPr>
              <a:cxnSpLocks/>
              <a:stCxn id="91" idx="6"/>
              <a:endCxn id="161" idx="2"/>
            </p:cNvCxnSpPr>
            <p:nvPr/>
          </p:nvCxnSpPr>
          <p:spPr>
            <a:xfrm>
              <a:off x="6334952" y="1398581"/>
              <a:ext cx="1155496" cy="646220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Gerade Verbindung mit Pfeil 166">
              <a:extLst>
                <a:ext uri="{FF2B5EF4-FFF2-40B4-BE49-F238E27FC236}">
                  <a16:creationId xmlns:a16="http://schemas.microsoft.com/office/drawing/2014/main" id="{C6322E7E-594B-E700-AEC3-DD8C5082D485}"/>
                </a:ext>
              </a:extLst>
            </p:cNvPr>
            <p:cNvCxnSpPr>
              <a:cxnSpLocks/>
              <a:stCxn id="91" idx="6"/>
              <a:endCxn id="162" idx="2"/>
            </p:cNvCxnSpPr>
            <p:nvPr/>
          </p:nvCxnSpPr>
          <p:spPr>
            <a:xfrm>
              <a:off x="6334952" y="1398581"/>
              <a:ext cx="1155496" cy="1143591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Gerade Verbindung mit Pfeil 167">
              <a:extLst>
                <a:ext uri="{FF2B5EF4-FFF2-40B4-BE49-F238E27FC236}">
                  <a16:creationId xmlns:a16="http://schemas.microsoft.com/office/drawing/2014/main" id="{B1E7F783-2C91-9281-4BF6-56F2A38AEE38}"/>
                </a:ext>
              </a:extLst>
            </p:cNvPr>
            <p:cNvCxnSpPr>
              <a:cxnSpLocks/>
              <a:stCxn id="91" idx="6"/>
              <a:endCxn id="159" idx="2"/>
            </p:cNvCxnSpPr>
            <p:nvPr/>
          </p:nvCxnSpPr>
          <p:spPr>
            <a:xfrm>
              <a:off x="6334952" y="1398581"/>
              <a:ext cx="1157944" cy="164096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Gerade Verbindung mit Pfeil 168">
              <a:extLst>
                <a:ext uri="{FF2B5EF4-FFF2-40B4-BE49-F238E27FC236}">
                  <a16:creationId xmlns:a16="http://schemas.microsoft.com/office/drawing/2014/main" id="{1D823E23-C0AA-F835-3330-7CBE386C2822}"/>
                </a:ext>
              </a:extLst>
            </p:cNvPr>
            <p:cNvCxnSpPr>
              <a:cxnSpLocks/>
              <a:stCxn id="91" idx="6"/>
              <a:endCxn id="160" idx="2"/>
            </p:cNvCxnSpPr>
            <p:nvPr/>
          </p:nvCxnSpPr>
          <p:spPr>
            <a:xfrm>
              <a:off x="6334952" y="1398581"/>
              <a:ext cx="1157944" cy="2138333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Gerade Verbindung mit Pfeil 169">
              <a:extLst>
                <a:ext uri="{FF2B5EF4-FFF2-40B4-BE49-F238E27FC236}">
                  <a16:creationId xmlns:a16="http://schemas.microsoft.com/office/drawing/2014/main" id="{CDE93736-6725-D439-7B3A-DD1D58518CCA}"/>
                </a:ext>
              </a:extLst>
            </p:cNvPr>
            <p:cNvCxnSpPr>
              <a:cxnSpLocks/>
              <a:stCxn id="91" idx="6"/>
              <a:endCxn id="155" idx="2"/>
            </p:cNvCxnSpPr>
            <p:nvPr/>
          </p:nvCxnSpPr>
          <p:spPr>
            <a:xfrm>
              <a:off x="6334952" y="1398581"/>
              <a:ext cx="1155496" cy="2635703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mit Pfeil 170">
              <a:extLst>
                <a:ext uri="{FF2B5EF4-FFF2-40B4-BE49-F238E27FC236}">
                  <a16:creationId xmlns:a16="http://schemas.microsoft.com/office/drawing/2014/main" id="{83574F98-61FA-E58E-4996-A623AA2AC3B1}"/>
                </a:ext>
              </a:extLst>
            </p:cNvPr>
            <p:cNvCxnSpPr>
              <a:cxnSpLocks/>
              <a:stCxn id="32" idx="6"/>
              <a:endCxn id="154" idx="2"/>
            </p:cNvCxnSpPr>
            <p:nvPr/>
          </p:nvCxnSpPr>
          <p:spPr>
            <a:xfrm flipV="1">
              <a:off x="6337400" y="1549813"/>
              <a:ext cx="1150600" cy="34375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Gerade Verbindung mit Pfeil 171">
              <a:extLst>
                <a:ext uri="{FF2B5EF4-FFF2-40B4-BE49-F238E27FC236}">
                  <a16:creationId xmlns:a16="http://schemas.microsoft.com/office/drawing/2014/main" id="{D1D19B95-AB78-747B-BF05-847DB853A8C4}"/>
                </a:ext>
              </a:extLst>
            </p:cNvPr>
            <p:cNvCxnSpPr>
              <a:cxnSpLocks/>
              <a:stCxn id="32" idx="6"/>
              <a:endCxn id="162" idx="2"/>
            </p:cNvCxnSpPr>
            <p:nvPr/>
          </p:nvCxnSpPr>
          <p:spPr>
            <a:xfrm>
              <a:off x="6337400" y="1893569"/>
              <a:ext cx="1153048" cy="648603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 Verbindung mit Pfeil 172">
              <a:extLst>
                <a:ext uri="{FF2B5EF4-FFF2-40B4-BE49-F238E27FC236}">
                  <a16:creationId xmlns:a16="http://schemas.microsoft.com/office/drawing/2014/main" id="{411BAB97-5EF2-98CD-40B5-84EA432BD25B}"/>
                </a:ext>
              </a:extLst>
            </p:cNvPr>
            <p:cNvCxnSpPr>
              <a:cxnSpLocks/>
              <a:stCxn id="32" idx="6"/>
              <a:endCxn id="159" idx="2"/>
            </p:cNvCxnSpPr>
            <p:nvPr/>
          </p:nvCxnSpPr>
          <p:spPr>
            <a:xfrm>
              <a:off x="6337400" y="1893569"/>
              <a:ext cx="1155496" cy="1145974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Gerade Verbindung mit Pfeil 173">
              <a:extLst>
                <a:ext uri="{FF2B5EF4-FFF2-40B4-BE49-F238E27FC236}">
                  <a16:creationId xmlns:a16="http://schemas.microsoft.com/office/drawing/2014/main" id="{2DCA2DD1-6931-5C96-3793-DDD458B067EE}"/>
                </a:ext>
              </a:extLst>
            </p:cNvPr>
            <p:cNvCxnSpPr>
              <a:cxnSpLocks/>
              <a:stCxn id="32" idx="6"/>
              <a:endCxn id="160" idx="2"/>
            </p:cNvCxnSpPr>
            <p:nvPr/>
          </p:nvCxnSpPr>
          <p:spPr>
            <a:xfrm>
              <a:off x="6337400" y="1893569"/>
              <a:ext cx="1155496" cy="1643345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3A4F4277-1F55-710B-E20F-673AC2F5A30D}"/>
                </a:ext>
              </a:extLst>
            </p:cNvPr>
            <p:cNvCxnSpPr>
              <a:cxnSpLocks/>
              <a:stCxn id="32" idx="6"/>
              <a:endCxn id="155" idx="2"/>
            </p:cNvCxnSpPr>
            <p:nvPr/>
          </p:nvCxnSpPr>
          <p:spPr>
            <a:xfrm>
              <a:off x="6337400" y="1893569"/>
              <a:ext cx="1153048" cy="2140715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Gerade Verbindung mit Pfeil 189">
              <a:extLst>
                <a:ext uri="{FF2B5EF4-FFF2-40B4-BE49-F238E27FC236}">
                  <a16:creationId xmlns:a16="http://schemas.microsoft.com/office/drawing/2014/main" id="{A333A592-6D52-826E-2070-5B3F1CCB4920}"/>
                </a:ext>
              </a:extLst>
            </p:cNvPr>
            <p:cNvCxnSpPr>
              <a:cxnSpLocks/>
              <a:stCxn id="32" idx="6"/>
              <a:endCxn id="161" idx="2"/>
            </p:cNvCxnSpPr>
            <p:nvPr/>
          </p:nvCxnSpPr>
          <p:spPr>
            <a:xfrm>
              <a:off x="6337400" y="1893569"/>
              <a:ext cx="1153048" cy="15123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Gerade Verbindung mit Pfeil 200">
              <a:extLst>
                <a:ext uri="{FF2B5EF4-FFF2-40B4-BE49-F238E27FC236}">
                  <a16:creationId xmlns:a16="http://schemas.microsoft.com/office/drawing/2014/main" id="{4E2CD138-F06E-C908-50FF-E7F13F57B465}"/>
                </a:ext>
              </a:extLst>
            </p:cNvPr>
            <p:cNvCxnSpPr>
              <a:cxnSpLocks/>
              <a:stCxn id="33" idx="6"/>
              <a:endCxn id="161" idx="2"/>
            </p:cNvCxnSpPr>
            <p:nvPr/>
          </p:nvCxnSpPr>
          <p:spPr>
            <a:xfrm flipV="1">
              <a:off x="6337400" y="2044801"/>
              <a:ext cx="1153048" cy="34613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Gerade Verbindung mit Pfeil 201">
              <a:extLst>
                <a:ext uri="{FF2B5EF4-FFF2-40B4-BE49-F238E27FC236}">
                  <a16:creationId xmlns:a16="http://schemas.microsoft.com/office/drawing/2014/main" id="{31A4F961-7DB3-8240-F9A1-47B8EA64BC30}"/>
                </a:ext>
              </a:extLst>
            </p:cNvPr>
            <p:cNvCxnSpPr>
              <a:cxnSpLocks/>
              <a:stCxn id="33" idx="6"/>
              <a:endCxn id="162" idx="2"/>
            </p:cNvCxnSpPr>
            <p:nvPr/>
          </p:nvCxnSpPr>
          <p:spPr>
            <a:xfrm>
              <a:off x="6337400" y="2390940"/>
              <a:ext cx="1153048" cy="151232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68D46B6C-261F-F38A-9FF5-BFB4812EB51C}"/>
                </a:ext>
              </a:extLst>
            </p:cNvPr>
            <p:cNvCxnSpPr>
              <a:cxnSpLocks/>
              <a:stCxn id="33" idx="6"/>
              <a:endCxn id="159" idx="2"/>
            </p:cNvCxnSpPr>
            <p:nvPr/>
          </p:nvCxnSpPr>
          <p:spPr>
            <a:xfrm>
              <a:off x="6337400" y="2390940"/>
              <a:ext cx="1155496" cy="648603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A3F9B925-D983-B9F3-B6EB-839A1CBC6CDD}"/>
                </a:ext>
              </a:extLst>
            </p:cNvPr>
            <p:cNvCxnSpPr>
              <a:cxnSpLocks/>
              <a:stCxn id="33" idx="6"/>
              <a:endCxn id="160" idx="2"/>
            </p:cNvCxnSpPr>
            <p:nvPr/>
          </p:nvCxnSpPr>
          <p:spPr>
            <a:xfrm>
              <a:off x="6337400" y="2390940"/>
              <a:ext cx="1155496" cy="1145974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93A12B8F-C2DB-72AB-EC69-6B940321F8CC}"/>
                </a:ext>
              </a:extLst>
            </p:cNvPr>
            <p:cNvCxnSpPr>
              <a:cxnSpLocks/>
              <a:stCxn id="33" idx="6"/>
              <a:endCxn id="155" idx="2"/>
            </p:cNvCxnSpPr>
            <p:nvPr/>
          </p:nvCxnSpPr>
          <p:spPr>
            <a:xfrm>
              <a:off x="6337400" y="2390940"/>
              <a:ext cx="1153048" cy="1643344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Gerade Verbindung mit Pfeil 205">
              <a:extLst>
                <a:ext uri="{FF2B5EF4-FFF2-40B4-BE49-F238E27FC236}">
                  <a16:creationId xmlns:a16="http://schemas.microsoft.com/office/drawing/2014/main" id="{55B771EF-0B5C-F401-6764-F415BEDB13FD}"/>
                </a:ext>
              </a:extLst>
            </p:cNvPr>
            <p:cNvCxnSpPr>
              <a:cxnSpLocks/>
              <a:stCxn id="30" idx="6"/>
              <a:endCxn id="154" idx="2"/>
            </p:cNvCxnSpPr>
            <p:nvPr/>
          </p:nvCxnSpPr>
          <p:spPr>
            <a:xfrm flipV="1">
              <a:off x="6337400" y="1549813"/>
              <a:ext cx="1150600" cy="164662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Gerade Verbindung mit Pfeil 206">
              <a:extLst>
                <a:ext uri="{FF2B5EF4-FFF2-40B4-BE49-F238E27FC236}">
                  <a16:creationId xmlns:a16="http://schemas.microsoft.com/office/drawing/2014/main" id="{C90B985F-F0B5-856F-FE22-33130A44F9CE}"/>
                </a:ext>
              </a:extLst>
            </p:cNvPr>
            <p:cNvCxnSpPr>
              <a:cxnSpLocks/>
              <a:stCxn id="31" idx="6"/>
              <a:endCxn id="155" idx="2"/>
            </p:cNvCxnSpPr>
            <p:nvPr/>
          </p:nvCxnSpPr>
          <p:spPr>
            <a:xfrm>
              <a:off x="6337400" y="3693810"/>
              <a:ext cx="1153048" cy="340474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Gerade Verbindung mit Pfeil 207">
              <a:extLst>
                <a:ext uri="{FF2B5EF4-FFF2-40B4-BE49-F238E27FC236}">
                  <a16:creationId xmlns:a16="http://schemas.microsoft.com/office/drawing/2014/main" id="{E4B4019A-3F5A-4203-C48E-AA45F4881ECC}"/>
                </a:ext>
              </a:extLst>
            </p:cNvPr>
            <p:cNvCxnSpPr>
              <a:cxnSpLocks/>
              <a:stCxn id="33" idx="6"/>
              <a:endCxn id="154" idx="2"/>
            </p:cNvCxnSpPr>
            <p:nvPr/>
          </p:nvCxnSpPr>
          <p:spPr>
            <a:xfrm flipV="1">
              <a:off x="6337400" y="1549813"/>
              <a:ext cx="1150600" cy="84112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Gerade Verbindung mit Pfeil 223">
              <a:extLst>
                <a:ext uri="{FF2B5EF4-FFF2-40B4-BE49-F238E27FC236}">
                  <a16:creationId xmlns:a16="http://schemas.microsoft.com/office/drawing/2014/main" id="{7FA6EEFA-DF0D-E393-5862-6081D16A89C6}"/>
                </a:ext>
              </a:extLst>
            </p:cNvPr>
            <p:cNvCxnSpPr>
              <a:cxnSpLocks/>
              <a:stCxn id="31" idx="6"/>
              <a:endCxn id="160" idx="2"/>
            </p:cNvCxnSpPr>
            <p:nvPr/>
          </p:nvCxnSpPr>
          <p:spPr>
            <a:xfrm flipV="1">
              <a:off x="6337400" y="3536914"/>
              <a:ext cx="1155496" cy="15689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Gerade Verbindung mit Pfeil 224">
              <a:extLst>
                <a:ext uri="{FF2B5EF4-FFF2-40B4-BE49-F238E27FC236}">
                  <a16:creationId xmlns:a16="http://schemas.microsoft.com/office/drawing/2014/main" id="{455EED05-EA26-D085-3860-EFB9F7C5A786}"/>
                </a:ext>
              </a:extLst>
            </p:cNvPr>
            <p:cNvCxnSpPr>
              <a:cxnSpLocks/>
              <a:stCxn id="31" idx="6"/>
              <a:endCxn id="159" idx="2"/>
            </p:cNvCxnSpPr>
            <p:nvPr/>
          </p:nvCxnSpPr>
          <p:spPr>
            <a:xfrm flipV="1">
              <a:off x="6337400" y="3039543"/>
              <a:ext cx="1155496" cy="65426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Gerade Verbindung mit Pfeil 225">
              <a:extLst>
                <a:ext uri="{FF2B5EF4-FFF2-40B4-BE49-F238E27FC236}">
                  <a16:creationId xmlns:a16="http://schemas.microsoft.com/office/drawing/2014/main" id="{3C71458B-89B5-FDF8-32AF-B8C367072C85}"/>
                </a:ext>
              </a:extLst>
            </p:cNvPr>
            <p:cNvCxnSpPr>
              <a:cxnSpLocks/>
              <a:stCxn id="31" idx="6"/>
              <a:endCxn id="162" idx="2"/>
            </p:cNvCxnSpPr>
            <p:nvPr/>
          </p:nvCxnSpPr>
          <p:spPr>
            <a:xfrm flipV="1">
              <a:off x="6337400" y="2542172"/>
              <a:ext cx="1153048" cy="1151638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Gerade Verbindung mit Pfeil 226">
              <a:extLst>
                <a:ext uri="{FF2B5EF4-FFF2-40B4-BE49-F238E27FC236}">
                  <a16:creationId xmlns:a16="http://schemas.microsoft.com/office/drawing/2014/main" id="{FEA9AAD7-FF6F-31DF-1F46-9CBA4E1F9AC7}"/>
                </a:ext>
              </a:extLst>
            </p:cNvPr>
            <p:cNvCxnSpPr>
              <a:cxnSpLocks/>
              <a:stCxn id="31" idx="6"/>
              <a:endCxn id="161" idx="2"/>
            </p:cNvCxnSpPr>
            <p:nvPr/>
          </p:nvCxnSpPr>
          <p:spPr>
            <a:xfrm flipV="1">
              <a:off x="6337400" y="2044801"/>
              <a:ext cx="1153048" cy="164900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Gerade Verbindung mit Pfeil 227">
              <a:extLst>
                <a:ext uri="{FF2B5EF4-FFF2-40B4-BE49-F238E27FC236}">
                  <a16:creationId xmlns:a16="http://schemas.microsoft.com/office/drawing/2014/main" id="{78C4F5EE-2909-35DA-817C-3548C36425DB}"/>
                </a:ext>
              </a:extLst>
            </p:cNvPr>
            <p:cNvCxnSpPr>
              <a:cxnSpLocks/>
              <a:stCxn id="31" idx="6"/>
              <a:endCxn id="154" idx="2"/>
            </p:cNvCxnSpPr>
            <p:nvPr/>
          </p:nvCxnSpPr>
          <p:spPr>
            <a:xfrm flipV="1">
              <a:off x="6337400" y="1549813"/>
              <a:ext cx="1150600" cy="214399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Gerade Verbindung mit Pfeil 228">
              <a:extLst>
                <a:ext uri="{FF2B5EF4-FFF2-40B4-BE49-F238E27FC236}">
                  <a16:creationId xmlns:a16="http://schemas.microsoft.com/office/drawing/2014/main" id="{6AEFD9F8-0FD0-CA13-7B75-1DDC4A55F5CE}"/>
                </a:ext>
              </a:extLst>
            </p:cNvPr>
            <p:cNvCxnSpPr>
              <a:cxnSpLocks/>
              <a:stCxn id="30" idx="6"/>
              <a:endCxn id="155" idx="2"/>
            </p:cNvCxnSpPr>
            <p:nvPr/>
          </p:nvCxnSpPr>
          <p:spPr>
            <a:xfrm>
              <a:off x="6337400" y="3196439"/>
              <a:ext cx="1153048" cy="837845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Gerade Verbindung mit Pfeil 229">
              <a:extLst>
                <a:ext uri="{FF2B5EF4-FFF2-40B4-BE49-F238E27FC236}">
                  <a16:creationId xmlns:a16="http://schemas.microsoft.com/office/drawing/2014/main" id="{E962704F-5FA9-FB9F-3038-BC73AC463652}"/>
                </a:ext>
              </a:extLst>
            </p:cNvPr>
            <p:cNvCxnSpPr>
              <a:cxnSpLocks/>
              <a:stCxn id="30" idx="6"/>
              <a:endCxn id="160" idx="2"/>
            </p:cNvCxnSpPr>
            <p:nvPr/>
          </p:nvCxnSpPr>
          <p:spPr>
            <a:xfrm>
              <a:off x="6337400" y="3196439"/>
              <a:ext cx="1155496" cy="340475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Gerade Verbindung mit Pfeil 230">
              <a:extLst>
                <a:ext uri="{FF2B5EF4-FFF2-40B4-BE49-F238E27FC236}">
                  <a16:creationId xmlns:a16="http://schemas.microsoft.com/office/drawing/2014/main" id="{17100122-8622-A67B-5CFF-41E808B878B8}"/>
                </a:ext>
              </a:extLst>
            </p:cNvPr>
            <p:cNvCxnSpPr>
              <a:cxnSpLocks/>
              <a:stCxn id="30" idx="6"/>
              <a:endCxn id="159" idx="2"/>
            </p:cNvCxnSpPr>
            <p:nvPr/>
          </p:nvCxnSpPr>
          <p:spPr>
            <a:xfrm flipV="1">
              <a:off x="6337400" y="3039543"/>
              <a:ext cx="1155496" cy="15689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Gerade Verbindung mit Pfeil 231">
              <a:extLst>
                <a:ext uri="{FF2B5EF4-FFF2-40B4-BE49-F238E27FC236}">
                  <a16:creationId xmlns:a16="http://schemas.microsoft.com/office/drawing/2014/main" id="{FC8675EE-C1C5-F9DC-CE36-B2F157820769}"/>
                </a:ext>
              </a:extLst>
            </p:cNvPr>
            <p:cNvCxnSpPr>
              <a:cxnSpLocks/>
              <a:stCxn id="30" idx="6"/>
              <a:endCxn id="162" idx="2"/>
            </p:cNvCxnSpPr>
            <p:nvPr/>
          </p:nvCxnSpPr>
          <p:spPr>
            <a:xfrm flipV="1">
              <a:off x="6337400" y="2542172"/>
              <a:ext cx="1153048" cy="65426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Gerade Verbindung mit Pfeil 232">
              <a:extLst>
                <a:ext uri="{FF2B5EF4-FFF2-40B4-BE49-F238E27FC236}">
                  <a16:creationId xmlns:a16="http://schemas.microsoft.com/office/drawing/2014/main" id="{8F8CE953-64DC-C110-E240-5138F6B2DAD1}"/>
                </a:ext>
              </a:extLst>
            </p:cNvPr>
            <p:cNvCxnSpPr>
              <a:cxnSpLocks/>
              <a:stCxn id="30" idx="6"/>
              <a:endCxn id="161" idx="2"/>
            </p:cNvCxnSpPr>
            <p:nvPr/>
          </p:nvCxnSpPr>
          <p:spPr>
            <a:xfrm flipV="1">
              <a:off x="6337400" y="2044801"/>
              <a:ext cx="1153048" cy="1151638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Gerade Verbindung mit Pfeil 258">
              <a:extLst>
                <a:ext uri="{FF2B5EF4-FFF2-40B4-BE49-F238E27FC236}">
                  <a16:creationId xmlns:a16="http://schemas.microsoft.com/office/drawing/2014/main" id="{E1588F80-5C83-A995-2C46-B561F6DB07EB}"/>
                </a:ext>
              </a:extLst>
            </p:cNvPr>
            <p:cNvCxnSpPr>
              <a:cxnSpLocks/>
              <a:stCxn id="92" idx="6"/>
              <a:endCxn id="161" idx="2"/>
            </p:cNvCxnSpPr>
            <p:nvPr/>
          </p:nvCxnSpPr>
          <p:spPr>
            <a:xfrm flipV="1">
              <a:off x="6334952" y="2044801"/>
              <a:ext cx="1155496" cy="2146379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Gerade Verbindung mit Pfeil 259">
              <a:extLst>
                <a:ext uri="{FF2B5EF4-FFF2-40B4-BE49-F238E27FC236}">
                  <a16:creationId xmlns:a16="http://schemas.microsoft.com/office/drawing/2014/main" id="{28C1A5C4-2EDC-8DEB-6F46-D212ACBF2648}"/>
                </a:ext>
              </a:extLst>
            </p:cNvPr>
            <p:cNvCxnSpPr>
              <a:cxnSpLocks/>
              <a:stCxn id="92" idx="6"/>
              <a:endCxn id="159" idx="2"/>
            </p:cNvCxnSpPr>
            <p:nvPr/>
          </p:nvCxnSpPr>
          <p:spPr>
            <a:xfrm flipV="1">
              <a:off x="6334952" y="3039543"/>
              <a:ext cx="1157944" cy="115163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Gerade Verbindung mit Pfeil 260">
              <a:extLst>
                <a:ext uri="{FF2B5EF4-FFF2-40B4-BE49-F238E27FC236}">
                  <a16:creationId xmlns:a16="http://schemas.microsoft.com/office/drawing/2014/main" id="{73A896A9-E032-EA2A-0A6D-6B88A4F017CA}"/>
                </a:ext>
              </a:extLst>
            </p:cNvPr>
            <p:cNvCxnSpPr>
              <a:cxnSpLocks/>
              <a:stCxn id="92" idx="6"/>
              <a:endCxn id="162" idx="2"/>
            </p:cNvCxnSpPr>
            <p:nvPr/>
          </p:nvCxnSpPr>
          <p:spPr>
            <a:xfrm flipV="1">
              <a:off x="6334952" y="2542172"/>
              <a:ext cx="1155496" cy="1649008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Gerade Verbindung mit Pfeil 261">
              <a:extLst>
                <a:ext uri="{FF2B5EF4-FFF2-40B4-BE49-F238E27FC236}">
                  <a16:creationId xmlns:a16="http://schemas.microsoft.com/office/drawing/2014/main" id="{9FAC4F4F-B5D6-E6B0-D920-751073F7DBCD}"/>
                </a:ext>
              </a:extLst>
            </p:cNvPr>
            <p:cNvCxnSpPr>
              <a:cxnSpLocks/>
              <a:stCxn id="92" idx="6"/>
              <a:endCxn id="155" idx="2"/>
            </p:cNvCxnSpPr>
            <p:nvPr/>
          </p:nvCxnSpPr>
          <p:spPr>
            <a:xfrm flipV="1">
              <a:off x="6334952" y="4034284"/>
              <a:ext cx="1155496" cy="15689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Gerade Verbindung mit Pfeil 262">
              <a:extLst>
                <a:ext uri="{FF2B5EF4-FFF2-40B4-BE49-F238E27FC236}">
                  <a16:creationId xmlns:a16="http://schemas.microsoft.com/office/drawing/2014/main" id="{77EAE746-4B45-9A6E-F977-4F9CD99DB5D0}"/>
                </a:ext>
              </a:extLst>
            </p:cNvPr>
            <p:cNvCxnSpPr>
              <a:cxnSpLocks/>
              <a:stCxn id="92" idx="6"/>
              <a:endCxn id="160" idx="2"/>
            </p:cNvCxnSpPr>
            <p:nvPr/>
          </p:nvCxnSpPr>
          <p:spPr>
            <a:xfrm flipV="1">
              <a:off x="6334952" y="3536914"/>
              <a:ext cx="1157944" cy="654266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Gerade Verbindung mit Pfeil 263">
              <a:extLst>
                <a:ext uri="{FF2B5EF4-FFF2-40B4-BE49-F238E27FC236}">
                  <a16:creationId xmlns:a16="http://schemas.microsoft.com/office/drawing/2014/main" id="{CAB3F8E6-10F6-13D5-1423-19EFE91258F6}"/>
                </a:ext>
              </a:extLst>
            </p:cNvPr>
            <p:cNvCxnSpPr>
              <a:cxnSpLocks/>
              <a:stCxn id="92" idx="6"/>
              <a:endCxn id="154" idx="2"/>
            </p:cNvCxnSpPr>
            <p:nvPr/>
          </p:nvCxnSpPr>
          <p:spPr>
            <a:xfrm flipV="1">
              <a:off x="6334952" y="1549813"/>
              <a:ext cx="1153048" cy="2641367"/>
            </a:xfrm>
            <a:prstGeom prst="straightConnector1">
              <a:avLst/>
            </a:prstGeom>
            <a:ln w="6350">
              <a:solidFill>
                <a:schemeClr val="accent5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Textfeld 278">
              <a:extLst>
                <a:ext uri="{FF2B5EF4-FFF2-40B4-BE49-F238E27FC236}">
                  <a16:creationId xmlns:a16="http://schemas.microsoft.com/office/drawing/2014/main" id="{713A2B1B-5118-A80A-AD02-114469443138}"/>
                </a:ext>
              </a:extLst>
            </p:cNvPr>
            <p:cNvSpPr txBox="1"/>
            <p:nvPr/>
          </p:nvSpPr>
          <p:spPr>
            <a:xfrm>
              <a:off x="5724128" y="979718"/>
              <a:ext cx="864096" cy="161583"/>
            </a:xfrm>
            <a:prstGeom prst="rect">
              <a:avLst/>
            </a:prstGeom>
          </p:spPr>
          <p:txBody>
            <a:bodyPr wrap="square" tIns="0" bIns="0" numCol="1" spcCol="216000" rtlCol="0" anchor="ctr">
              <a:spAutoFit/>
            </a:bodyPr>
            <a:lstStyle/>
            <a:p>
              <a:pPr algn="ctr" defTabSz="0">
                <a:lnSpc>
                  <a:spcPct val="100000"/>
                </a:lnSpc>
                <a:spcBef>
                  <a:spcPts val="0"/>
                </a:spcBef>
                <a:tabLst>
                  <a:tab pos="180000" algn="l"/>
                </a:tabLst>
              </a:pPr>
              <a:r>
                <a:rPr lang="de-DE" sz="1050" dirty="0">
                  <a:solidFill>
                    <a:schemeClr val="tx1"/>
                  </a:solidFill>
                </a:rPr>
                <a:t>64 </a:t>
              </a:r>
              <a:r>
                <a:rPr lang="de-DE" sz="1050" dirty="0" err="1">
                  <a:solidFill>
                    <a:schemeClr val="tx1"/>
                  </a:solidFill>
                </a:rPr>
                <a:t>neurons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280" name="Textfeld 279">
              <a:extLst>
                <a:ext uri="{FF2B5EF4-FFF2-40B4-BE49-F238E27FC236}">
                  <a16:creationId xmlns:a16="http://schemas.microsoft.com/office/drawing/2014/main" id="{36EE5C45-44D2-2BC3-70BC-E36EA729E01D}"/>
                </a:ext>
              </a:extLst>
            </p:cNvPr>
            <p:cNvSpPr txBox="1"/>
            <p:nvPr/>
          </p:nvSpPr>
          <p:spPr>
            <a:xfrm>
              <a:off x="4211960" y="979718"/>
              <a:ext cx="864096" cy="161583"/>
            </a:xfrm>
            <a:prstGeom prst="rect">
              <a:avLst/>
            </a:prstGeom>
          </p:spPr>
          <p:txBody>
            <a:bodyPr wrap="square" tIns="0" bIns="0" numCol="1" spcCol="216000" rtlCol="0" anchor="ctr">
              <a:spAutoFit/>
            </a:bodyPr>
            <a:lstStyle/>
            <a:p>
              <a:pPr algn="ctr" defTabSz="0">
                <a:lnSpc>
                  <a:spcPct val="100000"/>
                </a:lnSpc>
                <a:spcBef>
                  <a:spcPts val="0"/>
                </a:spcBef>
                <a:tabLst>
                  <a:tab pos="180000" algn="l"/>
                </a:tabLst>
              </a:pPr>
              <a:r>
                <a:rPr lang="de-DE" sz="1050" dirty="0">
                  <a:solidFill>
                    <a:schemeClr val="tx1"/>
                  </a:solidFill>
                </a:rPr>
                <a:t>65 </a:t>
              </a:r>
              <a:r>
                <a:rPr lang="de-DE" sz="1050" dirty="0" err="1">
                  <a:solidFill>
                    <a:schemeClr val="tx1"/>
                  </a:solidFill>
                </a:rPr>
                <a:t>neurons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  <p:sp>
          <p:nvSpPr>
            <p:cNvPr id="281" name="Textfeld 280">
              <a:extLst>
                <a:ext uri="{FF2B5EF4-FFF2-40B4-BE49-F238E27FC236}">
                  <a16:creationId xmlns:a16="http://schemas.microsoft.com/office/drawing/2014/main" id="{EAE1A758-7469-D8CF-96A2-72159D4A5D45}"/>
                </a:ext>
              </a:extLst>
            </p:cNvPr>
            <p:cNvSpPr txBox="1"/>
            <p:nvPr/>
          </p:nvSpPr>
          <p:spPr>
            <a:xfrm>
              <a:off x="7236296" y="979718"/>
              <a:ext cx="864096" cy="161583"/>
            </a:xfrm>
            <a:prstGeom prst="rect">
              <a:avLst/>
            </a:prstGeom>
          </p:spPr>
          <p:txBody>
            <a:bodyPr wrap="square" tIns="0" bIns="0" numCol="1" spcCol="216000" rtlCol="0" anchor="ctr">
              <a:spAutoFit/>
            </a:bodyPr>
            <a:lstStyle/>
            <a:p>
              <a:pPr algn="ctr" defTabSz="0">
                <a:lnSpc>
                  <a:spcPct val="100000"/>
                </a:lnSpc>
                <a:spcBef>
                  <a:spcPts val="0"/>
                </a:spcBef>
                <a:tabLst>
                  <a:tab pos="180000" algn="l"/>
                </a:tabLst>
              </a:pPr>
              <a:r>
                <a:rPr lang="de-DE" sz="1050" dirty="0">
                  <a:solidFill>
                    <a:schemeClr val="tx1"/>
                  </a:solidFill>
                </a:rPr>
                <a:t>6 </a:t>
              </a:r>
              <a:r>
                <a:rPr lang="de-DE" sz="1050" dirty="0" err="1">
                  <a:solidFill>
                    <a:schemeClr val="tx1"/>
                  </a:solidFill>
                </a:rPr>
                <a:t>neurons</a:t>
              </a:r>
              <a:endParaRPr lang="de-DE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285" name="Inhaltsplatzhalter 8">
            <a:extLst>
              <a:ext uri="{FF2B5EF4-FFF2-40B4-BE49-F238E27FC236}">
                <a16:creationId xmlns:a16="http://schemas.microsoft.com/office/drawing/2014/main" id="{D43FF902-1196-C160-09BC-B7B45B50202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805067" y="4180655"/>
            <a:ext cx="176212" cy="382588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781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90C7-BDF3-6B66-590F-0175A6BF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73818AA-612F-5A00-EEC2-384440703E1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Paul Jollet, Group G2 | NARX Model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2B6326A-B350-9875-88EE-620A8F31D82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FA528A-3D65-425D-A5D2-51494FEA8986}" type="datetime1">
              <a:rPr lang="en-US" smtClean="0"/>
              <a:t>7/5/2025</a:t>
            </a:fld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AF310-4322-BDD7-6FCB-F50AEAD8C8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CECEBB-547B-4598-95D8-3FB4D608B5D5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DBE5048-BD03-5CE7-8760-D250F86072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2200" dirty="0"/>
              <a:t>NARX Model Performance – test data</a:t>
            </a:r>
          </a:p>
        </p:txBody>
      </p:sp>
      <p:pic>
        <p:nvPicPr>
          <p:cNvPr id="10" name="Inhaltsplatzhalter 9">
            <a:extLst>
              <a:ext uri="{FF2B5EF4-FFF2-40B4-BE49-F238E27FC236}">
                <a16:creationId xmlns:a16="http://schemas.microsoft.com/office/drawing/2014/main" id="{B1E86731-A382-DBA7-C2A1-4C8C1707C0CC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04275" y="4321622"/>
            <a:ext cx="176213" cy="99119"/>
          </a:xfr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2922BA8-6C31-74AD-EB89-83C682F4D1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827" b="1854"/>
          <a:stretch>
            <a:fillRect/>
          </a:stretch>
        </p:blipFill>
        <p:spPr>
          <a:xfrm>
            <a:off x="1187624" y="852088"/>
            <a:ext cx="6705514" cy="351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20722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Master">
  <a:themeElements>
    <a:clrScheme name="TU Farben für Grafik und Diagramme, ab 2022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84B819"/>
      </a:accent1>
      <a:accent2>
        <a:srgbClr val="639A00"/>
      </a:accent2>
      <a:accent3>
        <a:srgbClr val="4C4C4C"/>
      </a:accent3>
      <a:accent4>
        <a:srgbClr val="7F7F7F"/>
      </a:accent4>
      <a:accent5>
        <a:srgbClr val="B2B2B2"/>
      </a:accent5>
      <a:accent6>
        <a:srgbClr val="F28300"/>
      </a:accent6>
      <a:hlink>
        <a:srgbClr val="84B819"/>
      </a:hlink>
      <a:folHlink>
        <a:srgbClr val="84B819"/>
      </a:folHlink>
    </a:clrScheme>
    <a:fontScheme name="TU Dortmund,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2700">
          <a:solidFill>
            <a:srgbClr val="344C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tIns="0" bIns="0" numCol="2" spcCol="216000"/>
      <a:lstStyle>
        <a:defPPr marL="180000" indent="-180000" defTabSz="0">
          <a:lnSpc>
            <a:spcPct val="100000"/>
          </a:lnSpc>
          <a:spcBef>
            <a:spcPts val="0"/>
          </a:spcBef>
          <a:buFont typeface="Arial" panose="020B0604020202020204" pitchFamily="34" charset="0"/>
          <a:buChar char="•"/>
          <a:tabLst>
            <a:tab pos="180000" algn="l"/>
          </a:tabLst>
          <a:defRPr sz="165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UDortmund_templates_EN.potx" id="{D262C767-851F-47D1-A5C8-87AE5B9FEC7F}" vid="{9471DAE9-1FE9-46BB-8A3E-D30D76F79E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MLME_project_final_presentation_G2</Template>
  <TotalTime>0</TotalTime>
  <Words>285</Words>
  <Application>Microsoft Office PowerPoint</Application>
  <PresentationFormat>Bildschirmpräsentation (16:9)</PresentationFormat>
  <Paragraphs>88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Wingdings</vt:lpstr>
      <vt:lpstr>Slide Master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Jollet</dc:creator>
  <cp:lastModifiedBy>Paul Jollet</cp:lastModifiedBy>
  <cp:revision>21</cp:revision>
  <dcterms:created xsi:type="dcterms:W3CDTF">2025-07-04T20:36:46Z</dcterms:created>
  <dcterms:modified xsi:type="dcterms:W3CDTF">2025-07-05T07:51:09Z</dcterms:modified>
</cp:coreProperties>
</file>