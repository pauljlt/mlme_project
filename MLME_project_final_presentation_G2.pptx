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4" r:id="rId1"/>
  </p:sldMasterIdLst>
  <p:notesMasterIdLst>
    <p:notesMasterId r:id="rId11"/>
  </p:notesMasterIdLst>
  <p:sldIdLst>
    <p:sldId id="258" r:id="rId2"/>
    <p:sldId id="260" r:id="rId3"/>
    <p:sldId id="261" r:id="rId4"/>
    <p:sldId id="262" r:id="rId5"/>
    <p:sldId id="263" r:id="rId6"/>
    <p:sldId id="264" r:id="rId7"/>
    <p:sldId id="265" r:id="rId8"/>
    <p:sldId id="266" r:id="rId9"/>
    <p:sldId id="267" r:id="rId10"/>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3B843"/>
    <a:srgbClr val="FFFFFF"/>
    <a:srgbClr val="344C05"/>
    <a:srgbClr val="84B819"/>
    <a:srgbClr val="FBB600"/>
    <a:srgbClr val="84B818"/>
    <a:srgbClr val="565656"/>
    <a:srgbClr val="00CC00"/>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04" autoAdjust="0"/>
  </p:normalViewPr>
  <p:slideViewPr>
    <p:cSldViewPr showGuides="1">
      <p:cViewPr varScale="1">
        <p:scale>
          <a:sx n="194" d="100"/>
          <a:sy n="194" d="100"/>
        </p:scale>
        <p:origin x="726" y="150"/>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342DD7-6712-45F0-90F4-295F786127BE}" type="datetimeFigureOut">
              <a:rPr lang="de-DE" smtClean="0"/>
              <a:t>09.07.2025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961880-C36E-4296-A48B-46535A98D5B9}" type="slidenum">
              <a:rPr lang="de-DE" smtClean="0"/>
              <a:t>‹Nr.›</a:t>
            </a:fld>
            <a:endParaRPr lang="de-DE"/>
          </a:p>
        </p:txBody>
      </p:sp>
    </p:spTree>
    <p:extLst>
      <p:ext uri="{BB962C8B-B14F-4D97-AF65-F5344CB8AC3E}">
        <p14:creationId xmlns:p14="http://schemas.microsoft.com/office/powerpoint/2010/main" val="697728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To quantify the uncertainty of our model predictions, we applied </a:t>
            </a:r>
            <a:r>
              <a:rPr lang="en-US" dirty="0" err="1"/>
              <a:t>Conformalized</a:t>
            </a:r>
            <a:r>
              <a:rPr lang="en-US" dirty="0"/>
              <a:t> Quantile Regression, or CQR. While standard neural networks produce single-point predictions without expressing uncertainty, CQR extends this by creating confidence intervals around the predictions. It does so by training two quantile regressors that estimate the lower and upper bounds of the expected error distribution — specifically the 10th and 90th percentiles. We used the pinball loss function to train these models, which allows asymmetric treatment of over- and underestimation. Finally, a calibration step with the value Q ensures that the actual coverage of the prediction intervals matches the target confidence level, which in our case is 80%.</a:t>
            </a:r>
            <a:endParaRPr lang="de-DE" dirty="0"/>
          </a:p>
        </p:txBody>
      </p:sp>
      <p:sp>
        <p:nvSpPr>
          <p:cNvPr id="4" name="Foliennummernplatzhalter 3"/>
          <p:cNvSpPr>
            <a:spLocks noGrp="1"/>
          </p:cNvSpPr>
          <p:nvPr>
            <p:ph type="sldNum" sz="quarter" idx="5"/>
          </p:nvPr>
        </p:nvSpPr>
        <p:spPr/>
        <p:txBody>
          <a:bodyPr/>
          <a:lstStyle/>
          <a:p>
            <a:fld id="{38961880-C36E-4296-A48B-46535A98D5B9}" type="slidenum">
              <a:rPr lang="de-DE" smtClean="0"/>
              <a:t>6</a:t>
            </a:fld>
            <a:endParaRPr lang="de-DE"/>
          </a:p>
        </p:txBody>
      </p:sp>
    </p:spTree>
    <p:extLst>
      <p:ext uri="{BB962C8B-B14F-4D97-AF65-F5344CB8AC3E}">
        <p14:creationId xmlns:p14="http://schemas.microsoft.com/office/powerpoint/2010/main" val="4103102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In order to construct 80% prediction intervals, we set alpha to 0.2. This defines the range between the 10th and 90th percentiles. For model consistency, we reused the same hyperparameters as in our previously optimized NARX model. Although we had prepared a script for Bayesian hyperparameter optimization of the CQR models, we did not execute it due to time and computational constraints</a:t>
            </a:r>
            <a:endParaRPr lang="de-DE" dirty="0"/>
          </a:p>
        </p:txBody>
      </p:sp>
      <p:sp>
        <p:nvSpPr>
          <p:cNvPr id="4" name="Foliennummernplatzhalter 3"/>
          <p:cNvSpPr>
            <a:spLocks noGrp="1"/>
          </p:cNvSpPr>
          <p:nvPr>
            <p:ph type="sldNum" sz="quarter" idx="5"/>
          </p:nvPr>
        </p:nvSpPr>
        <p:spPr/>
        <p:txBody>
          <a:bodyPr/>
          <a:lstStyle/>
          <a:p>
            <a:fld id="{38961880-C36E-4296-A48B-46535A98D5B9}" type="slidenum">
              <a:rPr lang="de-DE" smtClean="0"/>
              <a:t>7</a:t>
            </a:fld>
            <a:endParaRPr lang="de-DE"/>
          </a:p>
        </p:txBody>
      </p:sp>
    </p:spTree>
    <p:extLst>
      <p:ext uri="{BB962C8B-B14F-4D97-AF65-F5344CB8AC3E}">
        <p14:creationId xmlns:p14="http://schemas.microsoft.com/office/powerpoint/2010/main" val="16444059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results show that CQR performs very well for stable output variables such as concentration and particle sizes. For example, the d50 variable achieved over 97% coverage with an extremely narrow interval width of just 0.002. In contrast, temperature variables showed lower coverage, which we attribute to stronger noise and fluctuations in the measurement data. Overall, CQR reliably captures uncertainty where the underlying model and data are stable, and it delivers sharp, informative prediction intervals.</a:t>
            </a:r>
            <a:endParaRPr lang="de-DE" dirty="0"/>
          </a:p>
        </p:txBody>
      </p:sp>
      <p:sp>
        <p:nvSpPr>
          <p:cNvPr id="4" name="Foliennummernplatzhalter 3"/>
          <p:cNvSpPr>
            <a:spLocks noGrp="1"/>
          </p:cNvSpPr>
          <p:nvPr>
            <p:ph type="sldNum" sz="quarter" idx="5"/>
          </p:nvPr>
        </p:nvSpPr>
        <p:spPr/>
        <p:txBody>
          <a:bodyPr/>
          <a:lstStyle/>
          <a:p>
            <a:fld id="{38961880-C36E-4296-A48B-46535A98D5B9}" type="slidenum">
              <a:rPr lang="de-DE" smtClean="0"/>
              <a:t>8</a:t>
            </a:fld>
            <a:endParaRPr lang="de-DE"/>
          </a:p>
        </p:txBody>
      </p:sp>
    </p:spTree>
    <p:extLst>
      <p:ext uri="{BB962C8B-B14F-4D97-AF65-F5344CB8AC3E}">
        <p14:creationId xmlns:p14="http://schemas.microsoft.com/office/powerpoint/2010/main" val="20318815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following plots illustrate how well CQR captures uncertainty across different output variables.</a:t>
            </a:r>
            <a:br>
              <a:rPr lang="en-US" dirty="0"/>
            </a:br>
            <a:r>
              <a:rPr lang="en-US" dirty="0"/>
              <a:t>We start with </a:t>
            </a:r>
            <a:r>
              <a:rPr lang="en-US" b="1" dirty="0"/>
              <a:t>T_PM</a:t>
            </a:r>
            <a:r>
              <a:rPr lang="en-US" dirty="0"/>
              <a:t>, where the gray area shows the 80% prediction interval, the orange line represents the predicted values from the NARX model, and the blue dots show the actual measured values. As we can see, the true values often fall outside the gray band, indicating that the interval does not reliably capture the real fluctuations. This is likely due to high measurement noise in the temperature data.</a:t>
            </a:r>
            <a:br>
              <a:rPr lang="en-US" dirty="0"/>
            </a:br>
            <a:r>
              <a:rPr lang="en-US" dirty="0"/>
              <a:t>The same applies to </a:t>
            </a:r>
            <a:r>
              <a:rPr lang="en-US" b="1" dirty="0"/>
              <a:t>T_TM</a:t>
            </a:r>
            <a:r>
              <a:rPr lang="en-US" dirty="0"/>
              <a:t>, where the prediction intervals are wider, but still miss a significant number of actual values — again showing that uncertainty in thermal variables is harder to quantify accurately.</a:t>
            </a:r>
            <a:br>
              <a:rPr lang="en-US" dirty="0"/>
            </a:br>
            <a:r>
              <a:rPr lang="en-US" dirty="0"/>
              <a:t>For </a:t>
            </a:r>
            <a:r>
              <a:rPr lang="en-US" b="1" dirty="0"/>
              <a:t>concentration (c)</a:t>
            </a:r>
            <a:r>
              <a:rPr lang="en-US" dirty="0"/>
              <a:t>, the situation improves: the blue dots mostly lie within the gray band, and the intervals are much narrower, reflecting a more stable model behavior and better coverage.</a:t>
            </a:r>
            <a:br>
              <a:rPr lang="en-US" dirty="0"/>
            </a:br>
            <a:r>
              <a:rPr lang="en-US" dirty="0"/>
              <a:t>Finally, we highlight </a:t>
            </a:r>
            <a:r>
              <a:rPr lang="en-US" b="1" dirty="0"/>
              <a:t>d50</a:t>
            </a:r>
            <a:r>
              <a:rPr lang="en-US" dirty="0"/>
              <a:t> as the best-performing target: here, the prediction interval is both very narrow and consistently includes nearly all true values. This indicates that for the particle size median, the model’s prediction is not only sharp but also highly reliable.</a:t>
            </a:r>
            <a:endParaRPr lang="de-DE" dirty="0"/>
          </a:p>
        </p:txBody>
      </p:sp>
      <p:sp>
        <p:nvSpPr>
          <p:cNvPr id="4" name="Foliennummernplatzhalter 3"/>
          <p:cNvSpPr>
            <a:spLocks noGrp="1"/>
          </p:cNvSpPr>
          <p:nvPr>
            <p:ph type="sldNum" sz="quarter" idx="5"/>
          </p:nvPr>
        </p:nvSpPr>
        <p:spPr/>
        <p:txBody>
          <a:bodyPr/>
          <a:lstStyle/>
          <a:p>
            <a:fld id="{38961880-C36E-4296-A48B-46535A98D5B9}" type="slidenum">
              <a:rPr lang="de-DE" smtClean="0"/>
              <a:t>9</a:t>
            </a:fld>
            <a:endParaRPr lang="de-DE"/>
          </a:p>
        </p:txBody>
      </p:sp>
    </p:spTree>
    <p:extLst>
      <p:ext uri="{BB962C8B-B14F-4D97-AF65-F5344CB8AC3E}">
        <p14:creationId xmlns:p14="http://schemas.microsoft.com/office/powerpoint/2010/main" val="2106926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aster Slide Title">
    <p:spTree>
      <p:nvGrpSpPr>
        <p:cNvPr id="1" name=""/>
        <p:cNvGrpSpPr/>
        <p:nvPr/>
      </p:nvGrpSpPr>
      <p:grpSpPr>
        <a:xfrm>
          <a:off x="0" y="0"/>
          <a:ext cx="0" cy="0"/>
          <a:chOff x="0" y="0"/>
          <a:chExt cx="0" cy="0"/>
        </a:xfrm>
      </p:grpSpPr>
      <p:sp>
        <p:nvSpPr>
          <p:cNvPr id="6" name="Textplatzhalter 4"/>
          <p:cNvSpPr>
            <a:spLocks noGrp="1"/>
          </p:cNvSpPr>
          <p:nvPr>
            <p:ph type="body" sz="quarter" idx="11" hasCustomPrompt="1"/>
          </p:nvPr>
        </p:nvSpPr>
        <p:spPr>
          <a:xfrm>
            <a:off x="854449" y="949330"/>
            <a:ext cx="8038726" cy="542300"/>
          </a:xfrm>
        </p:spPr>
        <p:txBody>
          <a:bodyPr/>
          <a:lstStyle>
            <a:lvl1pPr marL="0" indent="0">
              <a:spcBef>
                <a:spcPts val="0"/>
              </a:spcBef>
              <a:buNone/>
              <a:defRPr sz="32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pic>
        <p:nvPicPr>
          <p:cNvPr id="3" name="Grafik 2"/>
          <p:cNvPicPr>
            <a:picLocks noChangeAspect="1"/>
          </p:cNvPicPr>
          <p:nvPr userDrawn="1"/>
        </p:nvPicPr>
        <p:blipFill rotWithShape="1">
          <a:blip r:embed="rId2" cstate="print">
            <a:extLst>
              <a:ext uri="{28A0092B-C50C-407E-A947-70E740481C1C}">
                <a14:useLocalDpi xmlns:a14="http://schemas.microsoft.com/office/drawing/2010/main" val="0"/>
              </a:ext>
            </a:extLst>
          </a:blip>
          <a:srcRect l="753" t="40599" r="2900"/>
          <a:stretch/>
        </p:blipFill>
        <p:spPr>
          <a:xfrm>
            <a:off x="-36511" y="1563638"/>
            <a:ext cx="9217024" cy="3788305"/>
          </a:xfrm>
          <a:prstGeom prst="rect">
            <a:avLst/>
          </a:prstGeom>
        </p:spPr>
      </p:pic>
      <p:cxnSp>
        <p:nvCxnSpPr>
          <p:cNvPr id="8" name="Gerade Verbindung 8"/>
          <p:cNvCxnSpPr/>
          <p:nvPr userDrawn="1"/>
        </p:nvCxnSpPr>
        <p:spPr>
          <a:xfrm>
            <a:off x="0" y="808875"/>
            <a:ext cx="9180513" cy="0"/>
          </a:xfrm>
          <a:prstGeom prst="line">
            <a:avLst/>
          </a:prstGeom>
          <a:ln w="12700">
            <a:solidFill>
              <a:srgbClr val="84B819"/>
            </a:solidFill>
          </a:ln>
        </p:spPr>
        <p:style>
          <a:lnRef idx="1">
            <a:schemeClr val="accent3"/>
          </a:lnRef>
          <a:fillRef idx="0">
            <a:schemeClr val="accent3"/>
          </a:fillRef>
          <a:effectRef idx="0">
            <a:schemeClr val="accent3"/>
          </a:effectRef>
          <a:fontRef idx="minor">
            <a:schemeClr val="tx1"/>
          </a:fontRef>
        </p:style>
      </p:cxnSp>
      <p:pic>
        <p:nvPicPr>
          <p:cNvPr id="9" name="Grafik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4483" y="195262"/>
            <a:ext cx="1429819" cy="432271"/>
          </a:xfrm>
          <a:prstGeom prst="rect">
            <a:avLst/>
          </a:prstGeom>
        </p:spPr>
      </p:pic>
    </p:spTree>
    <p:extLst>
      <p:ext uri="{BB962C8B-B14F-4D97-AF65-F5344CB8AC3E}">
        <p14:creationId xmlns:p14="http://schemas.microsoft.com/office/powerpoint/2010/main" val="3449719883"/>
      </p:ext>
    </p:extLst>
  </p:cSld>
  <p:clrMapOvr>
    <a:masterClrMapping/>
  </p:clrMapOvr>
  <p:extLst>
    <p:ext uri="{DCECCB84-F9BA-43D5-87BE-67443E8EF086}">
      <p15:sldGuideLst xmlns:p15="http://schemas.microsoft.com/office/powerpoint/2012/main">
        <p15:guide id="1" pos="53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aster Slide Title - add picture">
    <p:spTree>
      <p:nvGrpSpPr>
        <p:cNvPr id="1" name=""/>
        <p:cNvGrpSpPr/>
        <p:nvPr/>
      </p:nvGrpSpPr>
      <p:grpSpPr>
        <a:xfrm>
          <a:off x="0" y="0"/>
          <a:ext cx="0" cy="0"/>
          <a:chOff x="0" y="0"/>
          <a:chExt cx="0" cy="0"/>
        </a:xfrm>
      </p:grpSpPr>
      <p:sp>
        <p:nvSpPr>
          <p:cNvPr id="6" name="Textplatzhalter 4"/>
          <p:cNvSpPr>
            <a:spLocks noGrp="1"/>
          </p:cNvSpPr>
          <p:nvPr>
            <p:ph type="body" sz="quarter" idx="11" hasCustomPrompt="1"/>
          </p:nvPr>
        </p:nvSpPr>
        <p:spPr>
          <a:xfrm>
            <a:off x="854449" y="949330"/>
            <a:ext cx="8038726" cy="542300"/>
          </a:xfrm>
        </p:spPr>
        <p:txBody>
          <a:bodyPr/>
          <a:lstStyle>
            <a:lvl1pPr marL="0" indent="0">
              <a:spcBef>
                <a:spcPts val="0"/>
              </a:spcBef>
              <a:buNone/>
              <a:defRPr sz="32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cxnSp>
        <p:nvCxnSpPr>
          <p:cNvPr id="8" name="Gerade Verbindung 8"/>
          <p:cNvCxnSpPr/>
          <p:nvPr userDrawn="1"/>
        </p:nvCxnSpPr>
        <p:spPr>
          <a:xfrm>
            <a:off x="0" y="808875"/>
            <a:ext cx="9144000" cy="0"/>
          </a:xfrm>
          <a:prstGeom prst="line">
            <a:avLst/>
          </a:prstGeom>
          <a:ln w="12700">
            <a:solidFill>
              <a:schemeClr val="accent1"/>
            </a:solidFill>
          </a:ln>
        </p:spPr>
        <p:style>
          <a:lnRef idx="1">
            <a:schemeClr val="accent3"/>
          </a:lnRef>
          <a:fillRef idx="0">
            <a:schemeClr val="accent3"/>
          </a:fillRef>
          <a:effectRef idx="0">
            <a:schemeClr val="accent3"/>
          </a:effectRef>
          <a:fontRef idx="minor">
            <a:schemeClr val="tx1"/>
          </a:fontRef>
        </p:style>
      </p:cxnSp>
      <p:sp>
        <p:nvSpPr>
          <p:cNvPr id="9" name="Inhaltsplatzhalter 8"/>
          <p:cNvSpPr>
            <a:spLocks noGrp="1"/>
          </p:cNvSpPr>
          <p:nvPr>
            <p:ph sz="quarter" idx="14" hasCustomPrompt="1"/>
          </p:nvPr>
        </p:nvSpPr>
        <p:spPr>
          <a:xfrm>
            <a:off x="-8930" y="1563689"/>
            <a:ext cx="9152930" cy="3579812"/>
          </a:xfrm>
          <a:solidFill>
            <a:schemeClr val="bg1">
              <a:lumMod val="95000"/>
            </a:schemeClr>
          </a:solidFill>
        </p:spPr>
        <p:txBody>
          <a:bodyPr anchor="ctr"/>
          <a:lstStyle>
            <a:lvl1pPr marL="0" indent="0" algn="ctr">
              <a:buFontTx/>
              <a:buNone/>
              <a:defRPr/>
            </a:lvl1pPr>
          </a:lstStyle>
          <a:p>
            <a:pPr lvl="0"/>
            <a:r>
              <a:rPr lang="de-DE" dirty="0"/>
              <a:t>Click to </a:t>
            </a:r>
            <a:r>
              <a:rPr lang="de-DE" dirty="0" err="1"/>
              <a:t>add</a:t>
            </a:r>
            <a:r>
              <a:rPr lang="de-DE" dirty="0"/>
              <a:t> </a:t>
            </a:r>
            <a:r>
              <a:rPr lang="de-DE" dirty="0" err="1"/>
              <a:t>picture</a:t>
            </a:r>
            <a:endParaRPr lang="de-DE" dirty="0"/>
          </a:p>
        </p:txBody>
      </p:sp>
      <p:pic>
        <p:nvPicPr>
          <p:cNvPr id="10" name="Grafik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24483" y="195262"/>
            <a:ext cx="1429819" cy="432271"/>
          </a:xfrm>
          <a:prstGeom prst="rect">
            <a:avLst/>
          </a:prstGeom>
        </p:spPr>
      </p:pic>
    </p:spTree>
    <p:extLst>
      <p:ext uri="{BB962C8B-B14F-4D97-AF65-F5344CB8AC3E}">
        <p14:creationId xmlns:p14="http://schemas.microsoft.com/office/powerpoint/2010/main" val="2814726042"/>
      </p:ext>
    </p:extLst>
  </p:cSld>
  <p:clrMapOvr>
    <a:masterClrMapping/>
  </p:clrMapOvr>
  <p:extLst>
    <p:ext uri="{DCECCB84-F9BA-43D5-87BE-67443E8EF086}">
      <p15:sldGuideLst xmlns:p15="http://schemas.microsoft.com/office/powerpoint/2012/main">
        <p15:guide id="1" pos="5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aster Slide Text - two columns">
    <p:spTree>
      <p:nvGrpSpPr>
        <p:cNvPr id="1" name=""/>
        <p:cNvGrpSpPr/>
        <p:nvPr/>
      </p:nvGrpSpPr>
      <p:grpSpPr>
        <a:xfrm>
          <a:off x="0" y="0"/>
          <a:ext cx="0" cy="0"/>
          <a:chOff x="0" y="0"/>
          <a:chExt cx="0" cy="0"/>
        </a:xfrm>
      </p:grpSpPr>
      <p:sp>
        <p:nvSpPr>
          <p:cNvPr id="6" name="Fußzeilenplatzhalter 5"/>
          <p:cNvSpPr>
            <a:spLocks noGrp="1"/>
          </p:cNvSpPr>
          <p:nvPr>
            <p:ph type="ftr" sz="quarter" idx="16"/>
          </p:nvPr>
        </p:nvSpPr>
        <p:spPr/>
        <p:txBody>
          <a:bodyPr/>
          <a:lstStyle/>
          <a:p>
            <a:r>
              <a:rPr lang="en-US" dirty="0"/>
              <a:t>Group G2, PAS | MLME Project</a:t>
            </a:r>
            <a:endParaRPr lang="de-DE" dirty="0"/>
          </a:p>
        </p:txBody>
      </p:sp>
      <p:sp>
        <p:nvSpPr>
          <p:cNvPr id="4" name="Datumsplatzhalter 3"/>
          <p:cNvSpPr>
            <a:spLocks noGrp="1"/>
          </p:cNvSpPr>
          <p:nvPr>
            <p:ph type="dt" sz="half" idx="15"/>
          </p:nvPr>
        </p:nvSpPr>
        <p:spPr/>
        <p:txBody>
          <a:bodyPr/>
          <a:lstStyle/>
          <a:p>
            <a:fld id="{1DFA528A-3D65-425D-A5D2-51494FEA8986}"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7" name="Textplatzhalter 4"/>
          <p:cNvSpPr>
            <a:spLocks noGrp="1"/>
          </p:cNvSpPr>
          <p:nvPr>
            <p:ph type="body" sz="quarter" idx="14" hasCustomPrompt="1"/>
          </p:nvPr>
        </p:nvSpPr>
        <p:spPr>
          <a:xfrm>
            <a:off x="250824" y="464468"/>
            <a:ext cx="8642349"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5" name="Inhaltsplatzhalter 4"/>
          <p:cNvSpPr>
            <a:spLocks noGrp="1"/>
          </p:cNvSpPr>
          <p:nvPr>
            <p:ph sz="quarter" idx="11" hasCustomPrompt="1"/>
          </p:nvPr>
        </p:nvSpPr>
        <p:spPr>
          <a:xfrm>
            <a:off x="250825" y="1058863"/>
            <a:ext cx="8642350" cy="2665412"/>
          </a:xfrm>
        </p:spPr>
        <p:txBody>
          <a:bodyPr rIns="0" numCol="2" spcCol="180000"/>
          <a:lstStyle>
            <a:lvl1pPr marL="180000" indent="-180000" defTabSz="0">
              <a:lnSpc>
                <a:spcPct val="100000"/>
              </a:lnSpc>
              <a:spcBef>
                <a:spcPts val="0"/>
              </a:spcBef>
              <a:buFont typeface="Arial" panose="020B0604020202020204" pitchFamily="34" charset="0"/>
              <a:buChar char="•"/>
              <a:tabLst>
                <a:tab pos="180000" algn="l"/>
              </a:tabLst>
              <a:defRPr/>
            </a:lvl1pPr>
          </a:lstStyle>
          <a:p>
            <a:r>
              <a:rPr lang="de-DE" dirty="0"/>
              <a:t>Click to </a:t>
            </a:r>
            <a:r>
              <a:rPr lang="de-DE" dirty="0" err="1"/>
              <a:t>edit</a:t>
            </a:r>
            <a:r>
              <a:rPr lang="de-DE" dirty="0"/>
              <a:t> </a:t>
            </a:r>
            <a:r>
              <a:rPr lang="de-DE" dirty="0" err="1"/>
              <a:t>text</a:t>
            </a:r>
            <a:r>
              <a:rPr lang="de-DE" dirty="0"/>
              <a:t> (</a:t>
            </a:r>
            <a:r>
              <a:rPr lang="de-DE" dirty="0" err="1"/>
              <a:t>two</a:t>
            </a:r>
            <a:r>
              <a:rPr lang="de-DE" dirty="0"/>
              <a:t> </a:t>
            </a:r>
            <a:r>
              <a:rPr lang="de-DE" dirty="0" err="1"/>
              <a:t>columns</a:t>
            </a:r>
            <a:r>
              <a:rPr lang="de-DE" dirty="0"/>
              <a:t>)</a:t>
            </a:r>
          </a:p>
        </p:txBody>
      </p:sp>
      <p:sp>
        <p:nvSpPr>
          <p:cNvPr id="8" name="Inhaltsplatzhalter 7"/>
          <p:cNvSpPr>
            <a:spLocks noGrp="1"/>
          </p:cNvSpPr>
          <p:nvPr>
            <p:ph sz="quarter" idx="12" hasCustomPrompt="1"/>
          </p:nvPr>
        </p:nvSpPr>
        <p:spPr>
          <a:xfrm>
            <a:off x="250825" y="3917547"/>
            <a:ext cx="176212" cy="382588"/>
          </a:xfrm>
          <a:ln w="0">
            <a:solidFill>
              <a:schemeClr val="bg1"/>
            </a:solidFill>
          </a:ln>
        </p:spPr>
        <p:txBody>
          <a:bodyPr/>
          <a:lstStyle>
            <a:lvl1pPr marL="0" indent="0">
              <a:buFontTx/>
              <a:buNone/>
              <a:defRPr>
                <a:solidFill>
                  <a:srgbClr val="84B819"/>
                </a:solidFill>
              </a:defRPr>
            </a:lvl1pPr>
          </a:lstStyle>
          <a:p>
            <a:pPr lvl="0"/>
            <a:r>
              <a:rPr lang="de-DE" dirty="0"/>
              <a:t>►</a:t>
            </a:r>
          </a:p>
        </p:txBody>
      </p:sp>
      <p:sp>
        <p:nvSpPr>
          <p:cNvPr id="2" name="Titel 1"/>
          <p:cNvSpPr>
            <a:spLocks noGrp="1"/>
          </p:cNvSpPr>
          <p:nvPr>
            <p:ph type="title" hasCustomPrompt="1"/>
          </p:nvPr>
        </p:nvSpPr>
        <p:spPr>
          <a:xfrm>
            <a:off x="539552" y="3917547"/>
            <a:ext cx="8353621" cy="553970"/>
          </a:xfrm>
        </p:spPr>
        <p:txBody>
          <a:bodyPr/>
          <a:lstStyle>
            <a:lvl1pPr marL="0" indent="0">
              <a:defRPr baseline="0"/>
            </a:lvl1pPr>
          </a:lstStyle>
          <a:p>
            <a:r>
              <a:rPr lang="de-DE" dirty="0"/>
              <a:t>Click to </a:t>
            </a:r>
            <a:r>
              <a:rPr lang="de-DE" dirty="0" err="1"/>
              <a:t>edit</a:t>
            </a:r>
            <a:r>
              <a:rPr lang="de-DE" dirty="0"/>
              <a:t> </a:t>
            </a:r>
            <a:r>
              <a:rPr lang="de-DE" dirty="0" err="1"/>
              <a:t>conclusion</a:t>
            </a:r>
            <a:r>
              <a:rPr lang="de-DE" dirty="0"/>
              <a:t> (optional)</a:t>
            </a:r>
          </a:p>
        </p:txBody>
      </p:sp>
    </p:spTree>
    <p:extLst>
      <p:ext uri="{BB962C8B-B14F-4D97-AF65-F5344CB8AC3E}">
        <p14:creationId xmlns:p14="http://schemas.microsoft.com/office/powerpoint/2010/main" val="3429216940"/>
      </p:ext>
    </p:extLst>
  </p:cSld>
  <p:clrMapOvr>
    <a:masterClrMapping/>
  </p:clrMapOvr>
  <p:extLst>
    <p:ext uri="{DCECCB84-F9BA-43D5-87BE-67443E8EF086}">
      <p15:sldGuideLst xmlns:p15="http://schemas.microsoft.com/office/powerpoint/2012/main">
        <p15:guide id="1" pos="612"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ster Slide Text - two columns + legend">
    <p:spTree>
      <p:nvGrpSpPr>
        <p:cNvPr id="1" name=""/>
        <p:cNvGrpSpPr/>
        <p:nvPr/>
      </p:nvGrpSpPr>
      <p:grpSpPr>
        <a:xfrm>
          <a:off x="0" y="0"/>
          <a:ext cx="0" cy="0"/>
          <a:chOff x="0" y="0"/>
          <a:chExt cx="0" cy="0"/>
        </a:xfrm>
      </p:grpSpPr>
      <p:sp>
        <p:nvSpPr>
          <p:cNvPr id="7" name="Fußzeilenplatzhalter 6"/>
          <p:cNvSpPr>
            <a:spLocks noGrp="1"/>
          </p:cNvSpPr>
          <p:nvPr>
            <p:ph type="ftr" sz="quarter" idx="17"/>
          </p:nvPr>
        </p:nvSpPr>
        <p:spPr/>
        <p:txBody>
          <a:bodyPr/>
          <a:lstStyle/>
          <a:p>
            <a:r>
              <a:rPr lang="en-US" dirty="0"/>
              <a:t>Group G2, PAS | MLME Project</a:t>
            </a:r>
            <a:endParaRPr lang="de-DE" dirty="0"/>
          </a:p>
        </p:txBody>
      </p:sp>
      <p:sp>
        <p:nvSpPr>
          <p:cNvPr id="2" name="Datumsplatzhalter 1"/>
          <p:cNvSpPr>
            <a:spLocks noGrp="1"/>
          </p:cNvSpPr>
          <p:nvPr>
            <p:ph type="dt" sz="half" idx="16"/>
          </p:nvPr>
        </p:nvSpPr>
        <p:spPr/>
        <p:txBody>
          <a:bodyPr/>
          <a:lstStyle/>
          <a:p>
            <a:fld id="{ED5C422D-0043-4048-8FB6-2CDB4B7E3357}"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8" name="Textplatzhalter 4"/>
          <p:cNvSpPr>
            <a:spLocks noGrp="1"/>
          </p:cNvSpPr>
          <p:nvPr>
            <p:ph type="body" sz="quarter" idx="15" hasCustomPrompt="1"/>
          </p:nvPr>
        </p:nvSpPr>
        <p:spPr>
          <a:xfrm>
            <a:off x="250825" y="464468"/>
            <a:ext cx="8642350"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6" name="Inhaltsplatzhalter 4"/>
          <p:cNvSpPr>
            <a:spLocks noGrp="1"/>
          </p:cNvSpPr>
          <p:nvPr>
            <p:ph sz="quarter" idx="11" hasCustomPrompt="1"/>
          </p:nvPr>
        </p:nvSpPr>
        <p:spPr>
          <a:xfrm>
            <a:off x="250826" y="1058863"/>
            <a:ext cx="8642348" cy="2665412"/>
          </a:xfrm>
        </p:spPr>
        <p:txBody>
          <a:bodyPr rIns="0" numCol="2" spcCol="180000"/>
          <a:lstStyle>
            <a:lvl1pPr marL="180000" indent="-180000" defTabSz="0">
              <a:lnSpc>
                <a:spcPct val="100000"/>
              </a:lnSpc>
              <a:spcBef>
                <a:spcPts val="0"/>
              </a:spcBef>
              <a:buFont typeface="Arial" panose="020B0604020202020204" pitchFamily="34" charset="0"/>
              <a:buChar char="•"/>
              <a:tabLst>
                <a:tab pos="180000" algn="l"/>
              </a:tabLst>
              <a:defRPr/>
            </a:lvl1pPr>
          </a:lstStyle>
          <a:p>
            <a:r>
              <a:rPr lang="de-DE" dirty="0"/>
              <a:t>Click to </a:t>
            </a:r>
            <a:r>
              <a:rPr lang="de-DE" dirty="0" err="1"/>
              <a:t>edit</a:t>
            </a:r>
            <a:r>
              <a:rPr lang="de-DE" dirty="0"/>
              <a:t> </a:t>
            </a:r>
            <a:r>
              <a:rPr lang="de-DE" dirty="0" err="1"/>
              <a:t>text</a:t>
            </a:r>
            <a:r>
              <a:rPr lang="de-DE" dirty="0"/>
              <a:t> (</a:t>
            </a:r>
            <a:r>
              <a:rPr lang="de-DE" dirty="0" err="1"/>
              <a:t>two</a:t>
            </a:r>
            <a:r>
              <a:rPr lang="de-DE" dirty="0"/>
              <a:t> </a:t>
            </a:r>
            <a:r>
              <a:rPr lang="de-DE" dirty="0" err="1"/>
              <a:t>columns</a:t>
            </a:r>
            <a:r>
              <a:rPr lang="de-DE" dirty="0"/>
              <a:t>)</a:t>
            </a:r>
          </a:p>
        </p:txBody>
      </p:sp>
      <p:sp>
        <p:nvSpPr>
          <p:cNvPr id="9" name="Inhaltsplatzhalter 8"/>
          <p:cNvSpPr>
            <a:spLocks noGrp="1"/>
          </p:cNvSpPr>
          <p:nvPr>
            <p:ph sz="quarter" idx="14" hasCustomPrompt="1"/>
          </p:nvPr>
        </p:nvSpPr>
        <p:spPr>
          <a:xfrm>
            <a:off x="6805586" y="3435846"/>
            <a:ext cx="2087588" cy="936129"/>
          </a:xfrm>
          <a:solidFill>
            <a:schemeClr val="accent5">
              <a:lumMod val="40000"/>
              <a:lumOff val="60000"/>
            </a:schemeClr>
          </a:solidFill>
        </p:spPr>
        <p:txBody>
          <a:bodyPr lIns="72000" tIns="72000" bIns="72000"/>
          <a:lstStyle>
            <a:lvl1pPr marL="0" indent="0" defTabSz="0">
              <a:spcBef>
                <a:spcPts val="0"/>
              </a:spcBef>
              <a:buClr>
                <a:schemeClr val="tx1"/>
              </a:buClr>
              <a:buFontTx/>
              <a:buNone/>
              <a:tabLst>
                <a:tab pos="180000" algn="l"/>
              </a:tabLst>
              <a:defRPr sz="1000" b="0"/>
            </a:lvl1pPr>
            <a:lvl2pPr marL="0" indent="0">
              <a:buClr>
                <a:schemeClr val="tx1"/>
              </a:buClr>
              <a:buFont typeface="+mj-lt"/>
              <a:buNone/>
              <a:defRPr sz="1000"/>
            </a:lvl2pPr>
            <a:lvl3pPr marL="228600" indent="-228600">
              <a:buClr>
                <a:schemeClr val="tx1"/>
              </a:buClr>
              <a:buFont typeface="+mj-lt"/>
              <a:buAutoNum type="arabicPeriod"/>
              <a:defRPr sz="1000"/>
            </a:lvl3pPr>
            <a:lvl4pPr marL="228600" indent="-228600">
              <a:buClr>
                <a:schemeClr val="tx1"/>
              </a:buClr>
              <a:buFont typeface="+mj-lt"/>
              <a:buAutoNum type="arabicPeriod"/>
              <a:defRPr sz="1000"/>
            </a:lvl4pPr>
            <a:lvl5pPr marL="228600" indent="-228600">
              <a:buClr>
                <a:schemeClr val="tx1"/>
              </a:buClr>
              <a:buFont typeface="+mj-lt"/>
              <a:buAutoNum type="arabicPeriod"/>
              <a:defRPr sz="1000"/>
            </a:lvl5pPr>
          </a:lstStyle>
          <a:p>
            <a:pPr defTabSz="0">
              <a:spcBef>
                <a:spcPts val="0"/>
              </a:spcBef>
              <a:buClr>
                <a:schemeClr val="tx1"/>
              </a:buClr>
              <a:tabLst>
                <a:tab pos="180000" algn="l"/>
              </a:tabLst>
            </a:pPr>
            <a:r>
              <a:rPr lang="de-DE" dirty="0"/>
              <a:t>Click to </a:t>
            </a:r>
            <a:r>
              <a:rPr lang="de-DE" dirty="0" err="1"/>
              <a:t>edit</a:t>
            </a:r>
            <a:r>
              <a:rPr lang="de-DE" dirty="0"/>
              <a:t> legend</a:t>
            </a:r>
          </a:p>
          <a:p>
            <a:pPr lvl="1"/>
            <a:endParaRPr lang="de-DE" dirty="0"/>
          </a:p>
        </p:txBody>
      </p:sp>
      <p:sp>
        <p:nvSpPr>
          <p:cNvPr id="10" name="Inhaltsplatzhalter 7"/>
          <p:cNvSpPr>
            <a:spLocks noGrp="1"/>
          </p:cNvSpPr>
          <p:nvPr>
            <p:ph sz="quarter" idx="12" hasCustomPrompt="1"/>
          </p:nvPr>
        </p:nvSpPr>
        <p:spPr>
          <a:xfrm>
            <a:off x="250825" y="3917547"/>
            <a:ext cx="142337" cy="382588"/>
          </a:xfrm>
          <a:ln w="0">
            <a:solidFill>
              <a:schemeClr val="bg1"/>
            </a:solidFill>
          </a:ln>
        </p:spPr>
        <p:txBody>
          <a:bodyPr/>
          <a:lstStyle>
            <a:lvl1pPr marL="0" indent="0">
              <a:buFontTx/>
              <a:buNone/>
              <a:defRPr>
                <a:solidFill>
                  <a:srgbClr val="84B819"/>
                </a:solidFill>
              </a:defRPr>
            </a:lvl1pPr>
          </a:lstStyle>
          <a:p>
            <a:pPr lvl="0"/>
            <a:r>
              <a:rPr lang="de-DE" dirty="0"/>
              <a:t>►</a:t>
            </a:r>
          </a:p>
        </p:txBody>
      </p:sp>
      <p:sp>
        <p:nvSpPr>
          <p:cNvPr id="11" name="Titel 1"/>
          <p:cNvSpPr>
            <a:spLocks noGrp="1"/>
          </p:cNvSpPr>
          <p:nvPr>
            <p:ph type="title" hasCustomPrompt="1"/>
          </p:nvPr>
        </p:nvSpPr>
        <p:spPr>
          <a:xfrm>
            <a:off x="539553" y="3917547"/>
            <a:ext cx="6048672" cy="553970"/>
          </a:xfrm>
        </p:spPr>
        <p:txBody>
          <a:bodyPr/>
          <a:lstStyle>
            <a:lvl1pPr marL="0" indent="0">
              <a:defRPr baseline="0"/>
            </a:lvl1pPr>
          </a:lstStyle>
          <a:p>
            <a:r>
              <a:rPr lang="de-DE" dirty="0"/>
              <a:t>Click to </a:t>
            </a:r>
            <a:r>
              <a:rPr lang="de-DE" dirty="0" err="1"/>
              <a:t>edit</a:t>
            </a:r>
            <a:r>
              <a:rPr lang="de-DE" dirty="0"/>
              <a:t> </a:t>
            </a:r>
            <a:r>
              <a:rPr lang="de-DE" dirty="0" err="1"/>
              <a:t>conclusion</a:t>
            </a:r>
            <a:r>
              <a:rPr lang="de-DE" dirty="0"/>
              <a:t> (optional)</a:t>
            </a:r>
          </a:p>
        </p:txBody>
      </p:sp>
    </p:spTree>
    <p:extLst>
      <p:ext uri="{BB962C8B-B14F-4D97-AF65-F5344CB8AC3E}">
        <p14:creationId xmlns:p14="http://schemas.microsoft.com/office/powerpoint/2010/main" val="19022966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aster Slide Text - three columns">
    <p:spTree>
      <p:nvGrpSpPr>
        <p:cNvPr id="1" name=""/>
        <p:cNvGrpSpPr/>
        <p:nvPr/>
      </p:nvGrpSpPr>
      <p:grpSpPr>
        <a:xfrm>
          <a:off x="0" y="0"/>
          <a:ext cx="0" cy="0"/>
          <a:chOff x="0" y="0"/>
          <a:chExt cx="0" cy="0"/>
        </a:xfrm>
      </p:grpSpPr>
      <p:sp>
        <p:nvSpPr>
          <p:cNvPr id="7" name="Fußzeilenplatzhalter 6"/>
          <p:cNvSpPr>
            <a:spLocks noGrp="1"/>
          </p:cNvSpPr>
          <p:nvPr>
            <p:ph type="ftr" sz="quarter" idx="16"/>
          </p:nvPr>
        </p:nvSpPr>
        <p:spPr/>
        <p:txBody>
          <a:bodyPr/>
          <a:lstStyle/>
          <a:p>
            <a:r>
              <a:rPr lang="en-US" dirty="0"/>
              <a:t>Group G2, PAS | MLME Project</a:t>
            </a:r>
            <a:endParaRPr lang="de-DE" dirty="0"/>
          </a:p>
        </p:txBody>
      </p:sp>
      <p:sp>
        <p:nvSpPr>
          <p:cNvPr id="2" name="Datumsplatzhalter 1"/>
          <p:cNvSpPr>
            <a:spLocks noGrp="1"/>
          </p:cNvSpPr>
          <p:nvPr>
            <p:ph type="dt" sz="half" idx="15"/>
          </p:nvPr>
        </p:nvSpPr>
        <p:spPr/>
        <p:txBody>
          <a:bodyPr/>
          <a:lstStyle/>
          <a:p>
            <a:fld id="{5E871DD7-F014-4238-ABB8-38A075B5760E}"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8" name="Textplatzhalter 4"/>
          <p:cNvSpPr>
            <a:spLocks noGrp="1"/>
          </p:cNvSpPr>
          <p:nvPr>
            <p:ph type="body" sz="quarter" idx="14" hasCustomPrompt="1"/>
          </p:nvPr>
        </p:nvSpPr>
        <p:spPr>
          <a:xfrm>
            <a:off x="250825" y="464468"/>
            <a:ext cx="8642350"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6" name="Inhaltsplatzhalter 4"/>
          <p:cNvSpPr>
            <a:spLocks noGrp="1"/>
          </p:cNvSpPr>
          <p:nvPr>
            <p:ph sz="quarter" idx="11" hasCustomPrompt="1"/>
          </p:nvPr>
        </p:nvSpPr>
        <p:spPr>
          <a:xfrm>
            <a:off x="250825" y="1058863"/>
            <a:ext cx="8642350" cy="2665412"/>
          </a:xfrm>
        </p:spPr>
        <p:txBody>
          <a:bodyPr rIns="0" numCol="3" spcCol="180000"/>
          <a:lstStyle>
            <a:lvl1pPr marL="180000" indent="-180000" defTabSz="0">
              <a:lnSpc>
                <a:spcPct val="100000"/>
              </a:lnSpc>
              <a:spcBef>
                <a:spcPts val="0"/>
              </a:spcBef>
              <a:buFont typeface="Arial" panose="020B0604020202020204" pitchFamily="34" charset="0"/>
              <a:buChar char="•"/>
              <a:tabLst>
                <a:tab pos="180000" algn="l"/>
              </a:tabLst>
              <a:defRPr/>
            </a:lvl1pPr>
          </a:lstStyle>
          <a:p>
            <a:r>
              <a:rPr lang="de-DE" dirty="0"/>
              <a:t>Click to </a:t>
            </a:r>
            <a:r>
              <a:rPr lang="de-DE" dirty="0" err="1"/>
              <a:t>edit</a:t>
            </a:r>
            <a:r>
              <a:rPr lang="de-DE" dirty="0"/>
              <a:t> </a:t>
            </a:r>
            <a:r>
              <a:rPr lang="de-DE" dirty="0" err="1"/>
              <a:t>text</a:t>
            </a:r>
            <a:r>
              <a:rPr lang="de-DE" dirty="0"/>
              <a:t> (</a:t>
            </a:r>
            <a:r>
              <a:rPr lang="de-DE" dirty="0" err="1"/>
              <a:t>three</a:t>
            </a:r>
            <a:r>
              <a:rPr lang="de-DE" dirty="0"/>
              <a:t> </a:t>
            </a:r>
            <a:r>
              <a:rPr lang="de-DE" dirty="0" err="1"/>
              <a:t>columns</a:t>
            </a:r>
            <a:r>
              <a:rPr lang="de-DE" dirty="0"/>
              <a:t>) </a:t>
            </a:r>
          </a:p>
          <a:p>
            <a:pPr marL="180000" indent="-180000" defTabSz="0">
              <a:lnSpc>
                <a:spcPct val="100000"/>
              </a:lnSpc>
              <a:spcBef>
                <a:spcPts val="0"/>
              </a:spcBef>
              <a:buFont typeface="Arial" panose="020B0604020202020204" pitchFamily="34" charset="0"/>
              <a:buChar char="•"/>
              <a:tabLst>
                <a:tab pos="180000" algn="l"/>
              </a:tabLst>
            </a:pPr>
            <a:endParaRPr lang="de-DE" sz="1650" dirty="0">
              <a:solidFill>
                <a:schemeClr val="tx1"/>
              </a:solidFill>
            </a:endParaRPr>
          </a:p>
        </p:txBody>
      </p:sp>
      <p:sp>
        <p:nvSpPr>
          <p:cNvPr id="9" name="Inhaltsplatzhalter 7"/>
          <p:cNvSpPr>
            <a:spLocks noGrp="1"/>
          </p:cNvSpPr>
          <p:nvPr>
            <p:ph sz="quarter" idx="12" hasCustomPrompt="1"/>
          </p:nvPr>
        </p:nvSpPr>
        <p:spPr>
          <a:xfrm>
            <a:off x="250825" y="3917547"/>
            <a:ext cx="176212" cy="382588"/>
          </a:xfrm>
          <a:ln w="0">
            <a:solidFill>
              <a:schemeClr val="bg1"/>
            </a:solidFill>
          </a:ln>
        </p:spPr>
        <p:txBody>
          <a:bodyPr/>
          <a:lstStyle>
            <a:lvl1pPr marL="0" indent="0">
              <a:buFontTx/>
              <a:buNone/>
              <a:defRPr>
                <a:solidFill>
                  <a:srgbClr val="84B819"/>
                </a:solidFill>
              </a:defRPr>
            </a:lvl1pPr>
          </a:lstStyle>
          <a:p>
            <a:pPr lvl="0"/>
            <a:r>
              <a:rPr lang="de-DE" dirty="0"/>
              <a:t>►</a:t>
            </a:r>
          </a:p>
        </p:txBody>
      </p:sp>
      <p:sp>
        <p:nvSpPr>
          <p:cNvPr id="10" name="Titel 1"/>
          <p:cNvSpPr>
            <a:spLocks noGrp="1"/>
          </p:cNvSpPr>
          <p:nvPr>
            <p:ph type="title" hasCustomPrompt="1"/>
          </p:nvPr>
        </p:nvSpPr>
        <p:spPr>
          <a:xfrm>
            <a:off x="539552" y="3917547"/>
            <a:ext cx="8353623" cy="553970"/>
          </a:xfrm>
        </p:spPr>
        <p:txBody>
          <a:bodyPr/>
          <a:lstStyle>
            <a:lvl1pPr marL="0" indent="0">
              <a:defRPr baseline="0"/>
            </a:lvl1pPr>
          </a:lstStyle>
          <a:p>
            <a:r>
              <a:rPr lang="de-DE" dirty="0"/>
              <a:t>Click to </a:t>
            </a:r>
            <a:r>
              <a:rPr lang="de-DE" dirty="0" err="1"/>
              <a:t>edit</a:t>
            </a:r>
            <a:r>
              <a:rPr lang="de-DE" dirty="0"/>
              <a:t> </a:t>
            </a:r>
            <a:r>
              <a:rPr lang="de-DE" dirty="0" err="1"/>
              <a:t>conclusion</a:t>
            </a:r>
            <a:r>
              <a:rPr lang="de-DE" dirty="0"/>
              <a:t> (optional)</a:t>
            </a:r>
          </a:p>
        </p:txBody>
      </p:sp>
    </p:spTree>
    <p:extLst>
      <p:ext uri="{BB962C8B-B14F-4D97-AF65-F5344CB8AC3E}">
        <p14:creationId xmlns:p14="http://schemas.microsoft.com/office/powerpoint/2010/main" val="12306259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aster Slide Text - subline, two columns of text">
    <p:spTree>
      <p:nvGrpSpPr>
        <p:cNvPr id="1" name=""/>
        <p:cNvGrpSpPr/>
        <p:nvPr/>
      </p:nvGrpSpPr>
      <p:grpSpPr>
        <a:xfrm>
          <a:off x="0" y="0"/>
          <a:ext cx="0" cy="0"/>
          <a:chOff x="0" y="0"/>
          <a:chExt cx="0" cy="0"/>
        </a:xfrm>
      </p:grpSpPr>
      <p:sp>
        <p:nvSpPr>
          <p:cNvPr id="4" name="Fußzeilenplatzhalter 3"/>
          <p:cNvSpPr>
            <a:spLocks noGrp="1"/>
          </p:cNvSpPr>
          <p:nvPr>
            <p:ph type="ftr" sz="quarter" idx="18"/>
          </p:nvPr>
        </p:nvSpPr>
        <p:spPr/>
        <p:txBody>
          <a:bodyPr/>
          <a:lstStyle/>
          <a:p>
            <a:r>
              <a:rPr lang="en-US" dirty="0"/>
              <a:t>Group G2, PAS | MLME Project</a:t>
            </a:r>
            <a:endParaRPr lang="de-DE" dirty="0"/>
          </a:p>
        </p:txBody>
      </p:sp>
      <p:sp>
        <p:nvSpPr>
          <p:cNvPr id="2" name="Datumsplatzhalter 1"/>
          <p:cNvSpPr>
            <a:spLocks noGrp="1"/>
          </p:cNvSpPr>
          <p:nvPr>
            <p:ph type="dt" sz="half" idx="17"/>
          </p:nvPr>
        </p:nvSpPr>
        <p:spPr/>
        <p:txBody>
          <a:bodyPr/>
          <a:lstStyle/>
          <a:p>
            <a:fld id="{39626A3B-31EF-436A-ADB5-442F8F97EB21}"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13" name="Textplatzhalter 4"/>
          <p:cNvSpPr>
            <a:spLocks noGrp="1"/>
          </p:cNvSpPr>
          <p:nvPr>
            <p:ph type="body" sz="quarter" idx="15" hasCustomPrompt="1"/>
          </p:nvPr>
        </p:nvSpPr>
        <p:spPr>
          <a:xfrm>
            <a:off x="270300" y="464468"/>
            <a:ext cx="8622129"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14" name="Textplatzhalter 12"/>
          <p:cNvSpPr>
            <a:spLocks noGrp="1"/>
          </p:cNvSpPr>
          <p:nvPr>
            <p:ph type="body" sz="quarter" idx="16" hasCustomPrompt="1"/>
          </p:nvPr>
        </p:nvSpPr>
        <p:spPr>
          <a:xfrm>
            <a:off x="263576" y="1016714"/>
            <a:ext cx="8629598" cy="666750"/>
          </a:xfrm>
        </p:spPr>
        <p:txBody>
          <a:bodyPr/>
          <a:lstStyle>
            <a:lvl1pPr marL="0" indent="0">
              <a:spcBef>
                <a:spcPts val="0"/>
              </a:spcBef>
              <a:buNone/>
              <a:defRPr sz="1850"/>
            </a:lvl1pPr>
            <a:lvl2pPr marL="0" indent="0">
              <a:buNone/>
              <a:defRPr sz="1850"/>
            </a:lvl2pPr>
            <a:lvl3pPr marL="0" indent="0">
              <a:buNone/>
              <a:defRPr sz="1850"/>
            </a:lvl3pPr>
            <a:lvl4pPr marL="0" indent="0">
              <a:buNone/>
              <a:defRPr sz="1850"/>
            </a:lvl4pPr>
            <a:lvl5pPr marL="0" indent="0">
              <a:buNone/>
              <a:defRPr sz="1850"/>
            </a:lvl5pPr>
          </a:lstStyle>
          <a:p>
            <a:pPr lvl="0"/>
            <a:r>
              <a:rPr lang="de-DE" dirty="0"/>
              <a:t>Click to </a:t>
            </a:r>
            <a:r>
              <a:rPr lang="de-DE" dirty="0" err="1"/>
              <a:t>edit</a:t>
            </a:r>
            <a:r>
              <a:rPr lang="de-DE" dirty="0"/>
              <a:t> </a:t>
            </a:r>
            <a:r>
              <a:rPr lang="de-DE" dirty="0" err="1"/>
              <a:t>subline</a:t>
            </a:r>
            <a:r>
              <a:rPr lang="de-DE" dirty="0"/>
              <a:t> (</a:t>
            </a:r>
            <a:r>
              <a:rPr lang="de-DE" dirty="0" err="1"/>
              <a:t>one</a:t>
            </a:r>
            <a:r>
              <a:rPr lang="de-DE" dirty="0"/>
              <a:t> </a:t>
            </a:r>
            <a:r>
              <a:rPr lang="de-DE" dirty="0" err="1"/>
              <a:t>or</a:t>
            </a:r>
            <a:r>
              <a:rPr lang="de-DE" dirty="0"/>
              <a:t> </a:t>
            </a:r>
            <a:r>
              <a:rPr lang="de-DE" dirty="0" err="1"/>
              <a:t>two</a:t>
            </a:r>
            <a:r>
              <a:rPr lang="de-DE" dirty="0"/>
              <a:t> </a:t>
            </a:r>
            <a:r>
              <a:rPr lang="de-DE" dirty="0" err="1"/>
              <a:t>lines</a:t>
            </a:r>
            <a:r>
              <a:rPr lang="de-DE" dirty="0"/>
              <a:t>)</a:t>
            </a:r>
          </a:p>
        </p:txBody>
      </p:sp>
      <p:sp>
        <p:nvSpPr>
          <p:cNvPr id="11" name="Inhaltsplatzhalter 4"/>
          <p:cNvSpPr>
            <a:spLocks noGrp="1"/>
          </p:cNvSpPr>
          <p:nvPr>
            <p:ph sz="quarter" idx="11" hasCustomPrompt="1"/>
          </p:nvPr>
        </p:nvSpPr>
        <p:spPr>
          <a:xfrm>
            <a:off x="256853" y="1851669"/>
            <a:ext cx="8637066" cy="1872605"/>
          </a:xfrm>
        </p:spPr>
        <p:txBody>
          <a:bodyPr rIns="0" numCol="2" spcCol="180000"/>
          <a:lstStyle>
            <a:lvl1pPr marL="180000" indent="-180000" defTabSz="0">
              <a:lnSpc>
                <a:spcPct val="100000"/>
              </a:lnSpc>
              <a:spcBef>
                <a:spcPts val="0"/>
              </a:spcBef>
              <a:buFont typeface="Arial" panose="020B0604020202020204" pitchFamily="34" charset="0"/>
              <a:buChar char="•"/>
              <a:tabLst>
                <a:tab pos="180000" algn="l"/>
              </a:tabLst>
              <a:defRPr baseline="0"/>
            </a:lvl1pPr>
          </a:lstStyle>
          <a:p>
            <a:r>
              <a:rPr lang="en-US" dirty="0"/>
              <a:t>Click to edit text (two columns)</a:t>
            </a:r>
            <a:endParaRPr lang="de-DE" dirty="0"/>
          </a:p>
        </p:txBody>
      </p:sp>
      <p:sp>
        <p:nvSpPr>
          <p:cNvPr id="10" name="Inhaltsplatzhalter 7"/>
          <p:cNvSpPr>
            <a:spLocks noGrp="1"/>
          </p:cNvSpPr>
          <p:nvPr>
            <p:ph sz="quarter" idx="12" hasCustomPrompt="1"/>
          </p:nvPr>
        </p:nvSpPr>
        <p:spPr>
          <a:xfrm>
            <a:off x="250825" y="3917547"/>
            <a:ext cx="176212" cy="382588"/>
          </a:xfrm>
          <a:ln w="0">
            <a:solidFill>
              <a:schemeClr val="bg1"/>
            </a:solidFill>
          </a:ln>
        </p:spPr>
        <p:txBody>
          <a:bodyPr/>
          <a:lstStyle>
            <a:lvl1pPr marL="0" indent="0">
              <a:buFontTx/>
              <a:buNone/>
              <a:defRPr>
                <a:solidFill>
                  <a:srgbClr val="84B819"/>
                </a:solidFill>
              </a:defRPr>
            </a:lvl1pPr>
          </a:lstStyle>
          <a:p>
            <a:pPr lvl="0"/>
            <a:r>
              <a:rPr lang="de-DE" dirty="0"/>
              <a:t>►</a:t>
            </a:r>
          </a:p>
        </p:txBody>
      </p:sp>
      <p:sp>
        <p:nvSpPr>
          <p:cNvPr id="15" name="Titel 1"/>
          <p:cNvSpPr>
            <a:spLocks noGrp="1"/>
          </p:cNvSpPr>
          <p:nvPr>
            <p:ph type="title" hasCustomPrompt="1"/>
          </p:nvPr>
        </p:nvSpPr>
        <p:spPr>
          <a:xfrm>
            <a:off x="539552" y="3917547"/>
            <a:ext cx="8353623" cy="553970"/>
          </a:xfrm>
        </p:spPr>
        <p:txBody>
          <a:bodyPr/>
          <a:lstStyle>
            <a:lvl1pPr marL="0" indent="0">
              <a:defRPr baseline="0"/>
            </a:lvl1pPr>
          </a:lstStyle>
          <a:p>
            <a:r>
              <a:rPr lang="de-DE" dirty="0"/>
              <a:t>Click to </a:t>
            </a:r>
            <a:r>
              <a:rPr lang="de-DE" dirty="0" err="1"/>
              <a:t>edit</a:t>
            </a:r>
            <a:r>
              <a:rPr lang="de-DE" dirty="0"/>
              <a:t> </a:t>
            </a:r>
            <a:r>
              <a:rPr lang="de-DE" dirty="0" err="1"/>
              <a:t>conclusion</a:t>
            </a:r>
            <a:r>
              <a:rPr lang="de-DE" dirty="0"/>
              <a:t> (optional)</a:t>
            </a:r>
          </a:p>
        </p:txBody>
      </p:sp>
    </p:spTree>
    <p:extLst>
      <p:ext uri="{BB962C8B-B14F-4D97-AF65-F5344CB8AC3E}">
        <p14:creationId xmlns:p14="http://schemas.microsoft.com/office/powerpoint/2010/main" val="1462122532"/>
      </p:ext>
    </p:extLst>
  </p:cSld>
  <p:clrMapOvr>
    <a:masterClrMapping/>
  </p:clrMapOvr>
  <p:extLst>
    <p:ext uri="{DCECCB84-F9BA-43D5-87BE-67443E8EF086}">
      <p15:sldGuideLst xmlns:p15="http://schemas.microsoft.com/office/powerpoint/2012/main">
        <p15:guide id="1" orient="horz" pos="960" userDrawn="1">
          <p15:clr>
            <a:srgbClr val="FBAE40"/>
          </p15:clr>
        </p15:guide>
        <p15:guide id="2" orient="horz" pos="121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aster Slide Text - subline, two columns of text #b">
    <p:spTree>
      <p:nvGrpSpPr>
        <p:cNvPr id="1" name=""/>
        <p:cNvGrpSpPr/>
        <p:nvPr/>
      </p:nvGrpSpPr>
      <p:grpSpPr>
        <a:xfrm>
          <a:off x="0" y="0"/>
          <a:ext cx="0" cy="0"/>
          <a:chOff x="0" y="0"/>
          <a:chExt cx="0" cy="0"/>
        </a:xfrm>
      </p:grpSpPr>
      <p:sp>
        <p:nvSpPr>
          <p:cNvPr id="4" name="Fußzeilenplatzhalter 3"/>
          <p:cNvSpPr>
            <a:spLocks noGrp="1"/>
          </p:cNvSpPr>
          <p:nvPr>
            <p:ph type="ftr" sz="quarter" idx="18"/>
          </p:nvPr>
        </p:nvSpPr>
        <p:spPr/>
        <p:txBody>
          <a:bodyPr/>
          <a:lstStyle/>
          <a:p>
            <a:r>
              <a:rPr lang="en-US" dirty="0"/>
              <a:t>Group G2, PAS | MLME Project</a:t>
            </a:r>
            <a:endParaRPr lang="de-DE" dirty="0"/>
          </a:p>
        </p:txBody>
      </p:sp>
      <p:sp>
        <p:nvSpPr>
          <p:cNvPr id="2" name="Datumsplatzhalter 1"/>
          <p:cNvSpPr>
            <a:spLocks noGrp="1"/>
          </p:cNvSpPr>
          <p:nvPr>
            <p:ph type="dt" sz="half" idx="17"/>
          </p:nvPr>
        </p:nvSpPr>
        <p:spPr/>
        <p:txBody>
          <a:bodyPr/>
          <a:lstStyle/>
          <a:p>
            <a:fld id="{41D6C291-AF0D-4236-A0FC-4A40B7923779}"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11" name="Textplatzhalter 4"/>
          <p:cNvSpPr>
            <a:spLocks noGrp="1"/>
          </p:cNvSpPr>
          <p:nvPr>
            <p:ph type="body" sz="quarter" idx="15" hasCustomPrompt="1"/>
          </p:nvPr>
        </p:nvSpPr>
        <p:spPr>
          <a:xfrm>
            <a:off x="261355" y="464468"/>
            <a:ext cx="8631819" cy="883146"/>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 (</a:t>
            </a:r>
            <a:r>
              <a:rPr lang="de-DE" dirty="0" err="1"/>
              <a:t>one</a:t>
            </a:r>
            <a:r>
              <a:rPr lang="de-DE" dirty="0"/>
              <a:t> </a:t>
            </a:r>
            <a:r>
              <a:rPr lang="de-DE" dirty="0" err="1"/>
              <a:t>or</a:t>
            </a:r>
            <a:r>
              <a:rPr lang="de-DE" dirty="0"/>
              <a:t> </a:t>
            </a:r>
            <a:r>
              <a:rPr lang="de-DE" dirty="0" err="1"/>
              <a:t>two</a:t>
            </a:r>
            <a:r>
              <a:rPr lang="de-DE" dirty="0"/>
              <a:t> </a:t>
            </a:r>
            <a:r>
              <a:rPr lang="de-DE" dirty="0" err="1"/>
              <a:t>lines</a:t>
            </a:r>
            <a:r>
              <a:rPr lang="de-DE" dirty="0"/>
              <a:t>)</a:t>
            </a:r>
          </a:p>
        </p:txBody>
      </p:sp>
      <p:sp>
        <p:nvSpPr>
          <p:cNvPr id="13" name="Textplatzhalter 12"/>
          <p:cNvSpPr>
            <a:spLocks noGrp="1"/>
          </p:cNvSpPr>
          <p:nvPr>
            <p:ph type="body" sz="quarter" idx="16" hasCustomPrompt="1"/>
          </p:nvPr>
        </p:nvSpPr>
        <p:spPr>
          <a:xfrm>
            <a:off x="261355" y="1413402"/>
            <a:ext cx="8631819" cy="666750"/>
          </a:xfrm>
        </p:spPr>
        <p:txBody>
          <a:bodyPr/>
          <a:lstStyle>
            <a:lvl1pPr marL="0" indent="0">
              <a:spcBef>
                <a:spcPts val="0"/>
              </a:spcBef>
              <a:buNone/>
              <a:defRPr sz="1850"/>
            </a:lvl1pPr>
            <a:lvl2pPr marL="0" indent="0">
              <a:buNone/>
              <a:defRPr sz="1850"/>
            </a:lvl2pPr>
            <a:lvl3pPr marL="0" indent="0">
              <a:buNone/>
              <a:defRPr sz="1850"/>
            </a:lvl3pPr>
            <a:lvl4pPr marL="0" indent="0">
              <a:buNone/>
              <a:defRPr sz="1850"/>
            </a:lvl4pPr>
            <a:lvl5pPr marL="0" indent="0">
              <a:buNone/>
              <a:defRPr sz="1850"/>
            </a:lvl5pPr>
          </a:lstStyle>
          <a:p>
            <a:pPr lvl="0"/>
            <a:r>
              <a:rPr lang="de-DE" dirty="0"/>
              <a:t>Click to </a:t>
            </a:r>
            <a:r>
              <a:rPr lang="de-DE" dirty="0" err="1"/>
              <a:t>edit</a:t>
            </a:r>
            <a:r>
              <a:rPr lang="de-DE" dirty="0"/>
              <a:t> </a:t>
            </a:r>
            <a:r>
              <a:rPr lang="de-DE" dirty="0" err="1"/>
              <a:t>subline</a:t>
            </a:r>
            <a:r>
              <a:rPr lang="de-DE" dirty="0"/>
              <a:t> (</a:t>
            </a:r>
            <a:r>
              <a:rPr lang="de-DE" dirty="0" err="1"/>
              <a:t>one</a:t>
            </a:r>
            <a:r>
              <a:rPr lang="de-DE" dirty="0"/>
              <a:t> </a:t>
            </a:r>
            <a:r>
              <a:rPr lang="de-DE" dirty="0" err="1"/>
              <a:t>or</a:t>
            </a:r>
            <a:r>
              <a:rPr lang="de-DE" dirty="0"/>
              <a:t> </a:t>
            </a:r>
            <a:r>
              <a:rPr lang="de-DE" dirty="0" err="1"/>
              <a:t>two</a:t>
            </a:r>
            <a:r>
              <a:rPr lang="de-DE" dirty="0"/>
              <a:t> </a:t>
            </a:r>
            <a:r>
              <a:rPr lang="de-DE" dirty="0" err="1"/>
              <a:t>lines</a:t>
            </a:r>
            <a:r>
              <a:rPr lang="de-DE" dirty="0"/>
              <a:t>)</a:t>
            </a:r>
          </a:p>
        </p:txBody>
      </p:sp>
      <p:sp>
        <p:nvSpPr>
          <p:cNvPr id="8" name="Inhaltsplatzhalter 4"/>
          <p:cNvSpPr>
            <a:spLocks noGrp="1"/>
          </p:cNvSpPr>
          <p:nvPr>
            <p:ph sz="quarter" idx="11" hasCustomPrompt="1"/>
          </p:nvPr>
        </p:nvSpPr>
        <p:spPr>
          <a:xfrm>
            <a:off x="261354" y="2226732"/>
            <a:ext cx="8631819" cy="1497543"/>
          </a:xfrm>
        </p:spPr>
        <p:txBody>
          <a:bodyPr numCol="2" spcCol="180000"/>
          <a:lstStyle>
            <a:lvl1pPr marL="180000" indent="-180000" defTabSz="0">
              <a:lnSpc>
                <a:spcPct val="100000"/>
              </a:lnSpc>
              <a:spcBef>
                <a:spcPts val="0"/>
              </a:spcBef>
              <a:buFont typeface="Arial" panose="020B0604020202020204" pitchFamily="34" charset="0"/>
              <a:buChar char="•"/>
              <a:tabLst>
                <a:tab pos="180000" algn="l"/>
              </a:tabLst>
              <a:defRPr/>
            </a:lvl1pPr>
          </a:lstStyle>
          <a:p>
            <a:r>
              <a:rPr lang="en-US" dirty="0"/>
              <a:t>Click to edit text (two columns)</a:t>
            </a:r>
            <a:endParaRPr lang="de-DE" dirty="0"/>
          </a:p>
          <a:p>
            <a:pPr marL="180000" indent="-180000" defTabSz="0">
              <a:lnSpc>
                <a:spcPct val="100000"/>
              </a:lnSpc>
              <a:spcBef>
                <a:spcPts val="0"/>
              </a:spcBef>
              <a:buFont typeface="Arial" panose="020B0604020202020204" pitchFamily="34" charset="0"/>
              <a:buChar char="•"/>
              <a:tabLst>
                <a:tab pos="180000" algn="l"/>
              </a:tabLst>
            </a:pPr>
            <a:endParaRPr lang="de-DE" sz="1650" dirty="0">
              <a:solidFill>
                <a:schemeClr val="tx1"/>
              </a:solidFill>
            </a:endParaRPr>
          </a:p>
        </p:txBody>
      </p:sp>
      <p:sp>
        <p:nvSpPr>
          <p:cNvPr id="12" name="Inhaltsplatzhalter 7"/>
          <p:cNvSpPr>
            <a:spLocks noGrp="1"/>
          </p:cNvSpPr>
          <p:nvPr>
            <p:ph sz="quarter" idx="12" hasCustomPrompt="1"/>
          </p:nvPr>
        </p:nvSpPr>
        <p:spPr>
          <a:xfrm>
            <a:off x="250825" y="3917547"/>
            <a:ext cx="176212" cy="382588"/>
          </a:xfrm>
          <a:ln w="0">
            <a:solidFill>
              <a:schemeClr val="bg1"/>
            </a:solidFill>
          </a:ln>
        </p:spPr>
        <p:txBody>
          <a:bodyPr/>
          <a:lstStyle>
            <a:lvl1pPr marL="0" indent="0">
              <a:buFontTx/>
              <a:buNone/>
              <a:defRPr>
                <a:solidFill>
                  <a:srgbClr val="84B819"/>
                </a:solidFill>
              </a:defRPr>
            </a:lvl1pPr>
          </a:lstStyle>
          <a:p>
            <a:pPr lvl="0"/>
            <a:r>
              <a:rPr lang="de-DE" dirty="0"/>
              <a:t>►</a:t>
            </a:r>
          </a:p>
        </p:txBody>
      </p:sp>
      <p:sp>
        <p:nvSpPr>
          <p:cNvPr id="14" name="Titel 1"/>
          <p:cNvSpPr>
            <a:spLocks noGrp="1"/>
          </p:cNvSpPr>
          <p:nvPr>
            <p:ph type="title" hasCustomPrompt="1"/>
          </p:nvPr>
        </p:nvSpPr>
        <p:spPr>
          <a:xfrm>
            <a:off x="539552" y="3917547"/>
            <a:ext cx="8353623" cy="553970"/>
          </a:xfrm>
        </p:spPr>
        <p:txBody>
          <a:bodyPr/>
          <a:lstStyle>
            <a:lvl1pPr marL="0" indent="0">
              <a:defRPr baseline="0"/>
            </a:lvl1pPr>
          </a:lstStyle>
          <a:p>
            <a:r>
              <a:rPr lang="de-DE" dirty="0"/>
              <a:t>Click to </a:t>
            </a:r>
            <a:r>
              <a:rPr lang="de-DE" dirty="0" err="1"/>
              <a:t>edit</a:t>
            </a:r>
            <a:r>
              <a:rPr lang="de-DE" dirty="0"/>
              <a:t> </a:t>
            </a:r>
            <a:r>
              <a:rPr lang="de-DE" dirty="0" err="1"/>
              <a:t>conclusion</a:t>
            </a:r>
            <a:r>
              <a:rPr lang="de-DE" dirty="0"/>
              <a:t> (optional)</a:t>
            </a:r>
          </a:p>
        </p:txBody>
      </p:sp>
    </p:spTree>
    <p:extLst>
      <p:ext uri="{BB962C8B-B14F-4D97-AF65-F5344CB8AC3E}">
        <p14:creationId xmlns:p14="http://schemas.microsoft.com/office/powerpoint/2010/main" val="825452095"/>
      </p:ext>
    </p:extLst>
  </p:cSld>
  <p:clrMapOvr>
    <a:masterClrMapping/>
  </p:clrMapOvr>
  <p:extLst>
    <p:ext uri="{DCECCB84-F9BA-43D5-87BE-67443E8EF086}">
      <p15:sldGuideLst xmlns:p15="http://schemas.microsoft.com/office/powerpoint/2012/main">
        <p15:guide id="1" orient="horz" pos="1212" userDrawn="1">
          <p15:clr>
            <a:srgbClr val="FBAE40"/>
          </p15:clr>
        </p15:guide>
        <p15:guide id="2" orient="horz" pos="1529" userDrawn="1">
          <p15:clr>
            <a:srgbClr val="FBAE40"/>
          </p15:clr>
        </p15:guide>
        <p15:guide id="3" orient="horz" pos="9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aster Slide Text + Picture">
    <p:spTree>
      <p:nvGrpSpPr>
        <p:cNvPr id="1" name=""/>
        <p:cNvGrpSpPr/>
        <p:nvPr/>
      </p:nvGrpSpPr>
      <p:grpSpPr>
        <a:xfrm>
          <a:off x="0" y="0"/>
          <a:ext cx="0" cy="0"/>
          <a:chOff x="0" y="0"/>
          <a:chExt cx="0" cy="0"/>
        </a:xfrm>
      </p:grpSpPr>
      <p:sp>
        <p:nvSpPr>
          <p:cNvPr id="4" name="Fußzeilenplatzhalter 3"/>
          <p:cNvSpPr>
            <a:spLocks noGrp="1"/>
          </p:cNvSpPr>
          <p:nvPr>
            <p:ph type="ftr" sz="quarter" idx="18"/>
          </p:nvPr>
        </p:nvSpPr>
        <p:spPr/>
        <p:txBody>
          <a:bodyPr/>
          <a:lstStyle/>
          <a:p>
            <a:r>
              <a:rPr lang="en-US" dirty="0"/>
              <a:t>Group G2, PAS | MLME Project</a:t>
            </a:r>
            <a:endParaRPr lang="de-DE" dirty="0"/>
          </a:p>
        </p:txBody>
      </p:sp>
      <p:sp>
        <p:nvSpPr>
          <p:cNvPr id="2" name="Datumsplatzhalter 1"/>
          <p:cNvSpPr>
            <a:spLocks noGrp="1"/>
          </p:cNvSpPr>
          <p:nvPr>
            <p:ph type="dt" sz="half" idx="17"/>
          </p:nvPr>
        </p:nvSpPr>
        <p:spPr/>
        <p:txBody>
          <a:bodyPr/>
          <a:lstStyle/>
          <a:p>
            <a:fld id="{470F8DED-E470-41FD-99B1-A77F5560CF54}"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13" name="Textplatzhalter 4"/>
          <p:cNvSpPr>
            <a:spLocks noGrp="1"/>
          </p:cNvSpPr>
          <p:nvPr>
            <p:ph type="body" sz="quarter" idx="16" hasCustomPrompt="1"/>
          </p:nvPr>
        </p:nvSpPr>
        <p:spPr>
          <a:xfrm>
            <a:off x="260975" y="464468"/>
            <a:ext cx="4171140"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11" name="Inhaltsplatzhalter 10"/>
          <p:cNvSpPr>
            <a:spLocks noGrp="1"/>
          </p:cNvSpPr>
          <p:nvPr>
            <p:ph sz="quarter" idx="15" hasCustomPrompt="1"/>
          </p:nvPr>
        </p:nvSpPr>
        <p:spPr>
          <a:xfrm>
            <a:off x="260975" y="1058863"/>
            <a:ext cx="4167010" cy="3313112"/>
          </a:xfrm>
        </p:spPr>
        <p:txBody>
          <a:bodyPr/>
          <a:lstStyle>
            <a:lvl1pPr>
              <a:defRPr/>
            </a:lvl1pPr>
          </a:lstStyle>
          <a:p>
            <a:pPr lvl="0"/>
            <a:r>
              <a:rPr lang="en-US" dirty="0"/>
              <a:t>Click to edit text (one column, next to picture)</a:t>
            </a:r>
          </a:p>
        </p:txBody>
      </p:sp>
      <p:sp>
        <p:nvSpPr>
          <p:cNvPr id="9" name="Inhaltsplatzhalter 8"/>
          <p:cNvSpPr>
            <a:spLocks noGrp="1"/>
          </p:cNvSpPr>
          <p:nvPr>
            <p:ph sz="quarter" idx="14" hasCustomPrompt="1"/>
          </p:nvPr>
        </p:nvSpPr>
        <p:spPr>
          <a:xfrm>
            <a:off x="4572000" y="555625"/>
            <a:ext cx="4572000" cy="3960813"/>
          </a:xfrm>
          <a:solidFill>
            <a:schemeClr val="bg1">
              <a:lumMod val="95000"/>
            </a:schemeClr>
          </a:solidFill>
        </p:spPr>
        <p:txBody>
          <a:bodyPr anchor="ctr"/>
          <a:lstStyle>
            <a:lvl1pPr marL="0" indent="0" algn="ctr">
              <a:buFontTx/>
              <a:buNone/>
              <a:defRPr/>
            </a:lvl1pPr>
          </a:lstStyle>
          <a:p>
            <a:pPr lvl="0"/>
            <a:r>
              <a:rPr lang="de-DE" dirty="0"/>
              <a:t>Click to </a:t>
            </a:r>
            <a:r>
              <a:rPr lang="de-DE" dirty="0" err="1"/>
              <a:t>add</a:t>
            </a:r>
            <a:r>
              <a:rPr lang="de-DE" dirty="0"/>
              <a:t> </a:t>
            </a:r>
            <a:r>
              <a:rPr lang="de-DE" dirty="0" err="1"/>
              <a:t>picture</a:t>
            </a:r>
            <a:endParaRPr lang="de-DE" dirty="0"/>
          </a:p>
        </p:txBody>
      </p:sp>
      <p:sp>
        <p:nvSpPr>
          <p:cNvPr id="8" name="Rechteck 7"/>
          <p:cNvSpPr/>
          <p:nvPr userDrawn="1"/>
        </p:nvSpPr>
        <p:spPr>
          <a:xfrm>
            <a:off x="260974" y="-524594"/>
            <a:ext cx="432048" cy="288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p:cNvSpPr/>
          <p:nvPr userDrawn="1"/>
        </p:nvSpPr>
        <p:spPr>
          <a:xfrm>
            <a:off x="822776" y="-524594"/>
            <a:ext cx="432048" cy="288032"/>
          </a:xfrm>
          <a:prstGeom prst="rect">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2" name="Rechteck 11"/>
          <p:cNvSpPr/>
          <p:nvPr userDrawn="1"/>
        </p:nvSpPr>
        <p:spPr>
          <a:xfrm>
            <a:off x="1384578" y="-524594"/>
            <a:ext cx="432048" cy="288032"/>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DE"/>
          </a:p>
        </p:txBody>
      </p:sp>
      <p:sp>
        <p:nvSpPr>
          <p:cNvPr id="14" name="Rechteck 13"/>
          <p:cNvSpPr/>
          <p:nvPr userDrawn="1"/>
        </p:nvSpPr>
        <p:spPr>
          <a:xfrm>
            <a:off x="1946380" y="-524594"/>
            <a:ext cx="432048" cy="288032"/>
          </a:xfrm>
          <a:prstGeom prst="rect">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de-DE"/>
          </a:p>
        </p:txBody>
      </p:sp>
      <p:sp>
        <p:nvSpPr>
          <p:cNvPr id="15" name="Rechteck 14"/>
          <p:cNvSpPr/>
          <p:nvPr userDrawn="1"/>
        </p:nvSpPr>
        <p:spPr>
          <a:xfrm>
            <a:off x="2508182" y="-524594"/>
            <a:ext cx="432048" cy="288032"/>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16" name="Rechteck 15"/>
          <p:cNvSpPr/>
          <p:nvPr userDrawn="1"/>
        </p:nvSpPr>
        <p:spPr>
          <a:xfrm>
            <a:off x="3069984" y="-524594"/>
            <a:ext cx="432048" cy="28803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de-DE"/>
          </a:p>
        </p:txBody>
      </p:sp>
      <p:sp>
        <p:nvSpPr>
          <p:cNvPr id="17" name="Textfeld 16"/>
          <p:cNvSpPr txBox="1"/>
          <p:nvPr userDrawn="1"/>
        </p:nvSpPr>
        <p:spPr>
          <a:xfrm>
            <a:off x="251520" y="-754564"/>
            <a:ext cx="3327534" cy="138499"/>
          </a:xfrm>
          <a:prstGeom prst="rect">
            <a:avLst/>
          </a:prstGeom>
        </p:spPr>
        <p:txBody>
          <a:bodyPr wrap="square" lIns="0" tIns="0" rIns="0" bIns="0" numCol="1" spcCol="216000" rtlCol="0">
            <a:spAutoFit/>
          </a:bodyPr>
          <a:lstStyle/>
          <a:p>
            <a:pPr marL="0" indent="0" defTabSz="0">
              <a:lnSpc>
                <a:spcPct val="100000"/>
              </a:lnSpc>
              <a:spcBef>
                <a:spcPts val="0"/>
              </a:spcBef>
              <a:buFontTx/>
              <a:buNone/>
              <a:tabLst>
                <a:tab pos="180000" algn="l"/>
              </a:tabLst>
            </a:pPr>
            <a:r>
              <a:rPr lang="de-DE" sz="900" dirty="0">
                <a:solidFill>
                  <a:schemeClr val="tx1"/>
                </a:solidFill>
              </a:rPr>
              <a:t>TU </a:t>
            </a:r>
            <a:r>
              <a:rPr lang="de-DE" sz="900" dirty="0" err="1">
                <a:solidFill>
                  <a:schemeClr val="tx1"/>
                </a:solidFill>
              </a:rPr>
              <a:t>colors</a:t>
            </a:r>
            <a:r>
              <a:rPr lang="de-DE" sz="900" dirty="0">
                <a:solidFill>
                  <a:schemeClr val="tx1"/>
                </a:solidFill>
              </a:rPr>
              <a:t> </a:t>
            </a:r>
            <a:r>
              <a:rPr lang="de-DE" sz="900" dirty="0" err="1">
                <a:solidFill>
                  <a:schemeClr val="tx1"/>
                </a:solidFill>
              </a:rPr>
              <a:t>for</a:t>
            </a:r>
            <a:r>
              <a:rPr lang="de-DE" sz="900" dirty="0">
                <a:solidFill>
                  <a:schemeClr val="tx1"/>
                </a:solidFill>
              </a:rPr>
              <a:t> </a:t>
            </a:r>
            <a:r>
              <a:rPr lang="de-DE" sz="900" dirty="0" err="1">
                <a:solidFill>
                  <a:schemeClr val="tx1"/>
                </a:solidFill>
              </a:rPr>
              <a:t>graphics</a:t>
            </a:r>
            <a:r>
              <a:rPr lang="de-DE" sz="900" dirty="0">
                <a:solidFill>
                  <a:schemeClr val="tx1"/>
                </a:solidFill>
              </a:rPr>
              <a:t> </a:t>
            </a:r>
            <a:r>
              <a:rPr lang="de-DE" sz="900" dirty="0" err="1">
                <a:solidFill>
                  <a:schemeClr val="tx1"/>
                </a:solidFill>
              </a:rPr>
              <a:t>and</a:t>
            </a:r>
            <a:r>
              <a:rPr lang="de-DE" sz="900" dirty="0">
                <a:solidFill>
                  <a:schemeClr val="tx1"/>
                </a:solidFill>
              </a:rPr>
              <a:t> </a:t>
            </a:r>
            <a:r>
              <a:rPr lang="de-DE" sz="900" dirty="0" err="1">
                <a:solidFill>
                  <a:schemeClr val="tx1"/>
                </a:solidFill>
              </a:rPr>
              <a:t>diagrams</a:t>
            </a:r>
            <a:endParaRPr lang="de-DE" sz="900" dirty="0">
              <a:solidFill>
                <a:schemeClr val="tx1"/>
              </a:solidFill>
            </a:endParaRPr>
          </a:p>
        </p:txBody>
      </p:sp>
      <p:cxnSp>
        <p:nvCxnSpPr>
          <p:cNvPr id="18" name="Gerade Verbindung 8"/>
          <p:cNvCxnSpPr/>
          <p:nvPr userDrawn="1"/>
        </p:nvCxnSpPr>
        <p:spPr>
          <a:xfrm>
            <a:off x="0" y="4516438"/>
            <a:ext cx="9173881" cy="0"/>
          </a:xfrm>
          <a:prstGeom prst="line">
            <a:avLst/>
          </a:prstGeom>
          <a:ln w="12700">
            <a:solidFill>
              <a:srgbClr val="84B81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855050150"/>
      </p:ext>
    </p:extLst>
  </p:cSld>
  <p:clrMapOvr>
    <a:masterClrMapping/>
  </p:clrMapOvr>
  <p:extLst>
    <p:ext uri="{DCECCB84-F9BA-43D5-87BE-67443E8EF086}">
      <p15:sldGuideLst xmlns:p15="http://schemas.microsoft.com/office/powerpoint/2012/main">
        <p15:guide id="1" pos="2880" userDrawn="1">
          <p15:clr>
            <a:srgbClr val="FBAE40"/>
          </p15:clr>
        </p15:guide>
        <p15:guide id="2" orient="horz" pos="35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aster Slide Text (two columns) + picture">
    <p:spTree>
      <p:nvGrpSpPr>
        <p:cNvPr id="1" name=""/>
        <p:cNvGrpSpPr/>
        <p:nvPr/>
      </p:nvGrpSpPr>
      <p:grpSpPr>
        <a:xfrm>
          <a:off x="0" y="0"/>
          <a:ext cx="0" cy="0"/>
          <a:chOff x="0" y="0"/>
          <a:chExt cx="0" cy="0"/>
        </a:xfrm>
      </p:grpSpPr>
      <p:sp>
        <p:nvSpPr>
          <p:cNvPr id="4" name="Fußzeilenplatzhalter 3"/>
          <p:cNvSpPr>
            <a:spLocks noGrp="1"/>
          </p:cNvSpPr>
          <p:nvPr>
            <p:ph type="ftr" sz="quarter" idx="17"/>
          </p:nvPr>
        </p:nvSpPr>
        <p:spPr/>
        <p:txBody>
          <a:bodyPr/>
          <a:lstStyle>
            <a:lvl1pPr>
              <a:defRPr/>
            </a:lvl1pPr>
          </a:lstStyle>
          <a:p>
            <a:r>
              <a:rPr lang="en-US" dirty="0"/>
              <a:t>Group G2, PAS | MLME Project</a:t>
            </a:r>
            <a:endParaRPr lang="de-DE" dirty="0"/>
          </a:p>
        </p:txBody>
      </p:sp>
      <p:sp>
        <p:nvSpPr>
          <p:cNvPr id="2" name="Datumsplatzhalter 1"/>
          <p:cNvSpPr>
            <a:spLocks noGrp="1"/>
          </p:cNvSpPr>
          <p:nvPr>
            <p:ph type="dt" sz="half" idx="16"/>
          </p:nvPr>
        </p:nvSpPr>
        <p:spPr/>
        <p:txBody>
          <a:bodyPr/>
          <a:lstStyle/>
          <a:p>
            <a:fld id="{750E5CCE-069C-42EC-A5DE-193A9814F8E5}"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8" name="Textplatzhalter 4"/>
          <p:cNvSpPr>
            <a:spLocks noGrp="1"/>
          </p:cNvSpPr>
          <p:nvPr>
            <p:ph type="body" sz="quarter" idx="15" hasCustomPrompt="1"/>
          </p:nvPr>
        </p:nvSpPr>
        <p:spPr>
          <a:xfrm>
            <a:off x="275550" y="464468"/>
            <a:ext cx="5376761" cy="444374"/>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a:t>
            </a:r>
          </a:p>
        </p:txBody>
      </p:sp>
      <p:sp>
        <p:nvSpPr>
          <p:cNvPr id="5" name="Inhaltsplatzhalter 4"/>
          <p:cNvSpPr>
            <a:spLocks noGrp="1"/>
          </p:cNvSpPr>
          <p:nvPr>
            <p:ph sz="quarter" idx="11" hasCustomPrompt="1"/>
          </p:nvPr>
        </p:nvSpPr>
        <p:spPr>
          <a:xfrm>
            <a:off x="260975" y="1058863"/>
            <a:ext cx="5391145" cy="3313112"/>
          </a:xfrm>
        </p:spPr>
        <p:txBody>
          <a:bodyPr rIns="0" numCol="2" spcCol="180000"/>
          <a:lstStyle>
            <a:lvl1pPr marL="180000" indent="-180000" defTabSz="0">
              <a:lnSpc>
                <a:spcPct val="100000"/>
              </a:lnSpc>
              <a:spcBef>
                <a:spcPts val="0"/>
              </a:spcBef>
              <a:buFont typeface="Arial" panose="020B0604020202020204" pitchFamily="34" charset="0"/>
              <a:buChar char="•"/>
              <a:tabLst>
                <a:tab pos="180000" algn="l"/>
              </a:tabLst>
              <a:defRPr/>
            </a:lvl1pPr>
          </a:lstStyle>
          <a:p>
            <a:pPr lvl="0"/>
            <a:r>
              <a:rPr lang="en-US" dirty="0"/>
              <a:t>Click to edit text (two columns, next to picture)</a:t>
            </a:r>
          </a:p>
        </p:txBody>
      </p:sp>
      <p:sp>
        <p:nvSpPr>
          <p:cNvPr id="7" name="Inhaltsplatzhalter 8"/>
          <p:cNvSpPr>
            <a:spLocks noGrp="1"/>
          </p:cNvSpPr>
          <p:nvPr>
            <p:ph sz="quarter" idx="14" hasCustomPrompt="1"/>
          </p:nvPr>
        </p:nvSpPr>
        <p:spPr>
          <a:xfrm>
            <a:off x="5795962" y="555625"/>
            <a:ext cx="3348037" cy="3960813"/>
          </a:xfrm>
          <a:solidFill>
            <a:schemeClr val="bg1">
              <a:lumMod val="95000"/>
            </a:schemeClr>
          </a:solidFill>
        </p:spPr>
        <p:txBody>
          <a:bodyPr anchor="ctr"/>
          <a:lstStyle>
            <a:lvl1pPr marL="0" indent="0" algn="ctr">
              <a:buFontTx/>
              <a:buNone/>
              <a:defRPr/>
            </a:lvl1pPr>
          </a:lstStyle>
          <a:p>
            <a:pPr lvl="0"/>
            <a:r>
              <a:rPr lang="de-DE" dirty="0"/>
              <a:t>Click to </a:t>
            </a:r>
            <a:r>
              <a:rPr lang="de-DE" dirty="0" err="1"/>
              <a:t>add</a:t>
            </a:r>
            <a:r>
              <a:rPr lang="de-DE" dirty="0"/>
              <a:t> </a:t>
            </a:r>
            <a:r>
              <a:rPr lang="de-DE" dirty="0" err="1"/>
              <a:t>picture</a:t>
            </a:r>
            <a:endParaRPr lang="de-DE" dirty="0"/>
          </a:p>
        </p:txBody>
      </p:sp>
      <p:sp>
        <p:nvSpPr>
          <p:cNvPr id="9" name="Rechteck 8"/>
          <p:cNvSpPr/>
          <p:nvPr userDrawn="1"/>
        </p:nvSpPr>
        <p:spPr>
          <a:xfrm>
            <a:off x="260974" y="-524594"/>
            <a:ext cx="432048" cy="288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p:cNvSpPr/>
          <p:nvPr userDrawn="1"/>
        </p:nvSpPr>
        <p:spPr>
          <a:xfrm>
            <a:off x="822776" y="-524594"/>
            <a:ext cx="432048" cy="288032"/>
          </a:xfrm>
          <a:prstGeom prst="rect">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1" name="Rechteck 10"/>
          <p:cNvSpPr/>
          <p:nvPr userDrawn="1"/>
        </p:nvSpPr>
        <p:spPr>
          <a:xfrm>
            <a:off x="1384578" y="-524594"/>
            <a:ext cx="432048" cy="288032"/>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DE"/>
          </a:p>
        </p:txBody>
      </p:sp>
      <p:sp>
        <p:nvSpPr>
          <p:cNvPr id="12" name="Rechteck 11"/>
          <p:cNvSpPr/>
          <p:nvPr userDrawn="1"/>
        </p:nvSpPr>
        <p:spPr>
          <a:xfrm>
            <a:off x="1946380" y="-524594"/>
            <a:ext cx="432048" cy="288032"/>
          </a:xfrm>
          <a:prstGeom prst="rect">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de-DE"/>
          </a:p>
        </p:txBody>
      </p:sp>
      <p:sp>
        <p:nvSpPr>
          <p:cNvPr id="13" name="Rechteck 12"/>
          <p:cNvSpPr/>
          <p:nvPr userDrawn="1"/>
        </p:nvSpPr>
        <p:spPr>
          <a:xfrm>
            <a:off x="2508182" y="-524594"/>
            <a:ext cx="432048" cy="288032"/>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14" name="Rechteck 13"/>
          <p:cNvSpPr/>
          <p:nvPr userDrawn="1"/>
        </p:nvSpPr>
        <p:spPr>
          <a:xfrm>
            <a:off x="3069984" y="-524594"/>
            <a:ext cx="432048" cy="28803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de-DE"/>
          </a:p>
        </p:txBody>
      </p:sp>
      <p:sp>
        <p:nvSpPr>
          <p:cNvPr id="16" name="Textfeld 15"/>
          <p:cNvSpPr txBox="1"/>
          <p:nvPr userDrawn="1"/>
        </p:nvSpPr>
        <p:spPr>
          <a:xfrm>
            <a:off x="250825" y="-754564"/>
            <a:ext cx="3025031" cy="138499"/>
          </a:xfrm>
          <a:prstGeom prst="rect">
            <a:avLst/>
          </a:prstGeom>
        </p:spPr>
        <p:txBody>
          <a:bodyPr wrap="square" lIns="0" tIns="0" rIns="0" bIns="0" numCol="1" spcCol="216000" rtlCol="0">
            <a:spAutoFit/>
          </a:bodyPr>
          <a:lstStyle/>
          <a:p>
            <a:pPr marL="0" indent="0" defTabSz="0">
              <a:lnSpc>
                <a:spcPct val="100000"/>
              </a:lnSpc>
              <a:spcBef>
                <a:spcPts val="0"/>
              </a:spcBef>
              <a:buFontTx/>
              <a:buNone/>
              <a:tabLst>
                <a:tab pos="180000" algn="l"/>
              </a:tabLst>
            </a:pPr>
            <a:r>
              <a:rPr lang="de-DE" sz="900">
                <a:solidFill>
                  <a:schemeClr val="tx1"/>
                </a:solidFill>
              </a:rPr>
              <a:t>TU colors for graphics and diagrams</a:t>
            </a:r>
            <a:endParaRPr lang="de-DE" sz="900" dirty="0">
              <a:solidFill>
                <a:schemeClr val="tx1"/>
              </a:solidFill>
            </a:endParaRPr>
          </a:p>
        </p:txBody>
      </p:sp>
      <p:cxnSp>
        <p:nvCxnSpPr>
          <p:cNvPr id="15" name="Gerade Verbindung 8"/>
          <p:cNvCxnSpPr/>
          <p:nvPr userDrawn="1"/>
        </p:nvCxnSpPr>
        <p:spPr>
          <a:xfrm>
            <a:off x="0" y="4516438"/>
            <a:ext cx="9173881" cy="0"/>
          </a:xfrm>
          <a:prstGeom prst="line">
            <a:avLst/>
          </a:prstGeom>
          <a:ln w="12700">
            <a:solidFill>
              <a:srgbClr val="84B81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211663157"/>
      </p:ext>
    </p:extLst>
  </p:cSld>
  <p:clrMapOvr>
    <a:masterClrMapping/>
  </p:clrMapOvr>
  <p:extLst>
    <p:ext uri="{DCECCB84-F9BA-43D5-87BE-67443E8EF086}">
      <p15:sldGuideLst xmlns:p15="http://schemas.microsoft.com/office/powerpoint/2012/main">
        <p15:guide id="1" pos="3651"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ster Slide Picture + Caption">
    <p:spTree>
      <p:nvGrpSpPr>
        <p:cNvPr id="1" name=""/>
        <p:cNvGrpSpPr/>
        <p:nvPr/>
      </p:nvGrpSpPr>
      <p:grpSpPr>
        <a:xfrm>
          <a:off x="0" y="0"/>
          <a:ext cx="0" cy="0"/>
          <a:chOff x="0" y="0"/>
          <a:chExt cx="0" cy="0"/>
        </a:xfrm>
      </p:grpSpPr>
      <p:sp>
        <p:nvSpPr>
          <p:cNvPr id="5" name="Fußzeilenplatzhalter 4"/>
          <p:cNvSpPr>
            <a:spLocks noGrp="1"/>
          </p:cNvSpPr>
          <p:nvPr>
            <p:ph type="ftr" sz="quarter" idx="17"/>
          </p:nvPr>
        </p:nvSpPr>
        <p:spPr/>
        <p:txBody>
          <a:bodyPr/>
          <a:lstStyle/>
          <a:p>
            <a:r>
              <a:rPr lang="en-US" dirty="0"/>
              <a:t>Group G2, PAS | MLME Project</a:t>
            </a:r>
            <a:endParaRPr lang="de-DE" dirty="0"/>
          </a:p>
        </p:txBody>
      </p:sp>
      <p:sp>
        <p:nvSpPr>
          <p:cNvPr id="2" name="Datumsplatzhalter 1"/>
          <p:cNvSpPr>
            <a:spLocks noGrp="1"/>
          </p:cNvSpPr>
          <p:nvPr>
            <p:ph type="dt" sz="half" idx="16"/>
          </p:nvPr>
        </p:nvSpPr>
        <p:spPr/>
        <p:txBody>
          <a:bodyPr/>
          <a:lstStyle/>
          <a:p>
            <a:fld id="{C636E619-829A-4F56-8D6E-D8741D4D65A5}"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4" name="Inhaltsplatzhalter 8"/>
          <p:cNvSpPr>
            <a:spLocks noGrp="1"/>
          </p:cNvSpPr>
          <p:nvPr>
            <p:ph sz="quarter" idx="14" hasCustomPrompt="1"/>
          </p:nvPr>
        </p:nvSpPr>
        <p:spPr>
          <a:xfrm>
            <a:off x="0" y="0"/>
            <a:ext cx="9143999" cy="3724276"/>
          </a:xfrm>
          <a:solidFill>
            <a:schemeClr val="bg1">
              <a:lumMod val="95000"/>
            </a:schemeClr>
          </a:solidFill>
        </p:spPr>
        <p:txBody>
          <a:bodyPr anchor="ctr"/>
          <a:lstStyle>
            <a:lvl1pPr marL="0" indent="0" algn="ctr">
              <a:buFontTx/>
              <a:buNone/>
              <a:defRPr/>
            </a:lvl1pPr>
          </a:lstStyle>
          <a:p>
            <a:pPr lvl="0"/>
            <a:r>
              <a:rPr lang="de-DE" dirty="0"/>
              <a:t>Click to </a:t>
            </a:r>
            <a:r>
              <a:rPr lang="de-DE" dirty="0" err="1"/>
              <a:t>add</a:t>
            </a:r>
            <a:r>
              <a:rPr lang="de-DE" dirty="0"/>
              <a:t> </a:t>
            </a:r>
            <a:r>
              <a:rPr lang="de-DE" dirty="0" err="1"/>
              <a:t>picture</a:t>
            </a:r>
            <a:endParaRPr lang="de-DE" dirty="0"/>
          </a:p>
        </p:txBody>
      </p:sp>
      <p:sp>
        <p:nvSpPr>
          <p:cNvPr id="6" name="Textplatzhalter 5"/>
          <p:cNvSpPr>
            <a:spLocks noGrp="1"/>
          </p:cNvSpPr>
          <p:nvPr>
            <p:ph type="body" sz="quarter" idx="15" hasCustomPrompt="1"/>
          </p:nvPr>
        </p:nvSpPr>
        <p:spPr>
          <a:xfrm>
            <a:off x="250825" y="3853302"/>
            <a:ext cx="8208963" cy="431800"/>
          </a:xfrm>
        </p:spPr>
        <p:txBody>
          <a:bodyPr/>
          <a:lstStyle>
            <a:lvl1pPr marL="177800" indent="-177800">
              <a:defRPr/>
            </a:lvl1pPr>
            <a:lvl2pPr>
              <a:defRPr sz="1150"/>
            </a:lvl2pPr>
            <a:lvl3pPr>
              <a:defRPr sz="1150"/>
            </a:lvl3pPr>
            <a:lvl4pPr>
              <a:defRPr sz="1150"/>
            </a:lvl4pPr>
            <a:lvl5pPr>
              <a:defRPr sz="1150"/>
            </a:lvl5pPr>
          </a:lstStyle>
          <a:p>
            <a:pPr marL="0" indent="0">
              <a:buFontTx/>
              <a:buNone/>
            </a:pPr>
            <a:r>
              <a:rPr lang="de-DE" sz="1150" dirty="0">
                <a:solidFill>
                  <a:schemeClr val="tx1"/>
                </a:solidFill>
              </a:rPr>
              <a:t>Click </a:t>
            </a:r>
            <a:r>
              <a:rPr lang="de-DE" sz="1150" dirty="0" err="1">
                <a:solidFill>
                  <a:schemeClr val="tx1"/>
                </a:solidFill>
              </a:rPr>
              <a:t>to</a:t>
            </a:r>
            <a:r>
              <a:rPr lang="de-DE" sz="1150" dirty="0">
                <a:solidFill>
                  <a:schemeClr val="tx1"/>
                </a:solidFill>
              </a:rPr>
              <a:t> </a:t>
            </a:r>
            <a:r>
              <a:rPr lang="de-DE" sz="1150" dirty="0" err="1">
                <a:solidFill>
                  <a:schemeClr val="tx1"/>
                </a:solidFill>
              </a:rPr>
              <a:t>edit</a:t>
            </a:r>
            <a:r>
              <a:rPr lang="de-DE" sz="1150" dirty="0">
                <a:solidFill>
                  <a:schemeClr val="tx1"/>
                </a:solidFill>
              </a:rPr>
              <a:t> </a:t>
            </a:r>
            <a:r>
              <a:rPr lang="de-DE" sz="1150" dirty="0" err="1">
                <a:solidFill>
                  <a:schemeClr val="tx1"/>
                </a:solidFill>
              </a:rPr>
              <a:t>caption</a:t>
            </a:r>
            <a:r>
              <a:rPr lang="de-DE" sz="1150" dirty="0">
                <a:solidFill>
                  <a:schemeClr val="tx1"/>
                </a:solidFill>
              </a:rPr>
              <a:t> (optional)</a:t>
            </a:r>
          </a:p>
        </p:txBody>
      </p:sp>
      <p:sp>
        <p:nvSpPr>
          <p:cNvPr id="7" name="Rechteck 6"/>
          <p:cNvSpPr/>
          <p:nvPr userDrawn="1"/>
        </p:nvSpPr>
        <p:spPr>
          <a:xfrm>
            <a:off x="260974" y="-524594"/>
            <a:ext cx="432048" cy="288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hteck 7"/>
          <p:cNvSpPr/>
          <p:nvPr userDrawn="1"/>
        </p:nvSpPr>
        <p:spPr>
          <a:xfrm>
            <a:off x="822776" y="-524594"/>
            <a:ext cx="432048" cy="288032"/>
          </a:xfrm>
          <a:prstGeom prst="rect">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Rechteck 8"/>
          <p:cNvSpPr/>
          <p:nvPr userDrawn="1"/>
        </p:nvSpPr>
        <p:spPr>
          <a:xfrm>
            <a:off x="1384578" y="-524594"/>
            <a:ext cx="432048" cy="288032"/>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DE"/>
          </a:p>
        </p:txBody>
      </p:sp>
      <p:sp>
        <p:nvSpPr>
          <p:cNvPr id="10" name="Rechteck 9"/>
          <p:cNvSpPr/>
          <p:nvPr userDrawn="1"/>
        </p:nvSpPr>
        <p:spPr>
          <a:xfrm>
            <a:off x="1946380" y="-524594"/>
            <a:ext cx="432048" cy="288032"/>
          </a:xfrm>
          <a:prstGeom prst="rect">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de-DE"/>
          </a:p>
        </p:txBody>
      </p:sp>
      <p:sp>
        <p:nvSpPr>
          <p:cNvPr id="11" name="Rechteck 10"/>
          <p:cNvSpPr/>
          <p:nvPr userDrawn="1"/>
        </p:nvSpPr>
        <p:spPr>
          <a:xfrm>
            <a:off x="2508182" y="-524594"/>
            <a:ext cx="432048" cy="288032"/>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12" name="Rechteck 11"/>
          <p:cNvSpPr/>
          <p:nvPr userDrawn="1"/>
        </p:nvSpPr>
        <p:spPr>
          <a:xfrm>
            <a:off x="3069984" y="-524594"/>
            <a:ext cx="432048" cy="28803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de-DE"/>
          </a:p>
        </p:txBody>
      </p:sp>
      <p:sp>
        <p:nvSpPr>
          <p:cNvPr id="14" name="Textfeld 13"/>
          <p:cNvSpPr txBox="1"/>
          <p:nvPr userDrawn="1"/>
        </p:nvSpPr>
        <p:spPr>
          <a:xfrm>
            <a:off x="250825" y="-754564"/>
            <a:ext cx="3025031" cy="138499"/>
          </a:xfrm>
          <a:prstGeom prst="rect">
            <a:avLst/>
          </a:prstGeom>
        </p:spPr>
        <p:txBody>
          <a:bodyPr wrap="square" lIns="0" tIns="0" rIns="0" bIns="0" numCol="1" spcCol="216000" rtlCol="0">
            <a:spAutoFit/>
          </a:bodyPr>
          <a:lstStyle/>
          <a:p>
            <a:pPr marL="0" indent="0" defTabSz="0">
              <a:lnSpc>
                <a:spcPct val="100000"/>
              </a:lnSpc>
              <a:spcBef>
                <a:spcPts val="0"/>
              </a:spcBef>
              <a:buFontTx/>
              <a:buNone/>
              <a:tabLst>
                <a:tab pos="180000" algn="l"/>
              </a:tabLst>
            </a:pPr>
            <a:r>
              <a:rPr lang="de-DE" sz="900" dirty="0">
                <a:solidFill>
                  <a:schemeClr val="tx1"/>
                </a:solidFill>
              </a:rPr>
              <a:t>TU </a:t>
            </a:r>
            <a:r>
              <a:rPr lang="de-DE" sz="900" dirty="0" err="1">
                <a:solidFill>
                  <a:schemeClr val="tx1"/>
                </a:solidFill>
              </a:rPr>
              <a:t>colors</a:t>
            </a:r>
            <a:r>
              <a:rPr lang="de-DE" sz="900" dirty="0">
                <a:solidFill>
                  <a:schemeClr val="tx1"/>
                </a:solidFill>
              </a:rPr>
              <a:t> </a:t>
            </a:r>
            <a:r>
              <a:rPr lang="de-DE" sz="900" dirty="0" err="1">
                <a:solidFill>
                  <a:schemeClr val="tx1"/>
                </a:solidFill>
              </a:rPr>
              <a:t>for</a:t>
            </a:r>
            <a:r>
              <a:rPr lang="de-DE" sz="900" dirty="0">
                <a:solidFill>
                  <a:schemeClr val="tx1"/>
                </a:solidFill>
              </a:rPr>
              <a:t> </a:t>
            </a:r>
            <a:r>
              <a:rPr lang="de-DE" sz="900" dirty="0" err="1">
                <a:solidFill>
                  <a:schemeClr val="tx1"/>
                </a:solidFill>
              </a:rPr>
              <a:t>graphics</a:t>
            </a:r>
            <a:r>
              <a:rPr lang="de-DE" sz="900" dirty="0">
                <a:solidFill>
                  <a:schemeClr val="tx1"/>
                </a:solidFill>
              </a:rPr>
              <a:t> </a:t>
            </a:r>
            <a:r>
              <a:rPr lang="de-DE" sz="900" dirty="0" err="1">
                <a:solidFill>
                  <a:schemeClr val="tx1"/>
                </a:solidFill>
              </a:rPr>
              <a:t>and</a:t>
            </a:r>
            <a:r>
              <a:rPr lang="de-DE" sz="900" dirty="0">
                <a:solidFill>
                  <a:schemeClr val="tx1"/>
                </a:solidFill>
              </a:rPr>
              <a:t> </a:t>
            </a:r>
            <a:r>
              <a:rPr lang="de-DE" sz="900" dirty="0" err="1">
                <a:solidFill>
                  <a:schemeClr val="tx1"/>
                </a:solidFill>
              </a:rPr>
              <a:t>diagrams</a:t>
            </a:r>
            <a:endParaRPr lang="de-DE" sz="900" dirty="0">
              <a:solidFill>
                <a:schemeClr val="tx1"/>
              </a:solidFill>
            </a:endParaRPr>
          </a:p>
        </p:txBody>
      </p:sp>
    </p:spTree>
    <p:extLst>
      <p:ext uri="{BB962C8B-B14F-4D97-AF65-F5344CB8AC3E}">
        <p14:creationId xmlns:p14="http://schemas.microsoft.com/office/powerpoint/2010/main" val="3080734178"/>
      </p:ext>
    </p:extLst>
  </p:cSld>
  <p:clrMapOvr>
    <a:masterClrMapping/>
  </p:clrMapOvr>
  <p:extLst>
    <p:ext uri="{DCECCB84-F9BA-43D5-87BE-67443E8EF086}">
      <p15:sldGuideLst xmlns:p15="http://schemas.microsoft.com/office/powerpoint/2012/main">
        <p15:guide id="1" orient="horz" pos="261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ster Slide Two Pictures + captions">
    <p:spTree>
      <p:nvGrpSpPr>
        <p:cNvPr id="1" name=""/>
        <p:cNvGrpSpPr/>
        <p:nvPr/>
      </p:nvGrpSpPr>
      <p:grpSpPr>
        <a:xfrm>
          <a:off x="0" y="0"/>
          <a:ext cx="0" cy="0"/>
          <a:chOff x="0" y="0"/>
          <a:chExt cx="0" cy="0"/>
        </a:xfrm>
      </p:grpSpPr>
      <p:sp>
        <p:nvSpPr>
          <p:cNvPr id="6" name="Fußzeilenplatzhalter 5"/>
          <p:cNvSpPr>
            <a:spLocks noGrp="1"/>
          </p:cNvSpPr>
          <p:nvPr>
            <p:ph type="ftr" sz="quarter" idx="19"/>
          </p:nvPr>
        </p:nvSpPr>
        <p:spPr/>
        <p:txBody>
          <a:bodyPr/>
          <a:lstStyle/>
          <a:p>
            <a:r>
              <a:rPr lang="en-US" dirty="0"/>
              <a:t>Group G2, PAS | MLME Project</a:t>
            </a:r>
            <a:endParaRPr lang="de-DE" dirty="0"/>
          </a:p>
        </p:txBody>
      </p:sp>
      <p:sp>
        <p:nvSpPr>
          <p:cNvPr id="2" name="Datumsplatzhalter 1"/>
          <p:cNvSpPr>
            <a:spLocks noGrp="1"/>
          </p:cNvSpPr>
          <p:nvPr>
            <p:ph type="dt" sz="half" idx="18"/>
          </p:nvPr>
        </p:nvSpPr>
        <p:spPr/>
        <p:txBody>
          <a:bodyPr/>
          <a:lstStyle/>
          <a:p>
            <a:fld id="{52881A47-CEF9-4669-A5B6-716FAA3F8A03}"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4" name="Inhaltsplatzhalter 8"/>
          <p:cNvSpPr>
            <a:spLocks noGrp="1"/>
          </p:cNvSpPr>
          <p:nvPr>
            <p:ph sz="quarter" idx="14" hasCustomPrompt="1"/>
          </p:nvPr>
        </p:nvSpPr>
        <p:spPr>
          <a:xfrm>
            <a:off x="1" y="0"/>
            <a:ext cx="4467224" cy="3724276"/>
          </a:xfrm>
          <a:solidFill>
            <a:schemeClr val="bg1">
              <a:lumMod val="95000"/>
            </a:schemeClr>
          </a:solidFill>
        </p:spPr>
        <p:txBody>
          <a:bodyPr anchor="ctr"/>
          <a:lstStyle>
            <a:lvl1pPr marL="0" indent="0" algn="ctr">
              <a:buFontTx/>
              <a:buNone/>
              <a:defRPr/>
            </a:lvl1pPr>
          </a:lstStyle>
          <a:p>
            <a:r>
              <a:rPr lang="de-DE" dirty="0"/>
              <a:t>Click to </a:t>
            </a:r>
            <a:r>
              <a:rPr lang="de-DE" dirty="0" err="1"/>
              <a:t>add</a:t>
            </a:r>
            <a:r>
              <a:rPr lang="de-DE" dirty="0"/>
              <a:t> </a:t>
            </a:r>
            <a:r>
              <a:rPr lang="de-DE" dirty="0" err="1"/>
              <a:t>picture</a:t>
            </a:r>
            <a:endParaRPr lang="de-DE" dirty="0"/>
          </a:p>
        </p:txBody>
      </p:sp>
      <p:sp>
        <p:nvSpPr>
          <p:cNvPr id="5" name="Textplatzhalter 5"/>
          <p:cNvSpPr>
            <a:spLocks noGrp="1"/>
          </p:cNvSpPr>
          <p:nvPr>
            <p:ph type="body" sz="quarter" idx="15" hasCustomPrompt="1"/>
          </p:nvPr>
        </p:nvSpPr>
        <p:spPr>
          <a:xfrm>
            <a:off x="250826" y="3853302"/>
            <a:ext cx="4216400" cy="431800"/>
          </a:xfrm>
        </p:spPr>
        <p:txBody>
          <a:bodyPr/>
          <a:lstStyle>
            <a:lvl1pPr>
              <a:defRPr sz="1150"/>
            </a:lvl1pPr>
            <a:lvl2pPr>
              <a:defRPr sz="1150"/>
            </a:lvl2pPr>
            <a:lvl3pPr>
              <a:defRPr sz="1150"/>
            </a:lvl3pPr>
            <a:lvl4pPr>
              <a:defRPr sz="1150"/>
            </a:lvl4pPr>
            <a:lvl5pPr>
              <a:defRPr sz="1150"/>
            </a:lvl5pPr>
          </a:lstStyle>
          <a:p>
            <a:pPr marL="0" indent="0">
              <a:buFontTx/>
              <a:buNone/>
            </a:pPr>
            <a:r>
              <a:rPr lang="de-DE" sz="1150" dirty="0">
                <a:solidFill>
                  <a:schemeClr val="tx1"/>
                </a:solidFill>
              </a:rPr>
              <a:t>Click </a:t>
            </a:r>
            <a:r>
              <a:rPr lang="de-DE" sz="1150" dirty="0" err="1">
                <a:solidFill>
                  <a:schemeClr val="tx1"/>
                </a:solidFill>
              </a:rPr>
              <a:t>to</a:t>
            </a:r>
            <a:r>
              <a:rPr lang="de-DE" sz="1150" dirty="0">
                <a:solidFill>
                  <a:schemeClr val="tx1"/>
                </a:solidFill>
              </a:rPr>
              <a:t> </a:t>
            </a:r>
            <a:r>
              <a:rPr lang="de-DE" sz="1150" dirty="0" err="1">
                <a:solidFill>
                  <a:schemeClr val="tx1"/>
                </a:solidFill>
              </a:rPr>
              <a:t>edit</a:t>
            </a:r>
            <a:r>
              <a:rPr lang="de-DE" sz="1150" dirty="0">
                <a:solidFill>
                  <a:schemeClr val="tx1"/>
                </a:solidFill>
              </a:rPr>
              <a:t> </a:t>
            </a:r>
            <a:r>
              <a:rPr lang="de-DE" sz="1150" dirty="0" err="1">
                <a:solidFill>
                  <a:schemeClr val="tx1"/>
                </a:solidFill>
              </a:rPr>
              <a:t>caption</a:t>
            </a:r>
            <a:r>
              <a:rPr lang="de-DE" sz="1150" dirty="0">
                <a:solidFill>
                  <a:schemeClr val="tx1"/>
                </a:solidFill>
              </a:rPr>
              <a:t> (optional)</a:t>
            </a:r>
          </a:p>
        </p:txBody>
      </p:sp>
      <p:sp>
        <p:nvSpPr>
          <p:cNvPr id="7" name="Inhaltsplatzhalter 8"/>
          <p:cNvSpPr>
            <a:spLocks noGrp="1"/>
          </p:cNvSpPr>
          <p:nvPr>
            <p:ph sz="quarter" idx="16" hasCustomPrompt="1"/>
          </p:nvPr>
        </p:nvSpPr>
        <p:spPr>
          <a:xfrm>
            <a:off x="4674122" y="-1"/>
            <a:ext cx="4467224" cy="3724276"/>
          </a:xfrm>
          <a:solidFill>
            <a:schemeClr val="bg1">
              <a:lumMod val="95000"/>
            </a:schemeClr>
          </a:solidFill>
        </p:spPr>
        <p:txBody>
          <a:bodyPr anchor="ctr"/>
          <a:lstStyle>
            <a:lvl1pPr marL="0" indent="0" algn="ctr">
              <a:buFontTx/>
              <a:buNone/>
              <a:defRPr/>
            </a:lvl1pPr>
          </a:lstStyle>
          <a:p>
            <a:r>
              <a:rPr lang="de-DE" dirty="0"/>
              <a:t>Click to </a:t>
            </a:r>
            <a:r>
              <a:rPr lang="de-DE" dirty="0" err="1"/>
              <a:t>add</a:t>
            </a:r>
            <a:r>
              <a:rPr lang="de-DE" dirty="0"/>
              <a:t> </a:t>
            </a:r>
            <a:r>
              <a:rPr lang="de-DE" dirty="0" err="1"/>
              <a:t>picture</a:t>
            </a:r>
            <a:endParaRPr lang="de-DE" dirty="0"/>
          </a:p>
        </p:txBody>
      </p:sp>
      <p:sp>
        <p:nvSpPr>
          <p:cNvPr id="8" name="Textplatzhalter 5"/>
          <p:cNvSpPr>
            <a:spLocks noGrp="1"/>
          </p:cNvSpPr>
          <p:nvPr>
            <p:ph type="body" sz="quarter" idx="17" hasCustomPrompt="1"/>
          </p:nvPr>
        </p:nvSpPr>
        <p:spPr>
          <a:xfrm>
            <a:off x="4676775" y="3853302"/>
            <a:ext cx="4216400" cy="431800"/>
          </a:xfrm>
        </p:spPr>
        <p:txBody>
          <a:bodyPr/>
          <a:lstStyle>
            <a:lvl1pPr>
              <a:defRPr sz="1150"/>
            </a:lvl1pPr>
            <a:lvl2pPr>
              <a:defRPr sz="1150"/>
            </a:lvl2pPr>
            <a:lvl3pPr>
              <a:defRPr sz="1150"/>
            </a:lvl3pPr>
            <a:lvl4pPr>
              <a:defRPr sz="1150"/>
            </a:lvl4pPr>
            <a:lvl5pPr>
              <a:defRPr sz="1150"/>
            </a:lvl5pPr>
          </a:lstStyle>
          <a:p>
            <a:pPr marL="0" indent="0">
              <a:buFontTx/>
              <a:buNone/>
            </a:pPr>
            <a:r>
              <a:rPr lang="de-DE" sz="1150" dirty="0">
                <a:solidFill>
                  <a:schemeClr val="tx1"/>
                </a:solidFill>
              </a:rPr>
              <a:t>Click </a:t>
            </a:r>
            <a:r>
              <a:rPr lang="de-DE" sz="1150" dirty="0" err="1">
                <a:solidFill>
                  <a:schemeClr val="tx1"/>
                </a:solidFill>
              </a:rPr>
              <a:t>to</a:t>
            </a:r>
            <a:r>
              <a:rPr lang="de-DE" sz="1150" dirty="0">
                <a:solidFill>
                  <a:schemeClr val="tx1"/>
                </a:solidFill>
              </a:rPr>
              <a:t> </a:t>
            </a:r>
            <a:r>
              <a:rPr lang="de-DE" sz="1150" dirty="0" err="1">
                <a:solidFill>
                  <a:schemeClr val="tx1"/>
                </a:solidFill>
              </a:rPr>
              <a:t>edit</a:t>
            </a:r>
            <a:r>
              <a:rPr lang="de-DE" sz="1150" dirty="0">
                <a:solidFill>
                  <a:schemeClr val="tx1"/>
                </a:solidFill>
              </a:rPr>
              <a:t> </a:t>
            </a:r>
            <a:r>
              <a:rPr lang="de-DE" sz="1150" dirty="0" err="1">
                <a:solidFill>
                  <a:schemeClr val="tx1"/>
                </a:solidFill>
              </a:rPr>
              <a:t>caption</a:t>
            </a:r>
            <a:r>
              <a:rPr lang="de-DE" sz="1150" dirty="0">
                <a:solidFill>
                  <a:schemeClr val="tx1"/>
                </a:solidFill>
              </a:rPr>
              <a:t> (optional)</a:t>
            </a:r>
          </a:p>
        </p:txBody>
      </p:sp>
      <p:sp>
        <p:nvSpPr>
          <p:cNvPr id="9" name="Rechteck 8"/>
          <p:cNvSpPr/>
          <p:nvPr userDrawn="1"/>
        </p:nvSpPr>
        <p:spPr>
          <a:xfrm>
            <a:off x="260974" y="-524594"/>
            <a:ext cx="432048" cy="28803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p:cNvSpPr/>
          <p:nvPr userDrawn="1"/>
        </p:nvSpPr>
        <p:spPr>
          <a:xfrm>
            <a:off x="822776" y="-524594"/>
            <a:ext cx="432048" cy="288032"/>
          </a:xfrm>
          <a:prstGeom prst="rect">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1" name="Rechteck 10"/>
          <p:cNvSpPr/>
          <p:nvPr userDrawn="1"/>
        </p:nvSpPr>
        <p:spPr>
          <a:xfrm>
            <a:off x="1384578" y="-524594"/>
            <a:ext cx="432048" cy="288032"/>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DE"/>
          </a:p>
        </p:txBody>
      </p:sp>
      <p:sp>
        <p:nvSpPr>
          <p:cNvPr id="12" name="Rechteck 11"/>
          <p:cNvSpPr/>
          <p:nvPr userDrawn="1"/>
        </p:nvSpPr>
        <p:spPr>
          <a:xfrm>
            <a:off x="1946380" y="-524594"/>
            <a:ext cx="432048" cy="288032"/>
          </a:xfrm>
          <a:prstGeom prst="rect">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de-DE"/>
          </a:p>
        </p:txBody>
      </p:sp>
      <p:sp>
        <p:nvSpPr>
          <p:cNvPr id="13" name="Rechteck 12"/>
          <p:cNvSpPr/>
          <p:nvPr userDrawn="1"/>
        </p:nvSpPr>
        <p:spPr>
          <a:xfrm>
            <a:off x="2508182" y="-524594"/>
            <a:ext cx="432048" cy="288032"/>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de-DE"/>
          </a:p>
        </p:txBody>
      </p:sp>
      <p:sp>
        <p:nvSpPr>
          <p:cNvPr id="14" name="Rechteck 13"/>
          <p:cNvSpPr/>
          <p:nvPr userDrawn="1"/>
        </p:nvSpPr>
        <p:spPr>
          <a:xfrm>
            <a:off x="3069984" y="-524594"/>
            <a:ext cx="432048" cy="28803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de-DE"/>
          </a:p>
        </p:txBody>
      </p:sp>
      <p:sp>
        <p:nvSpPr>
          <p:cNvPr id="16" name="Textfeld 15"/>
          <p:cNvSpPr txBox="1"/>
          <p:nvPr userDrawn="1"/>
        </p:nvSpPr>
        <p:spPr>
          <a:xfrm>
            <a:off x="250825" y="-754564"/>
            <a:ext cx="3025031" cy="138499"/>
          </a:xfrm>
          <a:prstGeom prst="rect">
            <a:avLst/>
          </a:prstGeom>
        </p:spPr>
        <p:txBody>
          <a:bodyPr wrap="square" lIns="0" tIns="0" rIns="0" bIns="0" numCol="1" spcCol="216000" rtlCol="0">
            <a:spAutoFit/>
          </a:bodyPr>
          <a:lstStyle/>
          <a:p>
            <a:pPr marL="0" indent="0" defTabSz="0">
              <a:lnSpc>
                <a:spcPct val="100000"/>
              </a:lnSpc>
              <a:spcBef>
                <a:spcPts val="0"/>
              </a:spcBef>
              <a:buFontTx/>
              <a:buNone/>
              <a:tabLst>
                <a:tab pos="180000" algn="l"/>
              </a:tabLst>
            </a:pPr>
            <a:r>
              <a:rPr lang="de-DE" sz="900">
                <a:solidFill>
                  <a:schemeClr val="tx1"/>
                </a:solidFill>
              </a:rPr>
              <a:t>TU colors for graphics and diagrams</a:t>
            </a:r>
            <a:endParaRPr lang="de-DE" sz="900" dirty="0">
              <a:solidFill>
                <a:schemeClr val="tx1"/>
              </a:solidFill>
            </a:endParaRPr>
          </a:p>
        </p:txBody>
      </p:sp>
    </p:spTree>
    <p:extLst>
      <p:ext uri="{BB962C8B-B14F-4D97-AF65-F5344CB8AC3E}">
        <p14:creationId xmlns:p14="http://schemas.microsoft.com/office/powerpoint/2010/main" val="3808379435"/>
      </p:ext>
    </p:extLst>
  </p:cSld>
  <p:clrMapOvr>
    <a:masterClrMapping/>
  </p:clrMapOvr>
  <p:extLst>
    <p:ext uri="{DCECCB84-F9BA-43D5-87BE-67443E8EF086}">
      <p15:sldGuideLst xmlns:p15="http://schemas.microsoft.com/office/powerpoint/2012/main">
        <p15:guide id="1" pos="2880" userDrawn="1">
          <p15:clr>
            <a:srgbClr val="FBAE40"/>
          </p15:clr>
        </p15:guide>
        <p15:guide id="2" pos="2944" userDrawn="1">
          <p15:clr>
            <a:srgbClr val="FBAE40"/>
          </p15:clr>
        </p15:guide>
        <p15:guide id="3" pos="2816" userDrawn="1">
          <p15:clr>
            <a:srgbClr val="FBAE40"/>
          </p15:clr>
        </p15:guide>
        <p15:guide id="4" orient="horz" pos="261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ster Slide Chapter Break">
    <p:spTree>
      <p:nvGrpSpPr>
        <p:cNvPr id="1" name=""/>
        <p:cNvGrpSpPr/>
        <p:nvPr/>
      </p:nvGrpSpPr>
      <p:grpSpPr>
        <a:xfrm>
          <a:off x="0" y="0"/>
          <a:ext cx="0" cy="0"/>
          <a:chOff x="0" y="0"/>
          <a:chExt cx="0" cy="0"/>
        </a:xfrm>
      </p:grpSpPr>
      <p:sp>
        <p:nvSpPr>
          <p:cNvPr id="4" name="Fußzeilenplatzhalter 3"/>
          <p:cNvSpPr>
            <a:spLocks noGrp="1"/>
          </p:cNvSpPr>
          <p:nvPr>
            <p:ph type="ftr" sz="quarter" idx="18"/>
          </p:nvPr>
        </p:nvSpPr>
        <p:spPr/>
        <p:txBody>
          <a:bodyPr/>
          <a:lstStyle/>
          <a:p>
            <a:r>
              <a:rPr lang="en-US" dirty="0"/>
              <a:t>Group G2, PAS | MLME Project</a:t>
            </a:r>
            <a:endParaRPr lang="de-DE" dirty="0"/>
          </a:p>
        </p:txBody>
      </p:sp>
      <p:sp>
        <p:nvSpPr>
          <p:cNvPr id="2" name="Datumsplatzhalter 1"/>
          <p:cNvSpPr>
            <a:spLocks noGrp="1"/>
          </p:cNvSpPr>
          <p:nvPr>
            <p:ph type="dt" sz="half" idx="17"/>
          </p:nvPr>
        </p:nvSpPr>
        <p:spPr/>
        <p:txBody>
          <a:bodyPr/>
          <a:lstStyle/>
          <a:p>
            <a:fld id="{BDAA4B11-B4B0-49B5-A03B-13E36C198DFC}"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12" name="Rechteck 11"/>
          <p:cNvSpPr/>
          <p:nvPr userDrawn="1"/>
        </p:nvSpPr>
        <p:spPr>
          <a:xfrm>
            <a:off x="0" y="0"/>
            <a:ext cx="9144000" cy="4516438"/>
          </a:xfrm>
          <a:prstGeom prst="rect">
            <a:avLst/>
          </a:prstGeom>
          <a:solidFill>
            <a:srgbClr val="84B81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Textplatzhalter 9"/>
          <p:cNvSpPr>
            <a:spLocks noGrp="1"/>
          </p:cNvSpPr>
          <p:nvPr>
            <p:ph type="body" sz="quarter" idx="15" hasCustomPrompt="1"/>
          </p:nvPr>
        </p:nvSpPr>
        <p:spPr>
          <a:xfrm>
            <a:off x="688827" y="2742739"/>
            <a:ext cx="3600251" cy="576064"/>
          </a:xfrm>
        </p:spPr>
        <p:txBody>
          <a:bodyPr/>
          <a:lstStyle>
            <a:lvl1pPr marL="0" indent="0">
              <a:buFontTx/>
              <a:buNone/>
              <a:defRPr sz="3200">
                <a:solidFill>
                  <a:schemeClr val="bg1"/>
                </a:solidFill>
              </a:defRPr>
            </a:lvl1pPr>
          </a:lstStyle>
          <a:p>
            <a:pPr lvl="0"/>
            <a:r>
              <a:rPr lang="de-DE" dirty="0"/>
              <a:t>CHAPTER 01</a:t>
            </a:r>
          </a:p>
        </p:txBody>
      </p:sp>
      <p:sp>
        <p:nvSpPr>
          <p:cNvPr id="11" name="Textplatzhalter 9"/>
          <p:cNvSpPr>
            <a:spLocks noGrp="1"/>
          </p:cNvSpPr>
          <p:nvPr>
            <p:ph type="body" sz="quarter" idx="16" hasCustomPrompt="1"/>
          </p:nvPr>
        </p:nvSpPr>
        <p:spPr>
          <a:xfrm>
            <a:off x="684213" y="3436243"/>
            <a:ext cx="7775575" cy="576064"/>
          </a:xfrm>
        </p:spPr>
        <p:txBody>
          <a:bodyPr/>
          <a:lstStyle>
            <a:lvl1pPr marL="0" indent="0">
              <a:buFontTx/>
              <a:buNone/>
              <a:defRPr sz="2200">
                <a:solidFill>
                  <a:schemeClr val="bg1"/>
                </a:solidFill>
              </a:defRPr>
            </a:lvl1pPr>
          </a:lstStyle>
          <a:p>
            <a:pPr lvl="0"/>
            <a:r>
              <a:rPr lang="de-DE" dirty="0"/>
              <a:t>Click </a:t>
            </a:r>
            <a:r>
              <a:rPr lang="de-DE" dirty="0" err="1"/>
              <a:t>to</a:t>
            </a:r>
            <a:r>
              <a:rPr lang="de-DE" dirty="0"/>
              <a:t> </a:t>
            </a:r>
            <a:r>
              <a:rPr lang="de-DE" dirty="0" err="1"/>
              <a:t>edit</a:t>
            </a:r>
            <a:r>
              <a:rPr lang="de-DE" dirty="0"/>
              <a:t> </a:t>
            </a:r>
            <a:r>
              <a:rPr lang="de-DE" dirty="0" err="1"/>
              <a:t>subline</a:t>
            </a:r>
            <a:r>
              <a:rPr lang="de-DE" dirty="0"/>
              <a:t> (optional)</a:t>
            </a:r>
          </a:p>
        </p:txBody>
      </p:sp>
    </p:spTree>
    <p:extLst>
      <p:ext uri="{BB962C8B-B14F-4D97-AF65-F5344CB8AC3E}">
        <p14:creationId xmlns:p14="http://schemas.microsoft.com/office/powerpoint/2010/main" val="2919096858"/>
      </p:ext>
    </p:extLst>
  </p:cSld>
  <p:clrMapOvr>
    <a:masterClrMapping/>
  </p:clrMapOvr>
  <p:extLst>
    <p:ext uri="{DCECCB84-F9BA-43D5-87BE-67443E8EF086}">
      <p15:sldGuideLst xmlns:p15="http://schemas.microsoft.com/office/powerpoint/2012/main">
        <p15:guide id="1" orient="horz" pos="259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ster Slide Chapter Break + Picture">
    <p:spTree>
      <p:nvGrpSpPr>
        <p:cNvPr id="1" name=""/>
        <p:cNvGrpSpPr/>
        <p:nvPr/>
      </p:nvGrpSpPr>
      <p:grpSpPr>
        <a:xfrm>
          <a:off x="0" y="0"/>
          <a:ext cx="0" cy="0"/>
          <a:chOff x="0" y="0"/>
          <a:chExt cx="0" cy="0"/>
        </a:xfrm>
      </p:grpSpPr>
      <p:sp>
        <p:nvSpPr>
          <p:cNvPr id="4" name="Fußzeilenplatzhalter 3"/>
          <p:cNvSpPr>
            <a:spLocks noGrp="1"/>
          </p:cNvSpPr>
          <p:nvPr>
            <p:ph type="ftr" sz="quarter" idx="19"/>
          </p:nvPr>
        </p:nvSpPr>
        <p:spPr/>
        <p:txBody>
          <a:bodyPr/>
          <a:lstStyle/>
          <a:p>
            <a:r>
              <a:rPr lang="en-US" dirty="0"/>
              <a:t>Group G2, PAS | MLME Project</a:t>
            </a:r>
            <a:endParaRPr lang="de-DE" dirty="0"/>
          </a:p>
        </p:txBody>
      </p:sp>
      <p:sp>
        <p:nvSpPr>
          <p:cNvPr id="2" name="Datumsplatzhalter 1"/>
          <p:cNvSpPr>
            <a:spLocks noGrp="1"/>
          </p:cNvSpPr>
          <p:nvPr>
            <p:ph type="dt" sz="half" idx="18"/>
          </p:nvPr>
        </p:nvSpPr>
        <p:spPr/>
        <p:txBody>
          <a:bodyPr/>
          <a:lstStyle/>
          <a:p>
            <a:fld id="{A7DE7521-E1C3-41F3-AA5C-FE982A513A48}"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8" name="Bildplatzhalter 7"/>
          <p:cNvSpPr>
            <a:spLocks noGrp="1"/>
          </p:cNvSpPr>
          <p:nvPr>
            <p:ph type="pic" sz="quarter" idx="17" hasCustomPrompt="1"/>
          </p:nvPr>
        </p:nvSpPr>
        <p:spPr>
          <a:xfrm>
            <a:off x="0" y="0"/>
            <a:ext cx="9144000" cy="4516438"/>
          </a:xfrm>
          <a:solidFill>
            <a:schemeClr val="bg1">
              <a:lumMod val="95000"/>
            </a:schemeClr>
          </a:solidFill>
        </p:spPr>
        <p:txBody>
          <a:bodyPr anchor="ctr"/>
          <a:lstStyle>
            <a:lvl1pPr marL="0" indent="0" algn="ctr">
              <a:buFontTx/>
              <a:buNone/>
              <a:defRPr/>
            </a:lvl1pPr>
          </a:lstStyle>
          <a:p>
            <a:r>
              <a:rPr lang="de-DE" dirty="0"/>
              <a:t>Click to </a:t>
            </a:r>
            <a:r>
              <a:rPr lang="de-DE" dirty="0" err="1"/>
              <a:t>add</a:t>
            </a:r>
            <a:r>
              <a:rPr lang="de-DE" dirty="0"/>
              <a:t> </a:t>
            </a:r>
            <a:r>
              <a:rPr lang="de-DE" dirty="0" err="1"/>
              <a:t>picture</a:t>
            </a:r>
            <a:endParaRPr lang="de-DE" dirty="0"/>
          </a:p>
        </p:txBody>
      </p:sp>
      <p:sp>
        <p:nvSpPr>
          <p:cNvPr id="5" name="Textplatzhalter 9"/>
          <p:cNvSpPr>
            <a:spLocks noGrp="1"/>
          </p:cNvSpPr>
          <p:nvPr>
            <p:ph type="body" sz="quarter" idx="15" hasCustomPrompt="1"/>
          </p:nvPr>
        </p:nvSpPr>
        <p:spPr>
          <a:xfrm>
            <a:off x="688827" y="2742739"/>
            <a:ext cx="3600251" cy="576064"/>
          </a:xfrm>
        </p:spPr>
        <p:txBody>
          <a:bodyPr/>
          <a:lstStyle>
            <a:lvl1pPr marL="0" indent="0">
              <a:buFontTx/>
              <a:buNone/>
              <a:defRPr sz="3200">
                <a:solidFill>
                  <a:schemeClr val="bg1"/>
                </a:solidFill>
              </a:defRPr>
            </a:lvl1pPr>
          </a:lstStyle>
          <a:p>
            <a:pPr lvl="0"/>
            <a:r>
              <a:rPr lang="de-DE" dirty="0"/>
              <a:t>CHAPTER 01</a:t>
            </a:r>
          </a:p>
        </p:txBody>
      </p:sp>
      <p:sp>
        <p:nvSpPr>
          <p:cNvPr id="6" name="Textplatzhalter 9"/>
          <p:cNvSpPr>
            <a:spLocks noGrp="1"/>
          </p:cNvSpPr>
          <p:nvPr>
            <p:ph type="body" sz="quarter" idx="16" hasCustomPrompt="1"/>
          </p:nvPr>
        </p:nvSpPr>
        <p:spPr>
          <a:xfrm>
            <a:off x="684213" y="3436243"/>
            <a:ext cx="7775575" cy="576064"/>
          </a:xfrm>
        </p:spPr>
        <p:txBody>
          <a:bodyPr/>
          <a:lstStyle>
            <a:lvl1pPr marL="0" indent="0">
              <a:buFontTx/>
              <a:buNone/>
              <a:defRPr sz="2200">
                <a:solidFill>
                  <a:schemeClr val="bg1"/>
                </a:solidFill>
              </a:defRPr>
            </a:lvl1pPr>
          </a:lstStyle>
          <a:p>
            <a:pPr lvl="0"/>
            <a:r>
              <a:rPr lang="de-DE" dirty="0"/>
              <a:t>Click </a:t>
            </a:r>
            <a:r>
              <a:rPr lang="de-DE" dirty="0" err="1"/>
              <a:t>to</a:t>
            </a:r>
            <a:r>
              <a:rPr lang="de-DE" dirty="0"/>
              <a:t> </a:t>
            </a:r>
            <a:r>
              <a:rPr lang="de-DE" dirty="0" err="1"/>
              <a:t>edit</a:t>
            </a:r>
            <a:r>
              <a:rPr lang="de-DE" dirty="0"/>
              <a:t> </a:t>
            </a:r>
            <a:r>
              <a:rPr lang="de-DE" dirty="0" err="1"/>
              <a:t>subline</a:t>
            </a:r>
            <a:r>
              <a:rPr lang="de-DE" dirty="0"/>
              <a:t> (optional)</a:t>
            </a:r>
          </a:p>
        </p:txBody>
      </p:sp>
      <p:cxnSp>
        <p:nvCxnSpPr>
          <p:cNvPr id="9" name="Gerade Verbindung 8"/>
          <p:cNvCxnSpPr/>
          <p:nvPr userDrawn="1"/>
        </p:nvCxnSpPr>
        <p:spPr>
          <a:xfrm>
            <a:off x="-126937" y="4515960"/>
            <a:ext cx="9300818" cy="478"/>
          </a:xfrm>
          <a:prstGeom prst="line">
            <a:avLst/>
          </a:prstGeom>
          <a:ln w="12700">
            <a:solidFill>
              <a:srgbClr val="84B81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27442894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ster Slide End / Contact">
    <p:spTree>
      <p:nvGrpSpPr>
        <p:cNvPr id="1" name=""/>
        <p:cNvGrpSpPr/>
        <p:nvPr/>
      </p:nvGrpSpPr>
      <p:grpSpPr>
        <a:xfrm>
          <a:off x="0" y="0"/>
          <a:ext cx="0" cy="0"/>
          <a:chOff x="0" y="0"/>
          <a:chExt cx="0" cy="0"/>
        </a:xfrm>
      </p:grpSpPr>
      <p:sp>
        <p:nvSpPr>
          <p:cNvPr id="4" name="Fußzeilenplatzhalter 3"/>
          <p:cNvSpPr>
            <a:spLocks noGrp="1"/>
          </p:cNvSpPr>
          <p:nvPr>
            <p:ph type="ftr" sz="quarter" idx="14"/>
          </p:nvPr>
        </p:nvSpPr>
        <p:spPr/>
        <p:txBody>
          <a:bodyPr/>
          <a:lstStyle/>
          <a:p>
            <a:r>
              <a:rPr lang="en-US" dirty="0"/>
              <a:t>Group G2, PAS | MLME Project</a:t>
            </a:r>
            <a:endParaRPr lang="de-DE" dirty="0"/>
          </a:p>
        </p:txBody>
      </p:sp>
      <p:sp>
        <p:nvSpPr>
          <p:cNvPr id="2" name="Datumsplatzhalter 1"/>
          <p:cNvSpPr>
            <a:spLocks noGrp="1"/>
          </p:cNvSpPr>
          <p:nvPr>
            <p:ph type="dt" sz="half" idx="13"/>
          </p:nvPr>
        </p:nvSpPr>
        <p:spPr/>
        <p:txBody>
          <a:bodyPr/>
          <a:lstStyle/>
          <a:p>
            <a:fld id="{5D9E04B5-CB26-4E6C-B931-A7DF7A4B9FD8}" type="datetime1">
              <a:rPr lang="en-US" smtClean="0"/>
              <a:t>7/9/2025</a:t>
            </a:fld>
            <a:endParaRPr lang="de-DE" dirty="0"/>
          </a:p>
        </p:txBody>
      </p:sp>
      <p:sp>
        <p:nvSpPr>
          <p:cNvPr id="3" name="Foliennummernplatzhalter 2"/>
          <p:cNvSpPr>
            <a:spLocks noGrp="1"/>
          </p:cNvSpPr>
          <p:nvPr>
            <p:ph type="sldNum" sz="quarter" idx="10"/>
          </p:nvPr>
        </p:nvSpPr>
        <p:spPr/>
        <p:txBody>
          <a:bodyPr/>
          <a:lstStyle/>
          <a:p>
            <a:fld id="{63CECEBB-547B-4598-95D8-3FB4D608B5D5}" type="slidenum">
              <a:rPr lang="de-DE" smtClean="0"/>
              <a:pPr/>
              <a:t>‹Nr.›</a:t>
            </a:fld>
            <a:endParaRPr lang="de-DE" dirty="0"/>
          </a:p>
        </p:txBody>
      </p:sp>
      <p:sp>
        <p:nvSpPr>
          <p:cNvPr id="5" name="Textplatzhalter 4"/>
          <p:cNvSpPr>
            <a:spLocks noGrp="1"/>
          </p:cNvSpPr>
          <p:nvPr>
            <p:ph type="body" sz="quarter" idx="11" hasCustomPrompt="1"/>
          </p:nvPr>
        </p:nvSpPr>
        <p:spPr>
          <a:xfrm>
            <a:off x="975472" y="471192"/>
            <a:ext cx="6192738" cy="914400"/>
          </a:xfrm>
        </p:spPr>
        <p:txBody>
          <a:bodyPr/>
          <a:lstStyle>
            <a:lvl1pPr marL="0" indent="0">
              <a:spcBef>
                <a:spcPts val="0"/>
              </a:spcBef>
              <a:buNone/>
              <a:defRPr sz="2800" baseline="0">
                <a:solidFill>
                  <a:srgbClr val="84B819"/>
                </a:solidFill>
              </a:defRPr>
            </a:lvl1pPr>
            <a:lvl2pPr>
              <a:defRPr sz="2800"/>
            </a:lvl2pPr>
            <a:lvl3pPr>
              <a:defRPr sz="2800"/>
            </a:lvl3pPr>
            <a:lvl4pPr>
              <a:defRPr sz="2800"/>
            </a:lvl4pPr>
            <a:lvl5pPr>
              <a:defRPr sz="2800"/>
            </a:lvl5pPr>
          </a:lstStyle>
          <a:p>
            <a:pPr lvl="0"/>
            <a:r>
              <a:rPr lang="de-DE" dirty="0"/>
              <a:t>Click to </a:t>
            </a:r>
            <a:r>
              <a:rPr lang="de-DE" dirty="0" err="1"/>
              <a:t>edit</a:t>
            </a:r>
            <a:r>
              <a:rPr lang="de-DE" dirty="0"/>
              <a:t> title: </a:t>
            </a:r>
            <a:r>
              <a:rPr lang="de-DE" dirty="0" err="1"/>
              <a:t>Thank</a:t>
            </a:r>
            <a:r>
              <a:rPr lang="de-DE" dirty="0"/>
              <a:t> </a:t>
            </a:r>
            <a:r>
              <a:rPr lang="de-DE" dirty="0" err="1"/>
              <a:t>you</a:t>
            </a:r>
            <a:r>
              <a:rPr lang="de-DE" dirty="0"/>
              <a:t> </a:t>
            </a:r>
            <a:r>
              <a:rPr lang="de-DE" dirty="0" err="1"/>
              <a:t>for</a:t>
            </a:r>
            <a:r>
              <a:rPr lang="de-DE" dirty="0"/>
              <a:t> </a:t>
            </a:r>
            <a:r>
              <a:rPr lang="de-DE" dirty="0" err="1"/>
              <a:t>your</a:t>
            </a:r>
            <a:r>
              <a:rPr lang="de-DE" dirty="0"/>
              <a:t> </a:t>
            </a:r>
            <a:r>
              <a:rPr lang="de-DE" dirty="0" err="1"/>
              <a:t>attention</a:t>
            </a:r>
            <a:endParaRPr lang="de-DE" dirty="0"/>
          </a:p>
        </p:txBody>
      </p:sp>
      <p:sp>
        <p:nvSpPr>
          <p:cNvPr id="7" name="Textplatzhalter 6"/>
          <p:cNvSpPr>
            <a:spLocks noGrp="1"/>
          </p:cNvSpPr>
          <p:nvPr>
            <p:ph type="body" sz="quarter" idx="12" hasCustomPrompt="1"/>
          </p:nvPr>
        </p:nvSpPr>
        <p:spPr>
          <a:xfrm>
            <a:off x="977899" y="1725613"/>
            <a:ext cx="6190311" cy="1998662"/>
          </a:xfrm>
        </p:spPr>
        <p:txBody>
          <a:bodyPr/>
          <a:lstStyle>
            <a:lvl1pPr marL="0" indent="0">
              <a:buNone/>
              <a:defRPr baseline="0"/>
            </a:lvl1pPr>
          </a:lstStyle>
          <a:p>
            <a:pPr defTabSz="0">
              <a:spcBef>
                <a:spcPts val="50"/>
              </a:spcBef>
              <a:tabLst>
                <a:tab pos="180000" algn="l"/>
              </a:tabLst>
            </a:pPr>
            <a:r>
              <a:rPr lang="de-DE" dirty="0"/>
              <a:t>Click to </a:t>
            </a:r>
            <a:r>
              <a:rPr lang="de-DE" dirty="0" err="1"/>
              <a:t>add</a:t>
            </a:r>
            <a:r>
              <a:rPr lang="de-DE" dirty="0"/>
              <a:t> </a:t>
            </a:r>
            <a:r>
              <a:rPr lang="de-DE" dirty="0" err="1"/>
              <a:t>your</a:t>
            </a:r>
            <a:r>
              <a:rPr lang="de-DE" dirty="0"/>
              <a:t> </a:t>
            </a:r>
            <a:r>
              <a:rPr lang="de-DE" dirty="0" err="1"/>
              <a:t>contact</a:t>
            </a:r>
            <a:r>
              <a:rPr lang="de-DE" dirty="0"/>
              <a:t> </a:t>
            </a:r>
            <a:r>
              <a:rPr lang="de-DE" dirty="0" err="1"/>
              <a:t>data</a:t>
            </a:r>
            <a:endParaRPr lang="de-DE" dirty="0"/>
          </a:p>
          <a:p>
            <a:pPr lvl="0"/>
            <a:endParaRPr lang="de-DE" dirty="0"/>
          </a:p>
        </p:txBody>
      </p:sp>
    </p:spTree>
    <p:extLst>
      <p:ext uri="{BB962C8B-B14F-4D97-AF65-F5344CB8AC3E}">
        <p14:creationId xmlns:p14="http://schemas.microsoft.com/office/powerpoint/2010/main" val="3741102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5"/>
          <p:cNvSpPr>
            <a:spLocks noGrp="1"/>
          </p:cNvSpPr>
          <p:nvPr>
            <p:ph type="sldNum" sz="quarter" idx="4"/>
          </p:nvPr>
        </p:nvSpPr>
        <p:spPr>
          <a:xfrm>
            <a:off x="8505371" y="4633878"/>
            <a:ext cx="387803" cy="209938"/>
          </a:xfrm>
          <a:prstGeom prst="rect">
            <a:avLst/>
          </a:prstGeom>
        </p:spPr>
        <p:txBody>
          <a:bodyPr vert="horz" lIns="0" tIns="45720" rIns="0" bIns="45720" rtlCol="0" anchor="ctr"/>
          <a:lstStyle>
            <a:lvl1pPr algn="r">
              <a:defRPr sz="1100" b="1">
                <a:solidFill>
                  <a:srgbClr val="84B818"/>
                </a:solidFill>
                <a:latin typeface="Arial" panose="020B0604020202020204" pitchFamily="34" charset="0"/>
                <a:cs typeface="Arial" panose="020B0604020202020204" pitchFamily="34" charset="0"/>
              </a:defRPr>
            </a:lvl1pPr>
          </a:lstStyle>
          <a:p>
            <a:fld id="{63CECEBB-547B-4598-95D8-3FB4D608B5D5}" type="slidenum">
              <a:rPr lang="de-DE" smtClean="0"/>
              <a:pPr/>
              <a:t>‹Nr.›</a:t>
            </a:fld>
            <a:endParaRPr lang="de-DE" dirty="0"/>
          </a:p>
        </p:txBody>
      </p:sp>
      <p:cxnSp>
        <p:nvCxnSpPr>
          <p:cNvPr id="9" name="Gerade Verbindung 8"/>
          <p:cNvCxnSpPr/>
          <p:nvPr userDrawn="1"/>
        </p:nvCxnSpPr>
        <p:spPr>
          <a:xfrm>
            <a:off x="0" y="4516438"/>
            <a:ext cx="9144000" cy="0"/>
          </a:xfrm>
          <a:prstGeom prst="line">
            <a:avLst/>
          </a:prstGeom>
          <a:ln w="12700">
            <a:solidFill>
              <a:srgbClr val="84B819"/>
            </a:solidFill>
          </a:ln>
        </p:spPr>
        <p:style>
          <a:lnRef idx="1">
            <a:schemeClr val="accent3"/>
          </a:lnRef>
          <a:fillRef idx="0">
            <a:schemeClr val="accent3"/>
          </a:fillRef>
          <a:effectRef idx="0">
            <a:schemeClr val="accent3"/>
          </a:effectRef>
          <a:fontRef idx="minor">
            <a:schemeClr val="tx1"/>
          </a:fontRef>
        </p:style>
      </p:cxnSp>
      <p:sp>
        <p:nvSpPr>
          <p:cNvPr id="3" name="Titelplatzhalter 2"/>
          <p:cNvSpPr>
            <a:spLocks noGrp="1"/>
          </p:cNvSpPr>
          <p:nvPr>
            <p:ph type="title"/>
          </p:nvPr>
        </p:nvSpPr>
        <p:spPr>
          <a:xfrm>
            <a:off x="971600" y="3917547"/>
            <a:ext cx="7488187" cy="553970"/>
          </a:xfrm>
          <a:prstGeom prst="rect">
            <a:avLst/>
          </a:prstGeom>
        </p:spPr>
        <p:txBody>
          <a:bodyPr vert="horz" lIns="0" tIns="0" rIns="0" bIns="0" rtlCol="0" anchor="t">
            <a:noAutofit/>
          </a:bodyPr>
          <a:lstStyle/>
          <a:p>
            <a:r>
              <a:rPr lang="de-DE"/>
              <a:t>Mastertitelformat bearbeiten</a:t>
            </a:r>
            <a:endParaRPr lang="de-DE" dirty="0"/>
          </a:p>
        </p:txBody>
      </p:sp>
      <p:sp>
        <p:nvSpPr>
          <p:cNvPr id="4" name="Textplatzhalter 3"/>
          <p:cNvSpPr>
            <a:spLocks noGrp="1"/>
          </p:cNvSpPr>
          <p:nvPr>
            <p:ph type="body" idx="1"/>
          </p:nvPr>
        </p:nvSpPr>
        <p:spPr>
          <a:xfrm>
            <a:off x="684213" y="1058863"/>
            <a:ext cx="7775574" cy="2665412"/>
          </a:xfrm>
          <a:prstGeom prst="rect">
            <a:avLst/>
          </a:prstGeom>
        </p:spPr>
        <p:txBody>
          <a:bodyPr vert="horz" lIns="0" tIns="0" rIns="72000" bIns="0" rtlCol="0">
            <a:noAutofit/>
          </a:bodyPr>
          <a:lstStyle/>
          <a:p>
            <a:pPr lvl="0"/>
            <a:r>
              <a:rPr lang="de-DE" dirty="0"/>
              <a:t>Click </a:t>
            </a:r>
            <a:r>
              <a:rPr lang="de-DE" dirty="0" err="1"/>
              <a:t>to</a:t>
            </a:r>
            <a:r>
              <a:rPr lang="de-DE" dirty="0"/>
              <a:t> </a:t>
            </a:r>
            <a:r>
              <a:rPr lang="de-DE" dirty="0" err="1"/>
              <a:t>edit</a:t>
            </a:r>
            <a:r>
              <a:rPr lang="de-DE" dirty="0"/>
              <a:t> Master </a:t>
            </a:r>
            <a:r>
              <a:rPr lang="de-DE" dirty="0" err="1"/>
              <a:t>text</a:t>
            </a:r>
            <a:r>
              <a:rPr lang="de-DE" dirty="0"/>
              <a:t> </a:t>
            </a:r>
            <a:r>
              <a:rPr lang="de-DE" dirty="0" err="1"/>
              <a:t>styles</a:t>
            </a:r>
            <a:endParaRPr lang="de-DE" dirty="0"/>
          </a:p>
          <a:p>
            <a:pPr lvl="1"/>
            <a:r>
              <a:rPr lang="de-DE" dirty="0"/>
              <a:t>Second </a:t>
            </a:r>
            <a:r>
              <a:rPr lang="de-DE" dirty="0" err="1"/>
              <a:t>level</a:t>
            </a:r>
            <a:endParaRPr lang="de-DE" dirty="0"/>
          </a:p>
          <a:p>
            <a:pPr lvl="2"/>
            <a:r>
              <a:rPr lang="de-DE" dirty="0"/>
              <a:t>Third </a:t>
            </a:r>
            <a:r>
              <a:rPr lang="de-DE" dirty="0" err="1"/>
              <a:t>level</a:t>
            </a:r>
            <a:endParaRPr lang="de-DE" dirty="0"/>
          </a:p>
          <a:p>
            <a:pPr lvl="3"/>
            <a:r>
              <a:rPr lang="de-DE" dirty="0" err="1"/>
              <a:t>Fourth</a:t>
            </a:r>
            <a:r>
              <a:rPr lang="de-DE" dirty="0"/>
              <a:t> </a:t>
            </a:r>
            <a:r>
              <a:rPr lang="de-DE" dirty="0" err="1"/>
              <a:t>level</a:t>
            </a:r>
            <a:endParaRPr lang="de-DE" dirty="0"/>
          </a:p>
          <a:p>
            <a:pPr lvl="4"/>
            <a:r>
              <a:rPr lang="de-DE" dirty="0" err="1"/>
              <a:t>Fifith</a:t>
            </a:r>
            <a:r>
              <a:rPr lang="de-DE" dirty="0"/>
              <a:t> </a:t>
            </a:r>
            <a:r>
              <a:rPr lang="de-DE" dirty="0" err="1"/>
              <a:t>level</a:t>
            </a:r>
            <a:endParaRPr lang="de-DE" dirty="0"/>
          </a:p>
        </p:txBody>
      </p:sp>
      <p:sp>
        <p:nvSpPr>
          <p:cNvPr id="17" name="Datumsplatzhalter 16"/>
          <p:cNvSpPr>
            <a:spLocks noGrp="1"/>
          </p:cNvSpPr>
          <p:nvPr>
            <p:ph type="dt" sz="half" idx="2"/>
          </p:nvPr>
        </p:nvSpPr>
        <p:spPr>
          <a:xfrm>
            <a:off x="7554515" y="4656026"/>
            <a:ext cx="905272" cy="274637"/>
          </a:xfrm>
          <a:prstGeom prst="rect">
            <a:avLst/>
          </a:prstGeom>
        </p:spPr>
        <p:txBody>
          <a:bodyPr vert="horz" wrap="none" lIns="0" tIns="0" rIns="0" bIns="0" rtlCol="0" anchor="t"/>
          <a:lstStyle>
            <a:lvl1pPr algn="r">
              <a:defRPr sz="1100">
                <a:solidFill>
                  <a:schemeClr val="accent3">
                    <a:lumMod val="75000"/>
                  </a:schemeClr>
                </a:solidFill>
              </a:defRPr>
            </a:lvl1pPr>
          </a:lstStyle>
          <a:p>
            <a:fld id="{BCF4BDB0-F1F8-4F93-AFE6-575F74E1B40A}" type="datetime1">
              <a:rPr lang="en-US" smtClean="0"/>
              <a:t>7/9/2025</a:t>
            </a:fld>
            <a:endParaRPr lang="de-DE" dirty="0"/>
          </a:p>
        </p:txBody>
      </p:sp>
      <p:sp>
        <p:nvSpPr>
          <p:cNvPr id="18" name="Fußzeilenplatzhalter 17"/>
          <p:cNvSpPr>
            <a:spLocks noGrp="1"/>
          </p:cNvSpPr>
          <p:nvPr>
            <p:ph type="ftr" sz="quarter" idx="3"/>
          </p:nvPr>
        </p:nvSpPr>
        <p:spPr>
          <a:xfrm>
            <a:off x="3377086" y="4658618"/>
            <a:ext cx="4034902" cy="274637"/>
          </a:xfrm>
          <a:prstGeom prst="rect">
            <a:avLst/>
          </a:prstGeom>
        </p:spPr>
        <p:txBody>
          <a:bodyPr vert="horz" lIns="0" tIns="0" rIns="0" bIns="0" rtlCol="0" anchor="t" anchorCtr="0"/>
          <a:lstStyle>
            <a:lvl1pPr algn="r">
              <a:defRPr sz="1100">
                <a:solidFill>
                  <a:schemeClr val="accent3">
                    <a:lumMod val="75000"/>
                  </a:schemeClr>
                </a:solidFill>
              </a:defRPr>
            </a:lvl1pPr>
          </a:lstStyle>
          <a:p>
            <a:r>
              <a:rPr lang="de-DE" dirty="0"/>
              <a:t>Name, </a:t>
            </a:r>
            <a:r>
              <a:rPr lang="de-DE" dirty="0" err="1"/>
              <a:t>Organizational</a:t>
            </a:r>
            <a:r>
              <a:rPr lang="de-DE" dirty="0"/>
              <a:t> Unit | </a:t>
            </a:r>
            <a:r>
              <a:rPr lang="de-DE" dirty="0" err="1"/>
              <a:t>Presentation</a:t>
            </a:r>
            <a:r>
              <a:rPr lang="de-DE" dirty="0"/>
              <a:t> Title</a:t>
            </a:r>
          </a:p>
        </p:txBody>
      </p:sp>
      <p:pic>
        <p:nvPicPr>
          <p:cNvPr id="10" name="Grafik 9"/>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256283" y="4613653"/>
            <a:ext cx="1224781" cy="370283"/>
          </a:xfrm>
          <a:prstGeom prst="rect">
            <a:avLst/>
          </a:prstGeom>
        </p:spPr>
      </p:pic>
    </p:spTree>
    <p:extLst>
      <p:ext uri="{BB962C8B-B14F-4D97-AF65-F5344CB8AC3E}">
        <p14:creationId xmlns:p14="http://schemas.microsoft.com/office/powerpoint/2010/main" val="2499342420"/>
      </p:ext>
    </p:extLst>
  </p:cSld>
  <p:clrMap bg1="lt1" tx1="dk1" bg2="lt2" tx2="dk2" accent1="accent1" accent2="accent2" accent3="accent3" accent4="accent4" accent5="accent5" accent6="accent6" hlink="hlink" folHlink="folHlink"/>
  <p:sldLayoutIdLst>
    <p:sldLayoutId id="2147483721" r:id="rId1"/>
    <p:sldLayoutId id="2147483780"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Lst>
  <p:hf hdr="0"/>
  <p:txStyles>
    <p:titleStyle>
      <a:lvl1pPr marL="0" indent="0" algn="l" defTabSz="914400" rtl="0" eaLnBrk="1" latinLnBrk="0" hangingPunct="1">
        <a:spcBef>
          <a:spcPct val="0"/>
        </a:spcBef>
        <a:buNone/>
        <a:tabLst>
          <a:tab pos="449263" algn="l"/>
        </a:tabLst>
        <a:defRPr sz="1650" kern="1200">
          <a:solidFill>
            <a:srgbClr val="84B819"/>
          </a:solidFill>
          <a:latin typeface="Arial" panose="020B0604020202020204" pitchFamily="34" charset="0"/>
          <a:ea typeface="+mj-ea"/>
          <a:cs typeface="Arial" panose="020B0604020202020204" pitchFamily="34" charset="0"/>
        </a:defRPr>
      </a:lvl1pPr>
    </p:titleStyle>
    <p:bodyStyle>
      <a:lvl1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baseline="0">
          <a:solidFill>
            <a:schemeClr val="tx1"/>
          </a:solidFill>
          <a:latin typeface="Arial" panose="020B0604020202020204" pitchFamily="34" charset="0"/>
          <a:ea typeface="+mn-ea"/>
          <a:cs typeface="Arial" panose="020B0604020202020204" pitchFamily="34" charset="0"/>
        </a:defRPr>
      </a:lvl1pPr>
      <a:lvl2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2pPr>
      <a:lvl3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3pPr>
      <a:lvl4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baseline="0">
          <a:solidFill>
            <a:schemeClr val="tx1"/>
          </a:solidFill>
          <a:latin typeface="Arial" panose="020B0604020202020204" pitchFamily="34" charset="0"/>
          <a:ea typeface="+mn-ea"/>
          <a:cs typeface="Arial" panose="020B0604020202020204" pitchFamily="34" charset="0"/>
        </a:defRPr>
      </a:lvl4pPr>
      <a:lvl5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58" userDrawn="1">
          <p15:clr>
            <a:srgbClr val="F26B43"/>
          </p15:clr>
        </p15:guide>
        <p15:guide id="2" pos="5602" userDrawn="1">
          <p15:clr>
            <a:srgbClr val="F26B43"/>
          </p15:clr>
        </p15:guide>
        <p15:guide id="3" orient="horz" pos="123" userDrawn="1">
          <p15:clr>
            <a:srgbClr val="F26B43"/>
          </p15:clr>
        </p15:guide>
        <p15:guide id="4" orient="horz" pos="3117" userDrawn="1">
          <p15:clr>
            <a:srgbClr val="F26B43"/>
          </p15:clr>
        </p15:guide>
        <p15:guide id="5" orient="horz" pos="2845" userDrawn="1">
          <p15:clr>
            <a:srgbClr val="F26B43"/>
          </p15:clr>
        </p15:guide>
        <p15:guide id="6" pos="431" userDrawn="1">
          <p15:clr>
            <a:srgbClr val="F26B43"/>
          </p15:clr>
        </p15:guide>
        <p15:guide id="7" pos="5329" userDrawn="1">
          <p15:clr>
            <a:srgbClr val="F26B43"/>
          </p15:clr>
        </p15:guide>
        <p15:guide id="8" orient="horz" pos="3014" userDrawn="1">
          <p15:clr>
            <a:srgbClr val="F26B43"/>
          </p15:clr>
        </p15:guide>
        <p15:guide id="9" orient="horz" pos="510" userDrawn="1">
          <p15:clr>
            <a:srgbClr val="F26B43"/>
          </p15:clr>
        </p15:guide>
        <p15:guide id="10" orient="horz" pos="2346" userDrawn="1">
          <p15:clr>
            <a:srgbClr val="F26B43"/>
          </p15:clr>
        </p15:guide>
        <p15:guide id="11" orient="horz" pos="2754" userDrawn="1">
          <p15:clr>
            <a:srgbClr val="F26B43"/>
          </p15:clr>
        </p15:guide>
        <p15:guide id="12" orient="horz" pos="667" userDrawn="1">
          <p15:clr>
            <a:srgbClr val="F26B43"/>
          </p15:clr>
        </p15:guide>
        <p15:guide id="13" pos="61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p:cNvSpPr>
            <a:spLocks noGrp="1"/>
          </p:cNvSpPr>
          <p:nvPr>
            <p:ph type="body" sz="quarter" idx="11"/>
          </p:nvPr>
        </p:nvSpPr>
        <p:spPr>
          <a:xfrm>
            <a:off x="854449" y="805314"/>
            <a:ext cx="8038726" cy="758324"/>
          </a:xfrm>
        </p:spPr>
        <p:txBody>
          <a:bodyPr anchor="ctr"/>
          <a:lstStyle/>
          <a:p>
            <a:r>
              <a:rPr lang="en-US" sz="2000" dirty="0"/>
              <a:t>Data-based modeling of slug flow crystallization with uncertainty</a:t>
            </a:r>
          </a:p>
          <a:p>
            <a:r>
              <a:rPr lang="en-US" sz="2000" dirty="0"/>
              <a:t>quantification</a:t>
            </a:r>
          </a:p>
        </p:txBody>
      </p:sp>
    </p:spTree>
    <p:extLst>
      <p:ext uri="{BB962C8B-B14F-4D97-AF65-F5344CB8AC3E}">
        <p14:creationId xmlns:p14="http://schemas.microsoft.com/office/powerpoint/2010/main" val="21364321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p:cNvSpPr>
            <a:spLocks noGrp="1"/>
          </p:cNvSpPr>
          <p:nvPr>
            <p:ph type="ftr" sz="quarter" idx="16"/>
          </p:nvPr>
        </p:nvSpPr>
        <p:spPr/>
        <p:txBody>
          <a:bodyPr/>
          <a:lstStyle/>
          <a:p>
            <a:r>
              <a:rPr lang="en-US" dirty="0"/>
              <a:t>Paul Jollet, Group G2 | Data Splitting</a:t>
            </a:r>
            <a:endParaRPr lang="de-DE" dirty="0"/>
          </a:p>
        </p:txBody>
      </p:sp>
      <p:sp>
        <p:nvSpPr>
          <p:cNvPr id="3" name="Datumsplatzhalter 2"/>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p:cNvSpPr>
            <a:spLocks noGrp="1"/>
          </p:cNvSpPr>
          <p:nvPr>
            <p:ph type="sldNum" sz="quarter" idx="10"/>
          </p:nvPr>
        </p:nvSpPr>
        <p:spPr/>
        <p:txBody>
          <a:bodyPr/>
          <a:lstStyle/>
          <a:p>
            <a:fld id="{63CECEBB-547B-4598-95D8-3FB4D608B5D5}" type="slidenum">
              <a:rPr lang="de-DE" smtClean="0"/>
              <a:pPr/>
              <a:t>2</a:t>
            </a:fld>
            <a:endParaRPr lang="de-DE" dirty="0"/>
          </a:p>
        </p:txBody>
      </p:sp>
      <p:sp>
        <p:nvSpPr>
          <p:cNvPr id="5" name="Textplatzhalter 4"/>
          <p:cNvSpPr>
            <a:spLocks noGrp="1"/>
          </p:cNvSpPr>
          <p:nvPr>
            <p:ph type="body" sz="quarter" idx="14"/>
          </p:nvPr>
        </p:nvSpPr>
        <p:spPr/>
        <p:txBody>
          <a:bodyPr/>
          <a:lstStyle/>
          <a:p>
            <a:r>
              <a:rPr lang="en-US" dirty="0"/>
              <a:t>Data Splitting</a:t>
            </a:r>
          </a:p>
        </p:txBody>
      </p:sp>
      <mc:AlternateContent xmlns:mc="http://schemas.openxmlformats.org/markup-compatibility/2006" xmlns:a14="http://schemas.microsoft.com/office/drawing/2010/main">
        <mc:Choice Requires="a14">
          <p:sp>
            <p:nvSpPr>
              <p:cNvPr id="6" name="Inhaltsplatzhalter 5"/>
              <p:cNvSpPr>
                <a:spLocks noGrp="1"/>
              </p:cNvSpPr>
              <p:nvPr>
                <p:ph sz="quarter" idx="11"/>
              </p:nvPr>
            </p:nvSpPr>
            <p:spPr>
              <a:xfrm>
                <a:off x="250825" y="1058862"/>
                <a:ext cx="8642350" cy="3313087"/>
              </a:xfrm>
            </p:spPr>
            <p:txBody>
              <a:bodyPr/>
              <a:lstStyle/>
              <a:p>
                <a:pPr marL="268288" indent="-268288">
                  <a:buFont typeface="+mj-lt"/>
                  <a:buAutoNum type="arabicPeriod"/>
                </a:pPr>
                <a:r>
                  <a:rPr lang="en-US" dirty="0"/>
                  <a:t>Delete clusters with incorrect values</a:t>
                </a:r>
              </a:p>
              <a:p>
                <a:pPr marL="268288" indent="-268288">
                  <a:buFont typeface="+mj-lt"/>
                  <a:buAutoNum type="arabicPeriod"/>
                </a:pPr>
                <a:r>
                  <a:rPr lang="en-US" dirty="0"/>
                  <a:t>No random sample selection, due to temporal dependencies from lagged input windows</a:t>
                </a:r>
              </a:p>
              <a:p>
                <a:pPr marL="627063" indent="-269875">
                  <a:buFont typeface="Wingdings" panose="05000000000000000000" pitchFamily="2" charset="2"/>
                  <a:buChar char="Ø"/>
                </a:pPr>
                <a:r>
                  <a:rPr lang="en-US" sz="1400" dirty="0"/>
                  <a:t>Splitting at trajectory level</a:t>
                </a:r>
              </a:p>
              <a:p>
                <a:pPr marL="895350" lvl="1" indent="-103188"/>
                <a:r>
                  <a:rPr lang="en-US" sz="1100" dirty="0"/>
                  <a:t>Prevents information leakage from overlapping time steps</a:t>
                </a:r>
              </a:p>
              <a:p>
                <a:pPr marL="792163" lvl="1" indent="0">
                  <a:buNone/>
                </a:pPr>
                <a:endParaRPr lang="en-US" sz="1100" dirty="0"/>
              </a:p>
              <a:p>
                <a:pPr marL="627063" indent="-269875">
                  <a:buFont typeface="Wingdings" panose="05000000000000000000" pitchFamily="2" charset="2"/>
                  <a:buChar char="Ø"/>
                </a:pPr>
                <a:r>
                  <a:rPr lang="en-US" sz="1400" dirty="0"/>
                  <a:t>Cluster-wise splitting</a:t>
                </a:r>
              </a:p>
              <a:p>
                <a:pPr marL="895350" indent="-103188"/>
                <a:r>
                  <a:rPr lang="en-US" sz="1050" dirty="0"/>
                  <a:t>Ensures generalization across different behavioral modes</a:t>
                </a:r>
              </a:p>
              <a:p>
                <a:pPr marL="895350" indent="-103188"/>
                <a:endParaRPr lang="en-US" sz="1050" dirty="0"/>
              </a:p>
              <a:p>
                <a:pPr marL="627063" indent="-268288">
                  <a:buFont typeface="Wingdings" panose="05000000000000000000" pitchFamily="2" charset="2"/>
                  <a:buChar char="Ø"/>
                </a:pPr>
                <a:r>
                  <a:rPr lang="en-US" sz="1400" dirty="0"/>
                  <a:t>Don’t use the first </a:t>
                </a:r>
                <a14:m>
                  <m:oMath xmlns:m="http://schemas.openxmlformats.org/officeDocument/2006/math">
                    <m:r>
                      <a:rPr lang="de-DE" sz="1400" i="1">
                        <a:latin typeface="Cambria Math" panose="02040503050406030204" pitchFamily="18" charset="0"/>
                      </a:rPr>
                      <m:t>𝑙𝑎𝑔</m:t>
                    </m:r>
                    <m:r>
                      <a:rPr lang="de-DE" sz="1400" i="1">
                        <a:latin typeface="Cambria Math" panose="02040503050406030204" pitchFamily="18" charset="0"/>
                      </a:rPr>
                      <m:t>−1</m:t>
                    </m:r>
                  </m:oMath>
                </a14:m>
                <a:r>
                  <a:rPr lang="en-US" sz="1400" dirty="0"/>
                  <a:t> values per trajectory</a:t>
                </a:r>
              </a:p>
              <a:p>
                <a:pPr marL="895350" indent="-103188"/>
                <a:r>
                  <a:rPr lang="en-US" sz="1050" dirty="0"/>
                  <a:t>Avoids the use of incomplete data points</a:t>
                </a:r>
              </a:p>
              <a:p>
                <a:endParaRPr lang="en-US" dirty="0"/>
              </a:p>
              <a:p>
                <a:pPr marL="536575" lvl="2" indent="-179388">
                  <a:buFont typeface="Wingdings" panose="05000000000000000000" pitchFamily="2" charset="2"/>
                  <a:buChar char="Ø"/>
                </a:pPr>
                <a:endParaRPr lang="en-US" dirty="0"/>
              </a:p>
              <a:p>
                <a:pPr marL="285750" lvl="2" indent="-285750"/>
                <a:endParaRPr lang="en-US" dirty="0"/>
              </a:p>
            </p:txBody>
          </p:sp>
        </mc:Choice>
        <mc:Fallback xmlns="">
          <p:sp>
            <p:nvSpPr>
              <p:cNvPr id="6" name="Inhaltsplatzhalter 5"/>
              <p:cNvSpPr>
                <a:spLocks noGrp="1" noRot="1" noChangeAspect="1" noMove="1" noResize="1" noEditPoints="1" noAdjustHandles="1" noChangeArrowheads="1" noChangeShapeType="1" noTextEdit="1"/>
              </p:cNvSpPr>
              <p:nvPr>
                <p:ph sz="quarter" idx="11"/>
              </p:nvPr>
            </p:nvSpPr>
            <p:spPr>
              <a:xfrm>
                <a:off x="250825" y="1058862"/>
                <a:ext cx="8642350" cy="3313087"/>
              </a:xfrm>
              <a:blipFill>
                <a:blip r:embed="rId2"/>
                <a:stretch>
                  <a:fillRect l="-1340" t="-2026"/>
                </a:stretch>
              </a:blipFill>
            </p:spPr>
            <p:txBody>
              <a:bodyPr/>
              <a:lstStyle/>
              <a:p>
                <a:r>
                  <a:rPr lang="de-DE">
                    <a:noFill/>
                  </a:rPr>
                  <a:t> </a:t>
                </a:r>
              </a:p>
            </p:txBody>
          </p:sp>
        </mc:Fallback>
      </mc:AlternateContent>
      <p:sp>
        <p:nvSpPr>
          <p:cNvPr id="70" name="Rechteck 69">
            <a:extLst>
              <a:ext uri="{FF2B5EF4-FFF2-40B4-BE49-F238E27FC236}">
                <a16:creationId xmlns:a16="http://schemas.microsoft.com/office/drawing/2014/main" id="{E56565E0-6D8C-8BC1-62AC-8E39D908669F}"/>
              </a:ext>
            </a:extLst>
          </p:cNvPr>
          <p:cNvSpPr/>
          <p:nvPr/>
        </p:nvSpPr>
        <p:spPr>
          <a:xfrm>
            <a:off x="6398277" y="338700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20 % </a:t>
            </a:r>
            <a:r>
              <a:rPr lang="de-DE" sz="700" dirty="0" err="1"/>
              <a:t>validation</a:t>
            </a:r>
            <a:r>
              <a:rPr lang="de-DE" sz="700" dirty="0"/>
              <a:t> </a:t>
            </a:r>
            <a:r>
              <a:rPr lang="de-DE" sz="700" dirty="0" err="1"/>
              <a:t>data</a:t>
            </a:r>
            <a:endParaRPr lang="de-DE" sz="700" dirty="0"/>
          </a:p>
        </p:txBody>
      </p:sp>
      <p:sp>
        <p:nvSpPr>
          <p:cNvPr id="71" name="Rechteck 70">
            <a:extLst>
              <a:ext uri="{FF2B5EF4-FFF2-40B4-BE49-F238E27FC236}">
                <a16:creationId xmlns:a16="http://schemas.microsoft.com/office/drawing/2014/main" id="{44FBF650-D244-0632-4896-AA5C3B85FD82}"/>
              </a:ext>
            </a:extLst>
          </p:cNvPr>
          <p:cNvSpPr/>
          <p:nvPr/>
        </p:nvSpPr>
        <p:spPr>
          <a:xfrm>
            <a:off x="6398277" y="3941137"/>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10 % </a:t>
            </a:r>
            <a:r>
              <a:rPr lang="de-DE" sz="700" dirty="0" err="1"/>
              <a:t>testing</a:t>
            </a:r>
            <a:r>
              <a:rPr lang="de-DE" sz="700" dirty="0"/>
              <a:t> </a:t>
            </a:r>
            <a:r>
              <a:rPr lang="de-DE" sz="700" dirty="0" err="1"/>
              <a:t>data</a:t>
            </a:r>
            <a:endParaRPr lang="de-DE" sz="700" dirty="0"/>
          </a:p>
        </p:txBody>
      </p:sp>
      <p:sp>
        <p:nvSpPr>
          <p:cNvPr id="72" name="Rechteck 71">
            <a:extLst>
              <a:ext uri="{FF2B5EF4-FFF2-40B4-BE49-F238E27FC236}">
                <a16:creationId xmlns:a16="http://schemas.microsoft.com/office/drawing/2014/main" id="{A87A8C83-0856-EF7F-E108-B9B562FFBF1A}"/>
              </a:ext>
            </a:extLst>
          </p:cNvPr>
          <p:cNvSpPr/>
          <p:nvPr/>
        </p:nvSpPr>
        <p:spPr>
          <a:xfrm>
            <a:off x="6398277" y="2832867"/>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70 % </a:t>
            </a:r>
            <a:r>
              <a:rPr lang="de-DE" sz="700" dirty="0" err="1"/>
              <a:t>training</a:t>
            </a:r>
            <a:r>
              <a:rPr lang="de-DE" sz="700" dirty="0"/>
              <a:t> </a:t>
            </a:r>
            <a:r>
              <a:rPr lang="de-DE" sz="700" dirty="0" err="1"/>
              <a:t>data</a:t>
            </a:r>
            <a:endParaRPr lang="de-DE" sz="700" dirty="0"/>
          </a:p>
        </p:txBody>
      </p:sp>
      <p:grpSp>
        <p:nvGrpSpPr>
          <p:cNvPr id="103" name="Gruppieren 102">
            <a:extLst>
              <a:ext uri="{FF2B5EF4-FFF2-40B4-BE49-F238E27FC236}">
                <a16:creationId xmlns:a16="http://schemas.microsoft.com/office/drawing/2014/main" id="{1638C37D-2EE4-9213-8401-8A8AF55E4000}"/>
              </a:ext>
            </a:extLst>
          </p:cNvPr>
          <p:cNvGrpSpPr/>
          <p:nvPr/>
        </p:nvGrpSpPr>
        <p:grpSpPr>
          <a:xfrm>
            <a:off x="5014980" y="908842"/>
            <a:ext cx="3363201" cy="430812"/>
            <a:chOff x="5014980" y="908842"/>
            <a:chExt cx="3363201" cy="430812"/>
          </a:xfrm>
        </p:grpSpPr>
        <p:sp>
          <p:nvSpPr>
            <p:cNvPr id="73" name="Rechteck 72">
              <a:extLst>
                <a:ext uri="{FF2B5EF4-FFF2-40B4-BE49-F238E27FC236}">
                  <a16:creationId xmlns:a16="http://schemas.microsoft.com/office/drawing/2014/main" id="{F5D4D923-AEB0-50A7-3931-6D2B985FA7C3}"/>
                </a:ext>
              </a:extLst>
            </p:cNvPr>
            <p:cNvSpPr/>
            <p:nvPr/>
          </p:nvSpPr>
          <p:spPr>
            <a:xfrm>
              <a:off x="5014980" y="90884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-1 (Noise)</a:t>
              </a:r>
            </a:p>
          </p:txBody>
        </p:sp>
        <p:sp>
          <p:nvSpPr>
            <p:cNvPr id="74" name="Rechteck 73">
              <a:extLst>
                <a:ext uri="{FF2B5EF4-FFF2-40B4-BE49-F238E27FC236}">
                  <a16:creationId xmlns:a16="http://schemas.microsoft.com/office/drawing/2014/main" id="{BA0CEA01-71C2-1AF8-18A4-2302768D9A9F}"/>
                </a:ext>
              </a:extLst>
            </p:cNvPr>
            <p:cNvSpPr/>
            <p:nvPr/>
          </p:nvSpPr>
          <p:spPr>
            <a:xfrm>
              <a:off x="5706629" y="90884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0</a:t>
              </a:r>
            </a:p>
          </p:txBody>
        </p:sp>
        <p:sp>
          <p:nvSpPr>
            <p:cNvPr id="75" name="Rechteck 74">
              <a:extLst>
                <a:ext uri="{FF2B5EF4-FFF2-40B4-BE49-F238E27FC236}">
                  <a16:creationId xmlns:a16="http://schemas.microsoft.com/office/drawing/2014/main" id="{C8918CDD-D310-0EEC-C106-F93EA68D46DE}"/>
                </a:ext>
              </a:extLst>
            </p:cNvPr>
            <p:cNvSpPr/>
            <p:nvPr/>
          </p:nvSpPr>
          <p:spPr>
            <a:xfrm>
              <a:off x="6398278" y="90884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1</a:t>
              </a:r>
            </a:p>
          </p:txBody>
        </p:sp>
        <p:sp>
          <p:nvSpPr>
            <p:cNvPr id="76" name="Rechteck 75">
              <a:extLst>
                <a:ext uri="{FF2B5EF4-FFF2-40B4-BE49-F238E27FC236}">
                  <a16:creationId xmlns:a16="http://schemas.microsoft.com/office/drawing/2014/main" id="{3BAE4C2B-D6C4-1D76-1081-2DC338386251}"/>
                </a:ext>
              </a:extLst>
            </p:cNvPr>
            <p:cNvSpPr/>
            <p:nvPr/>
          </p:nvSpPr>
          <p:spPr>
            <a:xfrm>
              <a:off x="7089926" y="90884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2</a:t>
              </a:r>
            </a:p>
          </p:txBody>
        </p:sp>
        <p:sp>
          <p:nvSpPr>
            <p:cNvPr id="77" name="Rechteck 76">
              <a:extLst>
                <a:ext uri="{FF2B5EF4-FFF2-40B4-BE49-F238E27FC236}">
                  <a16:creationId xmlns:a16="http://schemas.microsoft.com/office/drawing/2014/main" id="{F20911EF-2412-A049-BED5-04D164D4B7DB}"/>
                </a:ext>
              </a:extLst>
            </p:cNvPr>
            <p:cNvSpPr/>
            <p:nvPr/>
          </p:nvSpPr>
          <p:spPr>
            <a:xfrm>
              <a:off x="7781575" y="908842"/>
              <a:ext cx="596606" cy="430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3</a:t>
              </a:r>
            </a:p>
          </p:txBody>
        </p:sp>
      </p:grpSp>
      <p:grpSp>
        <p:nvGrpSpPr>
          <p:cNvPr id="129" name="Gruppieren 128">
            <a:extLst>
              <a:ext uri="{FF2B5EF4-FFF2-40B4-BE49-F238E27FC236}">
                <a16:creationId xmlns:a16="http://schemas.microsoft.com/office/drawing/2014/main" id="{685A3527-8BC9-8D5B-F527-3ADC1280F725}"/>
              </a:ext>
            </a:extLst>
          </p:cNvPr>
          <p:cNvGrpSpPr/>
          <p:nvPr/>
        </p:nvGrpSpPr>
        <p:grpSpPr>
          <a:xfrm>
            <a:off x="4499991" y="1869307"/>
            <a:ext cx="4393181" cy="435007"/>
            <a:chOff x="1547664" y="1217785"/>
            <a:chExt cx="5832648" cy="443693"/>
          </a:xfrm>
        </p:grpSpPr>
        <p:grpSp>
          <p:nvGrpSpPr>
            <p:cNvPr id="128" name="Gruppieren 127">
              <a:extLst>
                <a:ext uri="{FF2B5EF4-FFF2-40B4-BE49-F238E27FC236}">
                  <a16:creationId xmlns:a16="http://schemas.microsoft.com/office/drawing/2014/main" id="{9A533D15-2148-17EB-B087-9192FFC03F83}"/>
                </a:ext>
              </a:extLst>
            </p:cNvPr>
            <p:cNvGrpSpPr/>
            <p:nvPr/>
          </p:nvGrpSpPr>
          <p:grpSpPr>
            <a:xfrm>
              <a:off x="1547664" y="1220654"/>
              <a:ext cx="2628638" cy="440824"/>
              <a:chOff x="1772257" y="1220654"/>
              <a:chExt cx="2628638" cy="440824"/>
            </a:xfrm>
          </p:grpSpPr>
          <p:sp>
            <p:nvSpPr>
              <p:cNvPr id="93" name="Rechteck 92">
                <a:extLst>
                  <a:ext uri="{FF2B5EF4-FFF2-40B4-BE49-F238E27FC236}">
                    <a16:creationId xmlns:a16="http://schemas.microsoft.com/office/drawing/2014/main" id="{CDF63DD1-5CD2-DD7C-FFC0-7A548419676F}"/>
                  </a:ext>
                </a:extLst>
              </p:cNvPr>
              <p:cNvSpPr/>
              <p:nvPr/>
            </p:nvSpPr>
            <p:spPr>
              <a:xfrm>
                <a:off x="2690531" y="1220654"/>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0</a:t>
                </a:r>
              </a:p>
              <a:p>
                <a:pPr algn="ctr"/>
                <a:r>
                  <a:rPr lang="de-DE" sz="700" dirty="0"/>
                  <a:t>20 % </a:t>
                </a:r>
                <a:r>
                  <a:rPr lang="de-DE" sz="700" dirty="0" err="1"/>
                  <a:t>val</a:t>
                </a:r>
                <a:endParaRPr lang="de-DE" sz="700" dirty="0"/>
              </a:p>
            </p:txBody>
          </p:sp>
          <p:sp>
            <p:nvSpPr>
              <p:cNvPr id="94" name="Rechteck 93">
                <a:extLst>
                  <a:ext uri="{FF2B5EF4-FFF2-40B4-BE49-F238E27FC236}">
                    <a16:creationId xmlns:a16="http://schemas.microsoft.com/office/drawing/2014/main" id="{4BBE79F6-7557-8278-B343-A97B04DE02CE}"/>
                  </a:ext>
                </a:extLst>
              </p:cNvPr>
              <p:cNvSpPr/>
              <p:nvPr/>
            </p:nvSpPr>
            <p:spPr>
              <a:xfrm>
                <a:off x="3608805" y="1220654"/>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0</a:t>
                </a:r>
              </a:p>
              <a:p>
                <a:pPr algn="ctr"/>
                <a:r>
                  <a:rPr lang="de-DE" sz="700" dirty="0"/>
                  <a:t>10 % </a:t>
                </a:r>
                <a:r>
                  <a:rPr lang="de-DE" sz="700" dirty="0" err="1"/>
                  <a:t>train</a:t>
                </a:r>
                <a:endParaRPr lang="de-DE" sz="700" dirty="0"/>
              </a:p>
            </p:txBody>
          </p:sp>
          <p:sp>
            <p:nvSpPr>
              <p:cNvPr id="95" name="Rechteck 94">
                <a:extLst>
                  <a:ext uri="{FF2B5EF4-FFF2-40B4-BE49-F238E27FC236}">
                    <a16:creationId xmlns:a16="http://schemas.microsoft.com/office/drawing/2014/main" id="{9E705A02-7D82-8C80-B4BA-207DA0909C0F}"/>
                  </a:ext>
                </a:extLst>
              </p:cNvPr>
              <p:cNvSpPr/>
              <p:nvPr/>
            </p:nvSpPr>
            <p:spPr>
              <a:xfrm>
                <a:off x="1772257" y="1222063"/>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0</a:t>
                </a:r>
              </a:p>
              <a:p>
                <a:pPr algn="ctr"/>
                <a:r>
                  <a:rPr lang="de-DE" sz="700" dirty="0"/>
                  <a:t>70 % </a:t>
                </a:r>
                <a:r>
                  <a:rPr lang="de-DE" sz="700" dirty="0" err="1"/>
                  <a:t>train</a:t>
                </a:r>
                <a:endParaRPr lang="de-DE" sz="700" dirty="0"/>
              </a:p>
            </p:txBody>
          </p:sp>
        </p:grpSp>
        <p:sp>
          <p:nvSpPr>
            <p:cNvPr id="90" name="Rechteck 89">
              <a:extLst>
                <a:ext uri="{FF2B5EF4-FFF2-40B4-BE49-F238E27FC236}">
                  <a16:creationId xmlns:a16="http://schemas.microsoft.com/office/drawing/2014/main" id="{EC57BC7C-10FA-220E-B69F-99323F3C41A1}"/>
                </a:ext>
              </a:extLst>
            </p:cNvPr>
            <p:cNvSpPr/>
            <p:nvPr/>
          </p:nvSpPr>
          <p:spPr>
            <a:xfrm>
              <a:off x="5669943" y="1217785"/>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1</a:t>
              </a:r>
            </a:p>
            <a:p>
              <a:pPr algn="ctr"/>
              <a:r>
                <a:rPr lang="de-DE" sz="700" dirty="0"/>
                <a:t>20 % </a:t>
              </a:r>
              <a:r>
                <a:rPr lang="de-DE" sz="700" dirty="0" err="1"/>
                <a:t>val</a:t>
              </a:r>
              <a:endParaRPr lang="de-DE" sz="700" dirty="0"/>
            </a:p>
          </p:txBody>
        </p:sp>
        <p:sp>
          <p:nvSpPr>
            <p:cNvPr id="91" name="Rechteck 90">
              <a:extLst>
                <a:ext uri="{FF2B5EF4-FFF2-40B4-BE49-F238E27FC236}">
                  <a16:creationId xmlns:a16="http://schemas.microsoft.com/office/drawing/2014/main" id="{9A638772-0C4B-E447-772A-132BC2A6EF23}"/>
                </a:ext>
              </a:extLst>
            </p:cNvPr>
            <p:cNvSpPr/>
            <p:nvPr/>
          </p:nvSpPr>
          <p:spPr>
            <a:xfrm>
              <a:off x="6588222" y="1217785"/>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1</a:t>
              </a:r>
            </a:p>
            <a:p>
              <a:pPr algn="ctr"/>
              <a:r>
                <a:rPr lang="de-DE" sz="700" dirty="0"/>
                <a:t>10 % </a:t>
              </a:r>
              <a:r>
                <a:rPr lang="de-DE" sz="700" dirty="0" err="1"/>
                <a:t>test</a:t>
              </a:r>
              <a:endParaRPr lang="de-DE" sz="700" dirty="0"/>
            </a:p>
          </p:txBody>
        </p:sp>
        <p:sp>
          <p:nvSpPr>
            <p:cNvPr id="92" name="Rechteck 91">
              <a:extLst>
                <a:ext uri="{FF2B5EF4-FFF2-40B4-BE49-F238E27FC236}">
                  <a16:creationId xmlns:a16="http://schemas.microsoft.com/office/drawing/2014/main" id="{7D159BBE-2FC5-CABC-E122-A0B3D56F46D2}"/>
                </a:ext>
              </a:extLst>
            </p:cNvPr>
            <p:cNvSpPr/>
            <p:nvPr/>
          </p:nvSpPr>
          <p:spPr>
            <a:xfrm>
              <a:off x="4751669" y="1219194"/>
              <a:ext cx="792090" cy="439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700" dirty="0"/>
                <a:t>Cluster 1</a:t>
              </a:r>
            </a:p>
            <a:p>
              <a:pPr algn="ctr"/>
              <a:r>
                <a:rPr lang="de-DE" sz="700" dirty="0"/>
                <a:t>70 % </a:t>
              </a:r>
              <a:r>
                <a:rPr lang="de-DE" sz="700" dirty="0" err="1"/>
                <a:t>train</a:t>
              </a:r>
              <a:endParaRPr lang="de-DE" sz="700" dirty="0"/>
            </a:p>
          </p:txBody>
        </p:sp>
      </p:grpSp>
      <p:cxnSp>
        <p:nvCxnSpPr>
          <p:cNvPr id="78" name="Gerader Verbinder 32">
            <a:extLst>
              <a:ext uri="{FF2B5EF4-FFF2-40B4-BE49-F238E27FC236}">
                <a16:creationId xmlns:a16="http://schemas.microsoft.com/office/drawing/2014/main" id="{52BBB340-A2CA-9B85-33F1-F5682C4BA744}"/>
              </a:ext>
            </a:extLst>
          </p:cNvPr>
          <p:cNvCxnSpPr>
            <a:cxnSpLocks/>
            <a:stCxn id="74" idx="2"/>
            <a:endCxn id="94" idx="0"/>
          </p:cNvCxnSpPr>
          <p:nvPr/>
        </p:nvCxnSpPr>
        <p:spPr>
          <a:xfrm rot="16200000" flipH="1">
            <a:off x="5827029" y="1517557"/>
            <a:ext cx="532466" cy="176660"/>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79" name="Gerader Verbinder 37">
            <a:extLst>
              <a:ext uri="{FF2B5EF4-FFF2-40B4-BE49-F238E27FC236}">
                <a16:creationId xmlns:a16="http://schemas.microsoft.com/office/drawing/2014/main" id="{527C1224-AB70-B78C-6EDE-5A97E8857583}"/>
              </a:ext>
            </a:extLst>
          </p:cNvPr>
          <p:cNvCxnSpPr>
            <a:cxnSpLocks/>
            <a:stCxn id="74" idx="2"/>
            <a:endCxn id="93" idx="0"/>
          </p:cNvCxnSpPr>
          <p:nvPr/>
        </p:nvCxnSpPr>
        <p:spPr>
          <a:xfrm rot="5400000">
            <a:off x="5481205" y="1348393"/>
            <a:ext cx="532466" cy="514989"/>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0" name="Gerader Verbinder 41">
            <a:extLst>
              <a:ext uri="{FF2B5EF4-FFF2-40B4-BE49-F238E27FC236}">
                <a16:creationId xmlns:a16="http://schemas.microsoft.com/office/drawing/2014/main" id="{52B74C62-0287-7ED2-4CC4-4AA619292D0E}"/>
              </a:ext>
            </a:extLst>
          </p:cNvPr>
          <p:cNvCxnSpPr>
            <a:cxnSpLocks/>
            <a:stCxn id="74" idx="2"/>
            <a:endCxn id="95" idx="0"/>
          </p:cNvCxnSpPr>
          <p:nvPr/>
        </p:nvCxnSpPr>
        <p:spPr>
          <a:xfrm rot="5400000">
            <a:off x="5134690" y="1003258"/>
            <a:ext cx="533847" cy="1206638"/>
          </a:xfrm>
          <a:prstGeom prst="bentConnector3">
            <a:avLst>
              <a:gd name="adj1" fmla="val 50000"/>
            </a:avLst>
          </a:prstGeom>
          <a:ln w="12700">
            <a:solidFill>
              <a:srgbClr val="344C05"/>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81" name="Gerader Verbinder 47">
            <a:extLst>
              <a:ext uri="{FF2B5EF4-FFF2-40B4-BE49-F238E27FC236}">
                <a16:creationId xmlns:a16="http://schemas.microsoft.com/office/drawing/2014/main" id="{F3C96AC1-59E0-72CA-E317-1277CECD94F9}"/>
              </a:ext>
            </a:extLst>
          </p:cNvPr>
          <p:cNvCxnSpPr>
            <a:cxnSpLocks/>
            <a:stCxn id="75" idx="2"/>
            <a:endCxn id="92" idx="0"/>
          </p:cNvCxnSpPr>
          <p:nvPr/>
        </p:nvCxnSpPr>
        <p:spPr>
          <a:xfrm rot="16200000" flipH="1">
            <a:off x="6688557" y="1347678"/>
            <a:ext cx="531034" cy="514986"/>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2" name="Gerader Verbinder 53">
            <a:extLst>
              <a:ext uri="{FF2B5EF4-FFF2-40B4-BE49-F238E27FC236}">
                <a16:creationId xmlns:a16="http://schemas.microsoft.com/office/drawing/2014/main" id="{CF029F68-58DD-8719-1F36-861D121EC81C}"/>
              </a:ext>
            </a:extLst>
          </p:cNvPr>
          <p:cNvCxnSpPr>
            <a:cxnSpLocks/>
            <a:stCxn id="75" idx="2"/>
            <a:endCxn id="90" idx="0"/>
          </p:cNvCxnSpPr>
          <p:nvPr/>
        </p:nvCxnSpPr>
        <p:spPr>
          <a:xfrm rot="16200000" flipH="1">
            <a:off x="7035072" y="1001162"/>
            <a:ext cx="529653" cy="1206635"/>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3" name="Gerader Verbinder 58">
            <a:extLst>
              <a:ext uri="{FF2B5EF4-FFF2-40B4-BE49-F238E27FC236}">
                <a16:creationId xmlns:a16="http://schemas.microsoft.com/office/drawing/2014/main" id="{65B4BDE4-872C-FB83-BC61-2070976CE79A}"/>
              </a:ext>
            </a:extLst>
          </p:cNvPr>
          <p:cNvCxnSpPr>
            <a:cxnSpLocks/>
            <a:stCxn id="75" idx="2"/>
            <a:endCxn id="91" idx="0"/>
          </p:cNvCxnSpPr>
          <p:nvPr/>
        </p:nvCxnSpPr>
        <p:spPr>
          <a:xfrm rot="16200000" flipH="1">
            <a:off x="7380899" y="655336"/>
            <a:ext cx="529653" cy="1898288"/>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4" name="Gerader Verbinder 71">
            <a:extLst>
              <a:ext uri="{FF2B5EF4-FFF2-40B4-BE49-F238E27FC236}">
                <a16:creationId xmlns:a16="http://schemas.microsoft.com/office/drawing/2014/main" id="{8EDDA44F-3812-D10F-BFAF-7260F8A494F8}"/>
              </a:ext>
            </a:extLst>
          </p:cNvPr>
          <p:cNvCxnSpPr>
            <a:cxnSpLocks/>
            <a:stCxn id="95" idx="2"/>
            <a:endCxn id="72" idx="1"/>
          </p:cNvCxnSpPr>
          <p:nvPr/>
        </p:nvCxnSpPr>
        <p:spPr>
          <a:xfrm rot="16200000" flipH="1">
            <a:off x="5226306" y="1876301"/>
            <a:ext cx="743959" cy="1599983"/>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5" name="Gerader Verbinder 74">
            <a:extLst>
              <a:ext uri="{FF2B5EF4-FFF2-40B4-BE49-F238E27FC236}">
                <a16:creationId xmlns:a16="http://schemas.microsoft.com/office/drawing/2014/main" id="{82C5F574-B649-A634-4204-008824562D5D}"/>
              </a:ext>
            </a:extLst>
          </p:cNvPr>
          <p:cNvCxnSpPr>
            <a:cxnSpLocks/>
            <a:stCxn id="93" idx="2"/>
            <a:endCxn id="70" idx="1"/>
          </p:cNvCxnSpPr>
          <p:nvPr/>
        </p:nvCxnSpPr>
        <p:spPr>
          <a:xfrm rot="16200000" flipH="1">
            <a:off x="5294373" y="2498503"/>
            <a:ext cx="1299475" cy="908334"/>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6" name="Gerader Verbinder 77">
            <a:extLst>
              <a:ext uri="{FF2B5EF4-FFF2-40B4-BE49-F238E27FC236}">
                <a16:creationId xmlns:a16="http://schemas.microsoft.com/office/drawing/2014/main" id="{A4F6B53A-DF88-2ADF-8167-06A7210BFEF0}"/>
              </a:ext>
            </a:extLst>
          </p:cNvPr>
          <p:cNvCxnSpPr>
            <a:cxnSpLocks/>
            <a:stCxn id="94" idx="2"/>
            <a:endCxn id="71" idx="1"/>
          </p:cNvCxnSpPr>
          <p:nvPr/>
        </p:nvCxnSpPr>
        <p:spPr>
          <a:xfrm rot="16200000" flipH="1">
            <a:off x="5363129" y="3121395"/>
            <a:ext cx="1853610" cy="216685"/>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7" name="Gerader Verbinder 81">
            <a:extLst>
              <a:ext uri="{FF2B5EF4-FFF2-40B4-BE49-F238E27FC236}">
                <a16:creationId xmlns:a16="http://schemas.microsoft.com/office/drawing/2014/main" id="{5E9B40BF-CE3C-CCFA-DFC8-0EF75BBC390B}"/>
              </a:ext>
            </a:extLst>
          </p:cNvPr>
          <p:cNvCxnSpPr>
            <a:cxnSpLocks/>
            <a:stCxn id="91" idx="2"/>
            <a:endCxn id="71" idx="3"/>
          </p:cNvCxnSpPr>
          <p:nvPr/>
        </p:nvCxnSpPr>
        <p:spPr>
          <a:xfrm rot="5400000">
            <a:off x="6866665" y="2428338"/>
            <a:ext cx="1856423" cy="1599986"/>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8" name="Gerader Verbinder 84">
            <a:extLst>
              <a:ext uri="{FF2B5EF4-FFF2-40B4-BE49-F238E27FC236}">
                <a16:creationId xmlns:a16="http://schemas.microsoft.com/office/drawing/2014/main" id="{F4973727-E43D-BF83-BD84-2BC4BC69C034}"/>
              </a:ext>
            </a:extLst>
          </p:cNvPr>
          <p:cNvCxnSpPr>
            <a:cxnSpLocks/>
            <a:stCxn id="90" idx="2"/>
            <a:endCxn id="70" idx="3"/>
          </p:cNvCxnSpPr>
          <p:nvPr/>
        </p:nvCxnSpPr>
        <p:spPr>
          <a:xfrm rot="5400000">
            <a:off x="6797906" y="2497098"/>
            <a:ext cx="1302288" cy="908333"/>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89" name="Gerader Verbinder 87">
            <a:extLst>
              <a:ext uri="{FF2B5EF4-FFF2-40B4-BE49-F238E27FC236}">
                <a16:creationId xmlns:a16="http://schemas.microsoft.com/office/drawing/2014/main" id="{48D61D25-17FF-B8AE-06D8-0D5FF1D5D206}"/>
              </a:ext>
            </a:extLst>
          </p:cNvPr>
          <p:cNvCxnSpPr>
            <a:cxnSpLocks/>
            <a:stCxn id="92" idx="2"/>
            <a:endCxn id="72" idx="3"/>
          </p:cNvCxnSpPr>
          <p:nvPr/>
        </p:nvCxnSpPr>
        <p:spPr>
          <a:xfrm rot="5400000">
            <a:off x="6729839" y="2566545"/>
            <a:ext cx="746772" cy="216684"/>
          </a:xfrm>
          <a:prstGeom prst="bentConnector2">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sp>
        <p:nvSpPr>
          <p:cNvPr id="111" name="Rechteck 110">
            <a:extLst>
              <a:ext uri="{FF2B5EF4-FFF2-40B4-BE49-F238E27FC236}">
                <a16:creationId xmlns:a16="http://schemas.microsoft.com/office/drawing/2014/main" id="{2779E241-99BC-001B-64FD-80AE46A6703F}"/>
              </a:ext>
            </a:extLst>
          </p:cNvPr>
          <p:cNvSpPr/>
          <p:nvPr/>
        </p:nvSpPr>
        <p:spPr>
          <a:xfrm>
            <a:off x="4919933" y="868856"/>
            <a:ext cx="732187" cy="510781"/>
          </a:xfrm>
          <a:prstGeom prst="rect">
            <a:avLst/>
          </a:prstGeom>
          <a:solidFill>
            <a:srgbClr val="FFFFFF">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2" name="Rechteck 111">
            <a:extLst>
              <a:ext uri="{FF2B5EF4-FFF2-40B4-BE49-F238E27FC236}">
                <a16:creationId xmlns:a16="http://schemas.microsoft.com/office/drawing/2014/main" id="{AD453CDD-A92F-DC5E-C15C-215E52158948}"/>
              </a:ext>
            </a:extLst>
          </p:cNvPr>
          <p:cNvSpPr/>
          <p:nvPr/>
        </p:nvSpPr>
        <p:spPr>
          <a:xfrm>
            <a:off x="7062432" y="887730"/>
            <a:ext cx="1397355" cy="510781"/>
          </a:xfrm>
          <a:prstGeom prst="rect">
            <a:avLst/>
          </a:prstGeom>
          <a:solidFill>
            <a:srgbClr val="FFFFFF">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6" name="Inhaltsplatzhalter 8">
            <a:extLst>
              <a:ext uri="{FF2B5EF4-FFF2-40B4-BE49-F238E27FC236}">
                <a16:creationId xmlns:a16="http://schemas.microsoft.com/office/drawing/2014/main" id="{769091CE-CA57-91F7-015B-601FCC4749DF}"/>
              </a:ext>
            </a:extLst>
          </p:cNvPr>
          <p:cNvSpPr>
            <a:spLocks noGrp="1"/>
          </p:cNvSpPr>
          <p:nvPr>
            <p:ph sz="quarter" idx="12"/>
          </p:nvPr>
        </p:nvSpPr>
        <p:spPr>
          <a:xfrm>
            <a:off x="8805067" y="4180655"/>
            <a:ext cx="176212" cy="382588"/>
          </a:xfrm>
        </p:spPr>
        <p:txBody>
          <a:bodyPr/>
          <a:lstStyle/>
          <a:p>
            <a:endParaRPr lang="de-DE" dirty="0"/>
          </a:p>
        </p:txBody>
      </p:sp>
    </p:spTree>
    <p:extLst>
      <p:ext uri="{BB962C8B-B14F-4D97-AF65-F5344CB8AC3E}">
        <p14:creationId xmlns:p14="http://schemas.microsoft.com/office/powerpoint/2010/main" val="443213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F7A30-596D-0255-1AAB-9F5064639D14}"/>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97A5D33D-AF4C-1304-2539-E5C129F265C4}"/>
              </a:ext>
            </a:extLst>
          </p:cNvPr>
          <p:cNvSpPr>
            <a:spLocks noGrp="1"/>
          </p:cNvSpPr>
          <p:nvPr>
            <p:ph type="ftr" sz="quarter" idx="16"/>
          </p:nvPr>
        </p:nvSpPr>
        <p:spPr/>
        <p:txBody>
          <a:bodyPr/>
          <a:lstStyle/>
          <a:p>
            <a:r>
              <a:rPr lang="en-US" dirty="0"/>
              <a:t>Paul Jollet, Group G2 | NARX Model</a:t>
            </a:r>
            <a:endParaRPr lang="de-DE" dirty="0"/>
          </a:p>
        </p:txBody>
      </p:sp>
      <p:sp>
        <p:nvSpPr>
          <p:cNvPr id="3" name="Datumsplatzhalter 2">
            <a:extLst>
              <a:ext uri="{FF2B5EF4-FFF2-40B4-BE49-F238E27FC236}">
                <a16:creationId xmlns:a16="http://schemas.microsoft.com/office/drawing/2014/main" id="{6E3773E8-17EA-199B-0D5C-95D71C928926}"/>
              </a:ext>
            </a:extLst>
          </p:cNvPr>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a:extLst>
              <a:ext uri="{FF2B5EF4-FFF2-40B4-BE49-F238E27FC236}">
                <a16:creationId xmlns:a16="http://schemas.microsoft.com/office/drawing/2014/main" id="{1F7E75B1-AFFC-8914-DD96-AE089D0ED6B5}"/>
              </a:ext>
            </a:extLst>
          </p:cNvPr>
          <p:cNvSpPr>
            <a:spLocks noGrp="1"/>
          </p:cNvSpPr>
          <p:nvPr>
            <p:ph type="sldNum" sz="quarter" idx="10"/>
          </p:nvPr>
        </p:nvSpPr>
        <p:spPr/>
        <p:txBody>
          <a:bodyPr/>
          <a:lstStyle/>
          <a:p>
            <a:fld id="{63CECEBB-547B-4598-95D8-3FB4D608B5D5}" type="slidenum">
              <a:rPr lang="de-DE" smtClean="0"/>
              <a:pPr/>
              <a:t>3</a:t>
            </a:fld>
            <a:endParaRPr lang="de-DE" dirty="0"/>
          </a:p>
        </p:txBody>
      </p:sp>
      <p:sp>
        <p:nvSpPr>
          <p:cNvPr id="5" name="Textplatzhalter 4">
            <a:extLst>
              <a:ext uri="{FF2B5EF4-FFF2-40B4-BE49-F238E27FC236}">
                <a16:creationId xmlns:a16="http://schemas.microsoft.com/office/drawing/2014/main" id="{DF30E4AD-33B5-25D3-4FF7-6923F45EFECF}"/>
              </a:ext>
            </a:extLst>
          </p:cNvPr>
          <p:cNvSpPr>
            <a:spLocks noGrp="1"/>
          </p:cNvSpPr>
          <p:nvPr>
            <p:ph type="body" sz="quarter" idx="14"/>
          </p:nvPr>
        </p:nvSpPr>
        <p:spPr/>
        <p:txBody>
          <a:bodyPr/>
          <a:lstStyle/>
          <a:p>
            <a:r>
              <a:rPr lang="en-US" sz="2200" dirty="0"/>
              <a:t>Nonlinear </a:t>
            </a:r>
            <a:r>
              <a:rPr lang="en-US" sz="2200" dirty="0" err="1"/>
              <a:t>AutoRegressive</a:t>
            </a:r>
            <a:r>
              <a:rPr lang="en-US" sz="2200" dirty="0"/>
              <a:t> with </a:t>
            </a:r>
            <a:r>
              <a:rPr lang="en-US" sz="2200" dirty="0" err="1"/>
              <a:t>eXogenous</a:t>
            </a:r>
            <a:r>
              <a:rPr lang="en-US" sz="2200" dirty="0"/>
              <a:t> inputs (NARX) Model</a:t>
            </a:r>
          </a:p>
        </p:txBody>
      </p:sp>
      <p:sp>
        <p:nvSpPr>
          <p:cNvPr id="6" name="Inhaltsplatzhalter 5">
            <a:extLst>
              <a:ext uri="{FF2B5EF4-FFF2-40B4-BE49-F238E27FC236}">
                <a16:creationId xmlns:a16="http://schemas.microsoft.com/office/drawing/2014/main" id="{9BC91C98-D6A4-0C0D-B703-A41CF221047F}"/>
              </a:ext>
            </a:extLst>
          </p:cNvPr>
          <p:cNvSpPr>
            <a:spLocks noGrp="1"/>
          </p:cNvSpPr>
          <p:nvPr>
            <p:ph sz="quarter" idx="11"/>
          </p:nvPr>
        </p:nvSpPr>
        <p:spPr>
          <a:xfrm>
            <a:off x="250825" y="1058862"/>
            <a:ext cx="8642350" cy="3313087"/>
          </a:xfrm>
        </p:spPr>
        <p:txBody>
          <a:bodyPr/>
          <a:lstStyle/>
          <a:p>
            <a:r>
              <a:rPr lang="en-US" dirty="0"/>
              <a:t>Architecture:</a:t>
            </a:r>
          </a:p>
          <a:p>
            <a:pPr marL="627063" indent="-269875">
              <a:buFont typeface="Wingdings" panose="05000000000000000000" pitchFamily="2" charset="2"/>
              <a:buChar char="Ø"/>
            </a:pPr>
            <a:r>
              <a:rPr lang="en-US" sz="1400" dirty="0"/>
              <a:t>Flexible feedforward neural network</a:t>
            </a:r>
          </a:p>
          <a:p>
            <a:pPr marL="627063" indent="-269875">
              <a:buFont typeface="Wingdings" panose="05000000000000000000" pitchFamily="2" charset="2"/>
              <a:buChar char="Ø"/>
            </a:pPr>
            <a:r>
              <a:rPr lang="en-US" sz="1400" dirty="0"/>
              <a:t>Variable number of hidden layers &amp; neurons</a:t>
            </a:r>
          </a:p>
          <a:p>
            <a:pPr marL="627063" indent="-269875">
              <a:buFont typeface="Wingdings" panose="05000000000000000000" pitchFamily="2" charset="2"/>
              <a:buChar char="Ø"/>
            </a:pPr>
            <a:r>
              <a:rPr lang="en-US" sz="1400" dirty="0"/>
              <a:t>Includes configurable dropout for regularization</a:t>
            </a:r>
          </a:p>
          <a:p>
            <a:pPr marL="627063" indent="-269875">
              <a:buFont typeface="Wingdings" panose="05000000000000000000" pitchFamily="2" charset="2"/>
              <a:buChar char="Ø"/>
            </a:pPr>
            <a:r>
              <a:rPr lang="en-US" sz="1400" dirty="0"/>
              <a:t>Configurable:</a:t>
            </a:r>
          </a:p>
          <a:p>
            <a:pPr marL="895350" indent="-103188"/>
            <a:r>
              <a:rPr lang="en-US" sz="1050" dirty="0"/>
              <a:t>Activation function</a:t>
            </a:r>
          </a:p>
          <a:p>
            <a:pPr marL="895350" indent="-103188"/>
            <a:r>
              <a:rPr lang="en-US" sz="1050" dirty="0"/>
              <a:t>Learning rate</a:t>
            </a:r>
          </a:p>
          <a:p>
            <a:pPr marL="895350" indent="-103188"/>
            <a:r>
              <a:rPr lang="en-US" sz="1050" dirty="0"/>
              <a:t>Batch size</a:t>
            </a:r>
          </a:p>
          <a:p>
            <a:pPr marL="895350" indent="-103188"/>
            <a:r>
              <a:rPr lang="en-US" sz="1050" dirty="0"/>
              <a:t>Epochs</a:t>
            </a:r>
          </a:p>
          <a:p>
            <a:pPr marL="895350" indent="-103188"/>
            <a:endParaRPr lang="en-US" sz="1050" dirty="0"/>
          </a:p>
          <a:p>
            <a:pPr marL="182563" indent="-171450"/>
            <a:r>
              <a:rPr lang="en-US" dirty="0"/>
              <a:t>Training:</a:t>
            </a:r>
          </a:p>
          <a:p>
            <a:pPr marL="627063" indent="-268288">
              <a:buFont typeface="Wingdings" panose="05000000000000000000" pitchFamily="2" charset="2"/>
              <a:buChar char="Ø"/>
            </a:pPr>
            <a:r>
              <a:rPr lang="en-US" sz="1400" dirty="0"/>
              <a:t>Adam optimizer</a:t>
            </a:r>
          </a:p>
          <a:p>
            <a:pPr marL="627063" indent="-268288">
              <a:buFont typeface="Wingdings" panose="05000000000000000000" pitchFamily="2" charset="2"/>
              <a:buChar char="Ø"/>
            </a:pPr>
            <a:r>
              <a:rPr lang="en-US" sz="1400" dirty="0"/>
              <a:t>MSE Loss</a:t>
            </a:r>
          </a:p>
          <a:p>
            <a:pPr marL="627063" indent="-268288">
              <a:buFont typeface="Wingdings" panose="05000000000000000000" pitchFamily="2" charset="2"/>
              <a:buChar char="Ø"/>
            </a:pPr>
            <a:r>
              <a:rPr lang="en-US" sz="1400" dirty="0"/>
              <a:t>Output layer with six</a:t>
            </a:r>
            <a:br>
              <a:rPr lang="en-US" sz="1400" dirty="0"/>
            </a:br>
            <a:r>
              <a:rPr lang="en-US" sz="1400" dirty="0"/>
              <a:t>neurons</a:t>
            </a:r>
          </a:p>
          <a:p>
            <a:pPr marL="182563" indent="-182563"/>
            <a:r>
              <a:rPr lang="en-US" dirty="0"/>
              <a:t>Hyperparameter Optimization:</a:t>
            </a:r>
          </a:p>
          <a:p>
            <a:pPr marL="627063" indent="-265113">
              <a:buFont typeface="Wingdings" panose="05000000000000000000" pitchFamily="2" charset="2"/>
              <a:buChar char="Ø"/>
              <a:tabLst>
                <a:tab pos="182563" algn="l"/>
              </a:tabLst>
            </a:pPr>
            <a:r>
              <a:rPr lang="en-US" sz="1400" dirty="0"/>
              <a:t>Bayesian optimization </a:t>
            </a:r>
          </a:p>
          <a:p>
            <a:pPr marL="627063" indent="-265113">
              <a:buFont typeface="Wingdings" panose="05000000000000000000" pitchFamily="2" charset="2"/>
              <a:buChar char="Ø"/>
              <a:tabLst>
                <a:tab pos="182563" algn="l"/>
              </a:tabLst>
            </a:pPr>
            <a:r>
              <a:rPr lang="en-US" sz="1400" dirty="0"/>
              <a:t>50 trails to minimize MSE on validation set</a:t>
            </a:r>
          </a:p>
        </p:txBody>
      </p:sp>
      <p:sp>
        <p:nvSpPr>
          <p:cNvPr id="9" name="Inhaltsplatzhalter 8">
            <a:extLst>
              <a:ext uri="{FF2B5EF4-FFF2-40B4-BE49-F238E27FC236}">
                <a16:creationId xmlns:a16="http://schemas.microsoft.com/office/drawing/2014/main" id="{D425439A-F95E-244B-DF98-AD6F78D901E2}"/>
              </a:ext>
            </a:extLst>
          </p:cNvPr>
          <p:cNvSpPr>
            <a:spLocks noGrp="1"/>
          </p:cNvSpPr>
          <p:nvPr>
            <p:ph sz="quarter" idx="12"/>
          </p:nvPr>
        </p:nvSpPr>
        <p:spPr>
          <a:xfrm>
            <a:off x="8805067" y="4180655"/>
            <a:ext cx="176212" cy="382588"/>
          </a:xfrm>
        </p:spPr>
        <p:txBody>
          <a:bodyPr/>
          <a:lstStyle/>
          <a:p>
            <a:endParaRPr lang="de-DE" dirty="0"/>
          </a:p>
        </p:txBody>
      </p:sp>
      <p:grpSp>
        <p:nvGrpSpPr>
          <p:cNvPr id="30" name="Gruppieren 29">
            <a:extLst>
              <a:ext uri="{FF2B5EF4-FFF2-40B4-BE49-F238E27FC236}">
                <a16:creationId xmlns:a16="http://schemas.microsoft.com/office/drawing/2014/main" id="{4496A488-69FB-CC09-A6AF-700E38BAA0E2}"/>
              </a:ext>
            </a:extLst>
          </p:cNvPr>
          <p:cNvGrpSpPr/>
          <p:nvPr/>
        </p:nvGrpSpPr>
        <p:grpSpPr>
          <a:xfrm>
            <a:off x="3085257" y="2571750"/>
            <a:ext cx="5807916" cy="889494"/>
            <a:chOff x="2937328" y="2401027"/>
            <a:chExt cx="5807916" cy="889494"/>
          </a:xfrm>
        </p:grpSpPr>
        <p:grpSp>
          <p:nvGrpSpPr>
            <p:cNvPr id="16" name="Gruppieren 15">
              <a:extLst>
                <a:ext uri="{FF2B5EF4-FFF2-40B4-BE49-F238E27FC236}">
                  <a16:creationId xmlns:a16="http://schemas.microsoft.com/office/drawing/2014/main" id="{38F2B02D-4527-A4EF-D0BC-5CD2592E6BE1}"/>
                </a:ext>
              </a:extLst>
            </p:cNvPr>
            <p:cNvGrpSpPr/>
            <p:nvPr/>
          </p:nvGrpSpPr>
          <p:grpSpPr>
            <a:xfrm>
              <a:off x="2937328" y="2416980"/>
              <a:ext cx="1966051" cy="857588"/>
              <a:chOff x="2937328" y="2425364"/>
              <a:chExt cx="1966051" cy="857588"/>
            </a:xfrm>
          </p:grpSpPr>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C8795352-359D-1001-76F6-A3370D37D0AA}"/>
                      </a:ext>
                    </a:extLst>
                  </p:cNvPr>
                  <p:cNvSpPr txBox="1"/>
                  <p:nvPr/>
                </p:nvSpPr>
                <p:spPr>
                  <a:xfrm>
                    <a:off x="2987824" y="2425364"/>
                    <a:ext cx="1865061" cy="292772"/>
                  </a:xfrm>
                  <a:prstGeom prst="rect">
                    <a:avLst/>
                  </a:prstGeom>
                </p:spPr>
                <p:txBody>
                  <a:bodyPr wrap="none" lIns="0" tIns="0" rIns="0" bIns="0" numCol="2" spcCol="216000" rtlCol="0">
                    <a:spAutoFit/>
                  </a:bodyPr>
                  <a:lstStyle/>
                  <a:p>
                    <a:pPr defTabSz="0">
                      <a:lnSpc>
                        <a:spcPct val="100000"/>
                      </a:lnSpc>
                      <a:spcBef>
                        <a:spcPts val="0"/>
                      </a:spcBef>
                      <a:tabLst>
                        <a:tab pos="180000" algn="l"/>
                      </a:tabLst>
                    </a:pPr>
                    <a14:m>
                      <m:oMathPara xmlns:m="http://schemas.openxmlformats.org/officeDocument/2006/math">
                        <m:oMathParaPr>
                          <m:jc m:val="centerGroup"/>
                        </m:oMathParaPr>
                        <m:oMath xmlns:m="http://schemas.openxmlformats.org/officeDocument/2006/math">
                          <m:d>
                            <m:dPr>
                              <m:begChr m:val="["/>
                              <m:endChr m:val="]"/>
                              <m:ctrlPr>
                                <a:rPr lang="de-DE" sz="1650" i="1" smtClean="0">
                                  <a:solidFill>
                                    <a:schemeClr val="tx1"/>
                                  </a:solidFill>
                                  <a:latin typeface="Cambria Math" panose="02040503050406030204" pitchFamily="18" charset="0"/>
                                </a:rPr>
                              </m:ctrlPr>
                            </m:dPr>
                            <m:e>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𝑦</m:t>
                                  </m:r>
                                </m:e>
                                <m:sub>
                                  <m:r>
                                    <a:rPr lang="de-DE" sz="1650" b="0" i="1" smtClean="0">
                                      <a:solidFill>
                                        <a:schemeClr val="tx1"/>
                                      </a:solidFill>
                                      <a:latin typeface="Cambria Math" panose="02040503050406030204" pitchFamily="18" charset="0"/>
                                    </a:rPr>
                                    <m:t>𝑘</m:t>
                                  </m:r>
                                  <m:r>
                                    <a:rPr lang="de-DE" sz="1650" b="0" i="1" smtClean="0">
                                      <a:solidFill>
                                        <a:schemeClr val="tx1"/>
                                      </a:solidFill>
                                      <a:latin typeface="Cambria Math" panose="02040503050406030204" pitchFamily="18" charset="0"/>
                                    </a:rPr>
                                    <m:t>−</m:t>
                                  </m:r>
                                  <m:r>
                                    <a:rPr lang="de-DE" sz="1650" b="0" i="1" smtClean="0">
                                      <a:solidFill>
                                        <a:schemeClr val="tx1"/>
                                      </a:solidFill>
                                      <a:latin typeface="Cambria Math" panose="02040503050406030204" pitchFamily="18" charset="0"/>
                                    </a:rPr>
                                    <m:t>𝑙𝑎𝑔</m:t>
                                  </m:r>
                                </m:sub>
                              </m:sSub>
                              <m:r>
                                <a:rPr lang="de-DE" sz="1650" b="0" i="1" smtClean="0">
                                  <a:solidFill>
                                    <a:schemeClr val="tx1"/>
                                  </a:solidFill>
                                  <a:latin typeface="Cambria Math" panose="02040503050406030204" pitchFamily="18" charset="0"/>
                                </a:rPr>
                                <m:t>,…,</m:t>
                              </m:r>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𝑦</m:t>
                                  </m:r>
                                </m:e>
                                <m:sub>
                                  <m:r>
                                    <a:rPr lang="de-DE" sz="1650" b="0" i="1" smtClean="0">
                                      <a:solidFill>
                                        <a:schemeClr val="tx1"/>
                                      </a:solidFill>
                                      <a:latin typeface="Cambria Math" panose="02040503050406030204" pitchFamily="18" charset="0"/>
                                    </a:rPr>
                                    <m:t>𝑘</m:t>
                                  </m:r>
                                  <m:r>
                                    <a:rPr lang="de-DE" sz="1650" b="0" i="1" smtClean="0">
                                      <a:solidFill>
                                        <a:schemeClr val="tx1"/>
                                      </a:solidFill>
                                      <a:latin typeface="Cambria Math" panose="02040503050406030204" pitchFamily="18" charset="0"/>
                                    </a:rPr>
                                    <m:t>−1</m:t>
                                  </m:r>
                                </m:sub>
                              </m:sSub>
                              <m:r>
                                <a:rPr lang="de-DE" sz="1650" b="0" i="1" smtClean="0">
                                  <a:solidFill>
                                    <a:schemeClr val="tx1"/>
                                  </a:solidFill>
                                  <a:latin typeface="Cambria Math" panose="02040503050406030204" pitchFamily="18" charset="0"/>
                                </a:rPr>
                                <m:t>,</m:t>
                              </m:r>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𝑦</m:t>
                                  </m:r>
                                </m:e>
                                <m:sub>
                                  <m:r>
                                    <a:rPr lang="de-DE" sz="1650" b="0" i="1" smtClean="0">
                                      <a:solidFill>
                                        <a:schemeClr val="tx1"/>
                                      </a:solidFill>
                                      <a:latin typeface="Cambria Math" panose="02040503050406030204" pitchFamily="18" charset="0"/>
                                    </a:rPr>
                                    <m:t>𝑘</m:t>
                                  </m:r>
                                </m:sub>
                              </m:sSub>
                            </m:e>
                          </m:d>
                        </m:oMath>
                      </m:oMathPara>
                    </a14:m>
                    <a:endParaRPr lang="de-DE" sz="1650" dirty="0">
                      <a:solidFill>
                        <a:schemeClr val="tx1"/>
                      </a:solidFill>
                    </a:endParaRPr>
                  </a:p>
                </p:txBody>
              </p:sp>
            </mc:Choice>
            <mc:Fallback xmlns="">
              <p:sp>
                <p:nvSpPr>
                  <p:cNvPr id="12" name="Textfeld 11">
                    <a:extLst>
                      <a:ext uri="{FF2B5EF4-FFF2-40B4-BE49-F238E27FC236}">
                        <a16:creationId xmlns:a16="http://schemas.microsoft.com/office/drawing/2014/main" id="{C8795352-359D-1001-76F6-A3370D37D0AA}"/>
                      </a:ext>
                    </a:extLst>
                  </p:cNvPr>
                  <p:cNvSpPr txBox="1">
                    <a:spLocks noRot="1" noChangeAspect="1" noMove="1" noResize="1" noEditPoints="1" noAdjustHandles="1" noChangeArrowheads="1" noChangeShapeType="1" noTextEdit="1"/>
                  </p:cNvSpPr>
                  <p:nvPr/>
                </p:nvSpPr>
                <p:spPr>
                  <a:xfrm>
                    <a:off x="2987824" y="2425364"/>
                    <a:ext cx="1865061" cy="292772"/>
                  </a:xfrm>
                  <a:prstGeom prst="rect">
                    <a:avLst/>
                  </a:prstGeom>
                  <a:blipFill>
                    <a:blip r:embed="rId2"/>
                    <a:stretch>
                      <a:fillRect b="-2244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DADD9E08-D342-0ACA-290A-C1F87FA781D3}"/>
                      </a:ext>
                    </a:extLst>
                  </p:cNvPr>
                  <p:cNvSpPr txBox="1"/>
                  <p:nvPr/>
                </p:nvSpPr>
                <p:spPr>
                  <a:xfrm>
                    <a:off x="2937328" y="2990180"/>
                    <a:ext cx="1966051" cy="292772"/>
                  </a:xfrm>
                  <a:prstGeom prst="rect">
                    <a:avLst/>
                  </a:prstGeom>
                </p:spPr>
                <p:txBody>
                  <a:bodyPr wrap="none" lIns="0" tIns="0" rIns="0" bIns="0" numCol="2" spcCol="216000" rtlCol="0">
                    <a:spAutoFit/>
                  </a:bodyPr>
                  <a:lstStyle/>
                  <a:p>
                    <a:pPr defTabSz="0">
                      <a:lnSpc>
                        <a:spcPct val="100000"/>
                      </a:lnSpc>
                      <a:spcBef>
                        <a:spcPts val="0"/>
                      </a:spcBef>
                      <a:tabLst>
                        <a:tab pos="180000" algn="l"/>
                      </a:tabLst>
                    </a:pPr>
                    <a14:m>
                      <m:oMathPara xmlns:m="http://schemas.openxmlformats.org/officeDocument/2006/math">
                        <m:oMathParaPr>
                          <m:jc m:val="centerGroup"/>
                        </m:oMathParaPr>
                        <m:oMath xmlns:m="http://schemas.openxmlformats.org/officeDocument/2006/math">
                          <m:d>
                            <m:dPr>
                              <m:begChr m:val="["/>
                              <m:endChr m:val="]"/>
                              <m:ctrlPr>
                                <a:rPr lang="de-DE" sz="1650" i="1" smtClean="0">
                                  <a:solidFill>
                                    <a:schemeClr val="tx1"/>
                                  </a:solidFill>
                                  <a:latin typeface="Cambria Math" panose="02040503050406030204" pitchFamily="18" charset="0"/>
                                </a:rPr>
                              </m:ctrlPr>
                            </m:dPr>
                            <m:e>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𝑢</m:t>
                                  </m:r>
                                </m:e>
                                <m:sub>
                                  <m:r>
                                    <a:rPr lang="de-DE" sz="1650" b="0" i="1" smtClean="0">
                                      <a:solidFill>
                                        <a:schemeClr val="tx1"/>
                                      </a:solidFill>
                                      <a:latin typeface="Cambria Math" panose="02040503050406030204" pitchFamily="18" charset="0"/>
                                    </a:rPr>
                                    <m:t>𝑘</m:t>
                                  </m:r>
                                  <m:r>
                                    <a:rPr lang="de-DE" sz="1650" b="0" i="1" smtClean="0">
                                      <a:solidFill>
                                        <a:schemeClr val="tx1"/>
                                      </a:solidFill>
                                      <a:latin typeface="Cambria Math" panose="02040503050406030204" pitchFamily="18" charset="0"/>
                                    </a:rPr>
                                    <m:t>−</m:t>
                                  </m:r>
                                  <m:r>
                                    <a:rPr lang="de-DE" sz="1650" b="0" i="1" smtClean="0">
                                      <a:solidFill>
                                        <a:schemeClr val="tx1"/>
                                      </a:solidFill>
                                      <a:latin typeface="Cambria Math" panose="02040503050406030204" pitchFamily="18" charset="0"/>
                                    </a:rPr>
                                    <m:t>𝑙𝑎𝑔</m:t>
                                  </m:r>
                                </m:sub>
                              </m:sSub>
                              <m:r>
                                <a:rPr lang="de-DE" sz="1650" b="0" i="1" smtClean="0">
                                  <a:solidFill>
                                    <a:schemeClr val="tx1"/>
                                  </a:solidFill>
                                  <a:latin typeface="Cambria Math" panose="02040503050406030204" pitchFamily="18" charset="0"/>
                                </a:rPr>
                                <m:t>,…,</m:t>
                              </m:r>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𝑢</m:t>
                                  </m:r>
                                </m:e>
                                <m:sub>
                                  <m:r>
                                    <a:rPr lang="de-DE" sz="1650" b="0" i="1" smtClean="0">
                                      <a:solidFill>
                                        <a:schemeClr val="tx1"/>
                                      </a:solidFill>
                                      <a:latin typeface="Cambria Math" panose="02040503050406030204" pitchFamily="18" charset="0"/>
                                    </a:rPr>
                                    <m:t>𝑘</m:t>
                                  </m:r>
                                  <m:r>
                                    <a:rPr lang="de-DE" sz="1650" b="0" i="1" smtClean="0">
                                      <a:solidFill>
                                        <a:schemeClr val="tx1"/>
                                      </a:solidFill>
                                      <a:latin typeface="Cambria Math" panose="02040503050406030204" pitchFamily="18" charset="0"/>
                                    </a:rPr>
                                    <m:t>−1</m:t>
                                  </m:r>
                                </m:sub>
                              </m:sSub>
                              <m:r>
                                <a:rPr lang="de-DE" sz="1650" b="0" i="1" smtClean="0">
                                  <a:solidFill>
                                    <a:schemeClr val="tx1"/>
                                  </a:solidFill>
                                  <a:latin typeface="Cambria Math" panose="02040503050406030204" pitchFamily="18" charset="0"/>
                                </a:rPr>
                                <m:t>,</m:t>
                              </m:r>
                              <m:sSub>
                                <m:sSubPr>
                                  <m:ctrlPr>
                                    <a:rPr lang="de-DE" sz="1650" b="0" i="1" smtClean="0">
                                      <a:solidFill>
                                        <a:schemeClr val="tx1"/>
                                      </a:solidFill>
                                      <a:latin typeface="Cambria Math" panose="02040503050406030204" pitchFamily="18" charset="0"/>
                                    </a:rPr>
                                  </m:ctrlPr>
                                </m:sSubPr>
                                <m:e>
                                  <m:r>
                                    <a:rPr lang="de-DE" sz="1650" b="0" i="1" smtClean="0">
                                      <a:solidFill>
                                        <a:schemeClr val="tx1"/>
                                      </a:solidFill>
                                      <a:latin typeface="Cambria Math" panose="02040503050406030204" pitchFamily="18" charset="0"/>
                                    </a:rPr>
                                    <m:t>𝑢</m:t>
                                  </m:r>
                                </m:e>
                                <m:sub>
                                  <m:r>
                                    <a:rPr lang="de-DE" sz="1650" b="0" i="1" smtClean="0">
                                      <a:solidFill>
                                        <a:schemeClr val="tx1"/>
                                      </a:solidFill>
                                      <a:latin typeface="Cambria Math" panose="02040503050406030204" pitchFamily="18" charset="0"/>
                                    </a:rPr>
                                    <m:t>𝑘</m:t>
                                  </m:r>
                                </m:sub>
                              </m:sSub>
                            </m:e>
                          </m:d>
                        </m:oMath>
                      </m:oMathPara>
                    </a14:m>
                    <a:endParaRPr lang="de-DE" sz="1650" dirty="0">
                      <a:solidFill>
                        <a:schemeClr val="tx1"/>
                      </a:solidFill>
                    </a:endParaRPr>
                  </a:p>
                </p:txBody>
              </p:sp>
            </mc:Choice>
            <mc:Fallback xmlns="">
              <p:sp>
                <p:nvSpPr>
                  <p:cNvPr id="13" name="Textfeld 12">
                    <a:extLst>
                      <a:ext uri="{FF2B5EF4-FFF2-40B4-BE49-F238E27FC236}">
                        <a16:creationId xmlns:a16="http://schemas.microsoft.com/office/drawing/2014/main" id="{DADD9E08-D342-0ACA-290A-C1F87FA781D3}"/>
                      </a:ext>
                    </a:extLst>
                  </p:cNvPr>
                  <p:cNvSpPr txBox="1">
                    <a:spLocks noRot="1" noChangeAspect="1" noMove="1" noResize="1" noEditPoints="1" noAdjustHandles="1" noChangeArrowheads="1" noChangeShapeType="1" noTextEdit="1"/>
                  </p:cNvSpPr>
                  <p:nvPr/>
                </p:nvSpPr>
                <p:spPr>
                  <a:xfrm>
                    <a:off x="2937328" y="2990180"/>
                    <a:ext cx="1966051" cy="292772"/>
                  </a:xfrm>
                  <a:prstGeom prst="rect">
                    <a:avLst/>
                  </a:prstGeom>
                  <a:blipFill>
                    <a:blip r:embed="rId3"/>
                    <a:stretch>
                      <a:fillRect b="-25000"/>
                    </a:stretch>
                  </a:blipFill>
                </p:spPr>
                <p:txBody>
                  <a:bodyPr/>
                  <a:lstStyle/>
                  <a:p>
                    <a:r>
                      <a:rPr lang="de-DE">
                        <a:noFill/>
                      </a:rPr>
                      <a:t> </a:t>
                    </a:r>
                  </a:p>
                </p:txBody>
              </p:sp>
            </mc:Fallback>
          </mc:AlternateContent>
        </p:grpSp>
        <p:sp>
          <p:nvSpPr>
            <p:cNvPr id="14" name="Rechteck 13">
              <a:extLst>
                <a:ext uri="{FF2B5EF4-FFF2-40B4-BE49-F238E27FC236}">
                  <a16:creationId xmlns:a16="http://schemas.microsoft.com/office/drawing/2014/main" id="{94D551B6-DBBB-CB1E-3EFC-B9A08423DC80}"/>
                </a:ext>
              </a:extLst>
            </p:cNvPr>
            <p:cNvSpPr/>
            <p:nvPr/>
          </p:nvSpPr>
          <p:spPr>
            <a:xfrm>
              <a:off x="5684338" y="2401027"/>
              <a:ext cx="1800200" cy="88949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NARX</a:t>
              </a:r>
            </a:p>
            <a:p>
              <a:pPr algn="ctr"/>
              <a:r>
                <a:rPr lang="de-DE" dirty="0"/>
                <a:t>Model</a:t>
              </a:r>
            </a:p>
          </p:txBody>
        </p:sp>
        <mc:AlternateContent xmlns:mc="http://schemas.openxmlformats.org/markup-compatibility/2006" xmlns:a14="http://schemas.microsoft.com/office/drawing/2010/main">
          <mc:Choice Requires="a14">
            <p:sp>
              <p:nvSpPr>
                <p:cNvPr id="15" name="Textfeld 14">
                  <a:extLst>
                    <a:ext uri="{FF2B5EF4-FFF2-40B4-BE49-F238E27FC236}">
                      <a16:creationId xmlns:a16="http://schemas.microsoft.com/office/drawing/2014/main" id="{1685C3EC-B497-7A0D-D152-207A7441C206}"/>
                    </a:ext>
                  </a:extLst>
                </p:cNvPr>
                <p:cNvSpPr txBox="1"/>
                <p:nvPr/>
              </p:nvSpPr>
              <p:spPr>
                <a:xfrm>
                  <a:off x="8265497" y="2718816"/>
                  <a:ext cx="479747" cy="253916"/>
                </a:xfrm>
                <a:prstGeom prst="rect">
                  <a:avLst/>
                </a:prstGeom>
              </p:spPr>
              <p:txBody>
                <a:bodyPr wrap="none" lIns="0" tIns="0" rIns="0" bIns="0" numCol="2" spcCol="216000" rtlCol="0">
                  <a:spAutoFit/>
                </a:bodyPr>
                <a:lstStyle/>
                <a:p>
                  <a:pPr defTabSz="0">
                    <a:lnSpc>
                      <a:spcPct val="100000"/>
                    </a:lnSpc>
                    <a:spcBef>
                      <a:spcPts val="0"/>
                    </a:spcBef>
                    <a:tabLst>
                      <a:tab pos="180000" algn="l"/>
                    </a:tabLst>
                  </a:pPr>
                  <a14:m>
                    <m:oMathPara xmlns:m="http://schemas.openxmlformats.org/officeDocument/2006/math">
                      <m:oMathParaPr>
                        <m:jc m:val="centerGroup"/>
                      </m:oMathParaPr>
                      <m:oMath xmlns:m="http://schemas.openxmlformats.org/officeDocument/2006/math">
                        <m:sSub>
                          <m:sSubPr>
                            <m:ctrlPr>
                              <a:rPr lang="de-DE" sz="1650" b="0" i="1" smtClean="0">
                                <a:solidFill>
                                  <a:schemeClr val="tx1"/>
                                </a:solidFill>
                                <a:latin typeface="Cambria Math" panose="02040503050406030204" pitchFamily="18" charset="0"/>
                              </a:rPr>
                            </m:ctrlPr>
                          </m:sSubPr>
                          <m:e>
                            <m:acc>
                              <m:accPr>
                                <m:chr m:val="̂"/>
                                <m:ctrlPr>
                                  <a:rPr lang="de-DE" sz="1650" b="0" i="1" smtClean="0">
                                    <a:solidFill>
                                      <a:schemeClr val="tx1"/>
                                    </a:solidFill>
                                    <a:latin typeface="Cambria Math" panose="02040503050406030204" pitchFamily="18" charset="0"/>
                                  </a:rPr>
                                </m:ctrlPr>
                              </m:accPr>
                              <m:e>
                                <m:r>
                                  <a:rPr lang="de-DE" sz="1650" b="0" i="1" smtClean="0">
                                    <a:solidFill>
                                      <a:schemeClr val="tx1"/>
                                    </a:solidFill>
                                    <a:latin typeface="Cambria Math" panose="02040503050406030204" pitchFamily="18" charset="0"/>
                                  </a:rPr>
                                  <m:t>𝑦</m:t>
                                </m:r>
                              </m:e>
                            </m:acc>
                          </m:e>
                          <m:sub>
                            <m:r>
                              <a:rPr lang="de-DE" sz="1650" b="0" i="1" smtClean="0">
                                <a:solidFill>
                                  <a:schemeClr val="tx1"/>
                                </a:solidFill>
                                <a:latin typeface="Cambria Math" panose="02040503050406030204" pitchFamily="18" charset="0"/>
                              </a:rPr>
                              <m:t>𝑘</m:t>
                            </m:r>
                            <m:r>
                              <a:rPr lang="de-DE" sz="1650" b="0" i="1" smtClean="0">
                                <a:solidFill>
                                  <a:schemeClr val="tx1"/>
                                </a:solidFill>
                                <a:latin typeface="Cambria Math" panose="02040503050406030204" pitchFamily="18" charset="0"/>
                              </a:rPr>
                              <m:t>+1</m:t>
                            </m:r>
                          </m:sub>
                        </m:sSub>
                      </m:oMath>
                    </m:oMathPara>
                  </a14:m>
                  <a:endParaRPr lang="de-DE" sz="1650" dirty="0">
                    <a:solidFill>
                      <a:schemeClr val="tx1"/>
                    </a:solidFill>
                  </a:endParaRPr>
                </a:p>
              </p:txBody>
            </p:sp>
          </mc:Choice>
          <mc:Fallback xmlns="">
            <p:sp>
              <p:nvSpPr>
                <p:cNvPr id="15" name="Textfeld 14">
                  <a:extLst>
                    <a:ext uri="{FF2B5EF4-FFF2-40B4-BE49-F238E27FC236}">
                      <a16:creationId xmlns:a16="http://schemas.microsoft.com/office/drawing/2014/main" id="{1685C3EC-B497-7A0D-D152-207A7441C206}"/>
                    </a:ext>
                  </a:extLst>
                </p:cNvPr>
                <p:cNvSpPr txBox="1">
                  <a:spLocks noRot="1" noChangeAspect="1" noMove="1" noResize="1" noEditPoints="1" noAdjustHandles="1" noChangeArrowheads="1" noChangeShapeType="1" noTextEdit="1"/>
                </p:cNvSpPr>
                <p:nvPr/>
              </p:nvSpPr>
              <p:spPr>
                <a:xfrm>
                  <a:off x="8265497" y="2718816"/>
                  <a:ext cx="479747" cy="253916"/>
                </a:xfrm>
                <a:prstGeom prst="rect">
                  <a:avLst/>
                </a:prstGeom>
                <a:blipFill>
                  <a:blip r:embed="rId4"/>
                  <a:stretch>
                    <a:fillRect l="-8861" t="-14286" r="-1266" b="-23810"/>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D46E5221-3968-533C-0232-578D621959F2}"/>
                </a:ext>
              </a:extLst>
            </p:cNvPr>
            <p:cNvCxnSpPr>
              <a:cxnSpLocks/>
              <a:endCxn id="14" idx="1"/>
            </p:cNvCxnSpPr>
            <p:nvPr/>
          </p:nvCxnSpPr>
          <p:spPr>
            <a:xfrm>
              <a:off x="4860000" y="2563366"/>
              <a:ext cx="824338" cy="282408"/>
            </a:xfrm>
            <a:prstGeom prst="bentConnector3">
              <a:avLst>
                <a:gd name="adj1" fmla="val 50000"/>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DF5F91D9-5317-4673-0B75-8F82B813DC42}"/>
                </a:ext>
              </a:extLst>
            </p:cNvPr>
            <p:cNvCxnSpPr>
              <a:cxnSpLocks/>
            </p:cNvCxnSpPr>
            <p:nvPr/>
          </p:nvCxnSpPr>
          <p:spPr>
            <a:xfrm flipV="1">
              <a:off x="4860000" y="2845774"/>
              <a:ext cx="824400" cy="282408"/>
            </a:xfrm>
            <a:prstGeom prst="bentConnector3">
              <a:avLst>
                <a:gd name="adj1" fmla="val 49943"/>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8D20EEBF-1B5D-089E-115E-5AAD6B0E11C5}"/>
                </a:ext>
              </a:extLst>
            </p:cNvPr>
            <p:cNvCxnSpPr>
              <a:cxnSpLocks/>
              <a:stCxn id="14" idx="3"/>
            </p:cNvCxnSpPr>
            <p:nvPr/>
          </p:nvCxnSpPr>
          <p:spPr>
            <a:xfrm>
              <a:off x="7484538" y="2845774"/>
              <a:ext cx="759870" cy="14008"/>
            </a:xfrm>
            <a:prstGeom prst="straightConnector1">
              <a:avLst/>
            </a:prstGeom>
            <a:ln w="12700">
              <a:solidFill>
                <a:srgbClr val="344C05"/>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12113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76C80-6C46-FD4C-33EB-A5B846A0196B}"/>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820AD95D-6FBD-262F-B06C-F6EEC2D919FB}"/>
              </a:ext>
            </a:extLst>
          </p:cNvPr>
          <p:cNvSpPr>
            <a:spLocks noGrp="1"/>
          </p:cNvSpPr>
          <p:nvPr>
            <p:ph type="ftr" sz="quarter" idx="16"/>
          </p:nvPr>
        </p:nvSpPr>
        <p:spPr/>
        <p:txBody>
          <a:bodyPr/>
          <a:lstStyle/>
          <a:p>
            <a:r>
              <a:rPr lang="en-US" dirty="0"/>
              <a:t>Paul Jollet, Group G2 | NARX Model</a:t>
            </a:r>
            <a:endParaRPr lang="de-DE" dirty="0"/>
          </a:p>
        </p:txBody>
      </p:sp>
      <p:sp>
        <p:nvSpPr>
          <p:cNvPr id="3" name="Datumsplatzhalter 2">
            <a:extLst>
              <a:ext uri="{FF2B5EF4-FFF2-40B4-BE49-F238E27FC236}">
                <a16:creationId xmlns:a16="http://schemas.microsoft.com/office/drawing/2014/main" id="{0DAB6B6D-A1D7-6E94-FBE1-E7AE916D95E2}"/>
              </a:ext>
            </a:extLst>
          </p:cNvPr>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a:extLst>
              <a:ext uri="{FF2B5EF4-FFF2-40B4-BE49-F238E27FC236}">
                <a16:creationId xmlns:a16="http://schemas.microsoft.com/office/drawing/2014/main" id="{88B6A7CB-D057-5848-F202-9128AEB944EE}"/>
              </a:ext>
            </a:extLst>
          </p:cNvPr>
          <p:cNvSpPr>
            <a:spLocks noGrp="1"/>
          </p:cNvSpPr>
          <p:nvPr>
            <p:ph type="sldNum" sz="quarter" idx="10"/>
          </p:nvPr>
        </p:nvSpPr>
        <p:spPr/>
        <p:txBody>
          <a:bodyPr/>
          <a:lstStyle/>
          <a:p>
            <a:fld id="{63CECEBB-547B-4598-95D8-3FB4D608B5D5}" type="slidenum">
              <a:rPr lang="de-DE" smtClean="0"/>
              <a:pPr/>
              <a:t>4</a:t>
            </a:fld>
            <a:endParaRPr lang="de-DE" dirty="0"/>
          </a:p>
        </p:txBody>
      </p:sp>
      <p:sp>
        <p:nvSpPr>
          <p:cNvPr id="5" name="Textplatzhalter 4">
            <a:extLst>
              <a:ext uri="{FF2B5EF4-FFF2-40B4-BE49-F238E27FC236}">
                <a16:creationId xmlns:a16="http://schemas.microsoft.com/office/drawing/2014/main" id="{3F6401F8-7BC6-C924-B2E1-E66D4E0D67F8}"/>
              </a:ext>
            </a:extLst>
          </p:cNvPr>
          <p:cNvSpPr>
            <a:spLocks noGrp="1"/>
          </p:cNvSpPr>
          <p:nvPr>
            <p:ph type="body" sz="quarter" idx="14"/>
          </p:nvPr>
        </p:nvSpPr>
        <p:spPr/>
        <p:txBody>
          <a:bodyPr/>
          <a:lstStyle/>
          <a:p>
            <a:r>
              <a:rPr lang="en-US" sz="2200" dirty="0"/>
              <a:t>Optimized NARX Model</a:t>
            </a:r>
          </a:p>
        </p:txBody>
      </p:sp>
      <mc:AlternateContent xmlns:mc="http://schemas.openxmlformats.org/markup-compatibility/2006">
        <mc:Choice xmlns:a14="http://schemas.microsoft.com/office/drawing/2010/main" Requires="a14">
          <p:sp>
            <p:nvSpPr>
              <p:cNvPr id="6" name="Inhaltsplatzhalter 5">
                <a:extLst>
                  <a:ext uri="{FF2B5EF4-FFF2-40B4-BE49-F238E27FC236}">
                    <a16:creationId xmlns:a16="http://schemas.microsoft.com/office/drawing/2014/main" id="{729395B6-529E-EFA4-9FE5-2615B9F64005}"/>
                  </a:ext>
                </a:extLst>
              </p:cNvPr>
              <p:cNvSpPr>
                <a:spLocks noGrp="1"/>
              </p:cNvSpPr>
              <p:nvPr>
                <p:ph sz="quarter" idx="11"/>
              </p:nvPr>
            </p:nvSpPr>
            <p:spPr>
              <a:xfrm>
                <a:off x="250825" y="1058862"/>
                <a:ext cx="8642350" cy="3313087"/>
              </a:xfrm>
            </p:spPr>
            <p:txBody>
              <a:bodyPr anchor="ctr"/>
              <a:lstStyle/>
              <a:p>
                <a:pPr marL="182563" indent="-182563">
                  <a:tabLst>
                    <a:tab pos="182563" algn="l"/>
                  </a:tabLst>
                </a:pPr>
                <a:endParaRPr lang="en-US" dirty="0"/>
              </a:p>
              <a:p>
                <a:pPr marL="182563" indent="-182563">
                  <a:tabLst>
                    <a:tab pos="182563" algn="l"/>
                  </a:tabLst>
                </a:pPr>
                <a:r>
                  <a:rPr lang="en-US" dirty="0"/>
                  <a:t>Optimized Hyperparameters:</a:t>
                </a:r>
              </a:p>
              <a:p>
                <a:pPr marL="627063" indent="-268288">
                  <a:buFont typeface="Wingdings" panose="05000000000000000000" pitchFamily="2" charset="2"/>
                  <a:buChar char="Ø"/>
                  <a:tabLst>
                    <a:tab pos="182563" algn="l"/>
                  </a:tabLst>
                </a:pPr>
                <a14:m>
                  <m:oMath xmlns:m="http://schemas.openxmlformats.org/officeDocument/2006/math">
                    <m:r>
                      <a:rPr lang="de-DE" sz="1400" b="0" i="1" smtClean="0">
                        <a:latin typeface="Cambria Math" panose="02040503050406030204" pitchFamily="18" charset="0"/>
                      </a:rPr>
                      <m:t>𝑙𝑎𝑔</m:t>
                    </m:r>
                    <m:r>
                      <a:rPr lang="de-DE" sz="1400" b="0" i="1" smtClean="0">
                        <a:latin typeface="Cambria Math" panose="02040503050406030204" pitchFamily="18" charset="0"/>
                      </a:rPr>
                      <m:t>=5</m:t>
                    </m:r>
                  </m:oMath>
                </a14:m>
                <a:r>
                  <a:rPr lang="en-US" sz="1400" dirty="0"/>
                  <a:t> </a:t>
                </a:r>
                <a:r>
                  <a:rPr lang="en-US" sz="1400" dirty="0">
                    <a:sym typeface="Wingdings" panose="05000000000000000000" pitchFamily="2" charset="2"/>
                  </a:rPr>
                  <a:t> 65 input neurons</a:t>
                </a:r>
              </a:p>
              <a:p>
                <a:pPr marL="627063" indent="-268288">
                  <a:buFont typeface="Wingdings" panose="05000000000000000000" pitchFamily="2" charset="2"/>
                  <a:buChar char="Ø"/>
                  <a:tabLst>
                    <a:tab pos="182563" algn="l"/>
                  </a:tabLst>
                </a:pPr>
                <a:r>
                  <a:rPr lang="en-US" sz="1400" dirty="0">
                    <a:sym typeface="Wingdings" panose="05000000000000000000" pitchFamily="2" charset="2"/>
                  </a:rPr>
                  <a:t>One hidden layer with 64 neurons</a:t>
                </a:r>
              </a:p>
              <a:p>
                <a:pPr marL="627063" indent="-268288">
                  <a:buFont typeface="Wingdings" panose="05000000000000000000" pitchFamily="2" charset="2"/>
                  <a:buChar char="Ø"/>
                  <a:tabLst>
                    <a:tab pos="182563" algn="l"/>
                  </a:tabLst>
                </a:pPr>
                <a:r>
                  <a:rPr lang="en-US" sz="1400" dirty="0">
                    <a:sym typeface="Wingdings" panose="05000000000000000000" pitchFamily="2" charset="2"/>
                  </a:rPr>
                  <a:t>Dropout </a:t>
                </a:r>
                <a14:m>
                  <m:oMath xmlns:m="http://schemas.openxmlformats.org/officeDocument/2006/math">
                    <m:r>
                      <a:rPr lang="de-DE" sz="1400" b="0" i="1" smtClean="0">
                        <a:latin typeface="Cambria Math" panose="02040503050406030204" pitchFamily="18" charset="0"/>
                        <a:sym typeface="Wingdings" panose="05000000000000000000" pitchFamily="2" charset="2"/>
                      </a:rPr>
                      <m:t>𝑑</m:t>
                    </m:r>
                    <m:r>
                      <a:rPr lang="de-DE" sz="1400" b="0" i="1" smtClean="0">
                        <a:latin typeface="Cambria Math" panose="02040503050406030204" pitchFamily="18" charset="0"/>
                        <a:sym typeface="Wingdings" panose="05000000000000000000" pitchFamily="2" charset="2"/>
                      </a:rPr>
                      <m:t>=</m:t>
                    </m:r>
                    <m:sSup>
                      <m:sSupPr>
                        <m:ctrlPr>
                          <a:rPr lang="de-DE" sz="1400" b="0" i="1" smtClean="0">
                            <a:latin typeface="Cambria Math" panose="02040503050406030204" pitchFamily="18" charset="0"/>
                            <a:sym typeface="Wingdings" panose="05000000000000000000" pitchFamily="2" charset="2"/>
                          </a:rPr>
                        </m:ctrlPr>
                      </m:sSupPr>
                      <m:e>
                        <m:r>
                          <a:rPr lang="de-DE" sz="1400" b="0" i="1" smtClean="0">
                            <a:latin typeface="Cambria Math" panose="02040503050406030204" pitchFamily="18" charset="0"/>
                            <a:sym typeface="Wingdings" panose="05000000000000000000" pitchFamily="2" charset="2"/>
                          </a:rPr>
                          <m:t>5⋅10</m:t>
                        </m:r>
                      </m:e>
                      <m:sup>
                        <m:r>
                          <a:rPr lang="de-DE" sz="1400" b="0" i="1" smtClean="0">
                            <a:latin typeface="Cambria Math" panose="02040503050406030204" pitchFamily="18" charset="0"/>
                            <a:sym typeface="Wingdings" panose="05000000000000000000" pitchFamily="2" charset="2"/>
                          </a:rPr>
                          <m:t>−5</m:t>
                        </m:r>
                      </m:sup>
                    </m:sSup>
                  </m:oMath>
                </a14:m>
                <a:endParaRPr lang="en-US" sz="1400" dirty="0"/>
              </a:p>
              <a:p>
                <a:pPr marL="627063" indent="-268288">
                  <a:buFont typeface="Wingdings" panose="05000000000000000000" pitchFamily="2" charset="2"/>
                  <a:buChar char="Ø"/>
                  <a:tabLst>
                    <a:tab pos="182563" algn="l"/>
                  </a:tabLst>
                </a:pPr>
                <a:r>
                  <a:rPr lang="en-US" sz="1400" dirty="0"/>
                  <a:t>Learning rate </a:t>
                </a:r>
                <a14:m>
                  <m:oMath xmlns:m="http://schemas.openxmlformats.org/officeDocument/2006/math">
                    <m:r>
                      <a:rPr lang="de-DE" sz="1400" b="0" i="1" smtClean="0">
                        <a:latin typeface="Cambria Math" panose="02040503050406030204" pitchFamily="18" charset="0"/>
                      </a:rPr>
                      <m:t>𝑙𝑟</m:t>
                    </m:r>
                    <m:r>
                      <a:rPr lang="de-DE" sz="1400" b="0" i="1" smtClean="0">
                        <a:latin typeface="Cambria Math" panose="02040503050406030204" pitchFamily="18" charset="0"/>
                      </a:rPr>
                      <m:t>=7⋅</m:t>
                    </m:r>
                    <m:sSup>
                      <m:sSupPr>
                        <m:ctrlPr>
                          <a:rPr lang="de-DE" sz="1400" b="0" i="1" smtClean="0">
                            <a:latin typeface="Cambria Math" panose="02040503050406030204" pitchFamily="18" charset="0"/>
                          </a:rPr>
                        </m:ctrlPr>
                      </m:sSupPr>
                      <m:e>
                        <m:r>
                          <a:rPr lang="de-DE" sz="1400" b="0" i="1" smtClean="0">
                            <a:latin typeface="Cambria Math" panose="02040503050406030204" pitchFamily="18" charset="0"/>
                          </a:rPr>
                          <m:t>10</m:t>
                        </m:r>
                      </m:e>
                      <m:sup>
                        <m:r>
                          <a:rPr lang="de-DE" sz="1400" b="0" i="1" smtClean="0">
                            <a:latin typeface="Cambria Math" panose="02040503050406030204" pitchFamily="18" charset="0"/>
                          </a:rPr>
                          <m:t>−5</m:t>
                        </m:r>
                      </m:sup>
                    </m:sSup>
                  </m:oMath>
                </a14:m>
                <a:endParaRPr lang="en-US" sz="1400" dirty="0"/>
              </a:p>
              <a:p>
                <a:pPr marL="627063" indent="-268288">
                  <a:buFont typeface="Wingdings" panose="05000000000000000000" pitchFamily="2" charset="2"/>
                  <a:buChar char="Ø"/>
                  <a:tabLst>
                    <a:tab pos="182563" algn="l"/>
                  </a:tabLst>
                </a:pPr>
                <a:r>
                  <a:rPr lang="en-US" sz="1400" dirty="0"/>
                  <a:t>Activation: ReLU</a:t>
                </a:r>
              </a:p>
              <a:p>
                <a:pPr marL="627063" indent="-268288">
                  <a:buFont typeface="Wingdings" panose="05000000000000000000" pitchFamily="2" charset="2"/>
                  <a:buChar char="Ø"/>
                  <a:tabLst>
                    <a:tab pos="182563" algn="l"/>
                  </a:tabLst>
                </a:pPr>
                <a:r>
                  <a:rPr lang="en-US" sz="1400" dirty="0"/>
                  <a:t>60 epochs</a:t>
                </a:r>
              </a:p>
              <a:p>
                <a:pPr marL="627063" indent="-268288">
                  <a:buFont typeface="Wingdings" panose="05000000000000000000" pitchFamily="2" charset="2"/>
                  <a:buChar char="Ø"/>
                  <a:tabLst>
                    <a:tab pos="182563" algn="l"/>
                  </a:tabLst>
                </a:pPr>
                <a:r>
                  <a:rPr lang="en-US" sz="1400" dirty="0"/>
                  <a:t>Batch size </a:t>
                </a:r>
                <a14:m>
                  <m:oMath xmlns:m="http://schemas.openxmlformats.org/officeDocument/2006/math">
                    <m:r>
                      <a:rPr lang="de-DE" sz="1400" b="0" i="1" smtClean="0">
                        <a:latin typeface="Cambria Math" panose="02040503050406030204" pitchFamily="18" charset="0"/>
                      </a:rPr>
                      <m:t>𝑏</m:t>
                    </m:r>
                    <m:r>
                      <a:rPr lang="de-DE" sz="1400" b="0" i="1" smtClean="0">
                        <a:latin typeface="Cambria Math" panose="02040503050406030204" pitchFamily="18" charset="0"/>
                      </a:rPr>
                      <m:t>=16</m:t>
                    </m:r>
                  </m:oMath>
                </a14:m>
                <a:endParaRPr lang="en-US" sz="1400" dirty="0"/>
              </a:p>
              <a:p>
                <a:pPr marL="627063" indent="-268288">
                  <a:buFont typeface="Wingdings" panose="05000000000000000000" pitchFamily="2" charset="2"/>
                  <a:buChar char="Ø"/>
                  <a:tabLst>
                    <a:tab pos="182563" algn="l"/>
                  </a:tabLst>
                </a:pPr>
                <a:endParaRPr lang="en-US" sz="1400" dirty="0"/>
              </a:p>
              <a:p>
                <a:pPr marL="627063" indent="-268288">
                  <a:buFont typeface="Wingdings" panose="05000000000000000000" pitchFamily="2" charset="2"/>
                  <a:buChar char="Ø"/>
                  <a:tabLst>
                    <a:tab pos="182563" algn="l"/>
                  </a:tabLst>
                </a:pPr>
                <a:endParaRPr lang="en-US" sz="1400" dirty="0"/>
              </a:p>
              <a:p>
                <a:pPr marL="182563" indent="-182563">
                  <a:tabLst>
                    <a:tab pos="182563" algn="l"/>
                  </a:tabLst>
                </a:pPr>
                <a:r>
                  <a:rPr lang="en-US" dirty="0"/>
                  <a:t>Initial MSE of 0.0329</a:t>
                </a:r>
                <a:br>
                  <a:rPr lang="en-US" dirty="0"/>
                </a:br>
                <a:r>
                  <a:rPr lang="en-US" dirty="0"/>
                  <a:t>Final MSE of 0.0028</a:t>
                </a:r>
                <a:br>
                  <a:rPr lang="en-US" dirty="0"/>
                </a:br>
                <a:r>
                  <a:rPr lang="en-US" dirty="0">
                    <a:sym typeface="Wingdings" panose="05000000000000000000" pitchFamily="2" charset="2"/>
                  </a:rPr>
                  <a:t> improvement of 91.48 %</a:t>
                </a:r>
                <a:endParaRPr lang="en-US" dirty="0"/>
              </a:p>
            </p:txBody>
          </p:sp>
        </mc:Choice>
        <mc:Fallback>
          <p:sp>
            <p:nvSpPr>
              <p:cNvPr id="6" name="Inhaltsplatzhalter 5">
                <a:extLst>
                  <a:ext uri="{FF2B5EF4-FFF2-40B4-BE49-F238E27FC236}">
                    <a16:creationId xmlns:a16="http://schemas.microsoft.com/office/drawing/2014/main" id="{729395B6-529E-EFA4-9FE5-2615B9F64005}"/>
                  </a:ext>
                </a:extLst>
              </p:cNvPr>
              <p:cNvSpPr>
                <a:spLocks noGrp="1" noRot="1" noChangeAspect="1" noMove="1" noResize="1" noEditPoints="1" noAdjustHandles="1" noChangeArrowheads="1" noChangeShapeType="1" noTextEdit="1"/>
              </p:cNvSpPr>
              <p:nvPr>
                <p:ph sz="quarter" idx="11"/>
              </p:nvPr>
            </p:nvSpPr>
            <p:spPr>
              <a:xfrm>
                <a:off x="250825" y="1058862"/>
                <a:ext cx="8642350" cy="3313087"/>
              </a:xfrm>
              <a:blipFill>
                <a:blip r:embed="rId2"/>
                <a:stretch>
                  <a:fillRect l="-1340" b="-1842"/>
                </a:stretch>
              </a:blipFill>
            </p:spPr>
            <p:txBody>
              <a:bodyPr/>
              <a:lstStyle/>
              <a:p>
                <a:r>
                  <a:rPr lang="de-DE">
                    <a:noFill/>
                  </a:rPr>
                  <a:t> </a:t>
                </a:r>
              </a:p>
            </p:txBody>
          </p:sp>
        </mc:Fallback>
      </mc:AlternateContent>
      <p:grpSp>
        <p:nvGrpSpPr>
          <p:cNvPr id="282" name="Gruppieren 281">
            <a:extLst>
              <a:ext uri="{FF2B5EF4-FFF2-40B4-BE49-F238E27FC236}">
                <a16:creationId xmlns:a16="http://schemas.microsoft.com/office/drawing/2014/main" id="{8E1163B6-6D0D-A235-964E-FB89901353BB}"/>
              </a:ext>
            </a:extLst>
          </p:cNvPr>
          <p:cNvGrpSpPr/>
          <p:nvPr/>
        </p:nvGrpSpPr>
        <p:grpSpPr>
          <a:xfrm>
            <a:off x="4571355" y="1019673"/>
            <a:ext cx="3888432" cy="3391463"/>
            <a:chOff x="4211960" y="979718"/>
            <a:chExt cx="3888432" cy="3391463"/>
          </a:xfrm>
        </p:grpSpPr>
        <p:cxnSp>
          <p:nvCxnSpPr>
            <p:cNvPr id="35" name="Gerade Verbindung mit Pfeil 34">
              <a:extLst>
                <a:ext uri="{FF2B5EF4-FFF2-40B4-BE49-F238E27FC236}">
                  <a16:creationId xmlns:a16="http://schemas.microsoft.com/office/drawing/2014/main" id="{97E04860-39A6-BCC5-7933-B91FA2E825BD}"/>
                </a:ext>
              </a:extLst>
            </p:cNvPr>
            <p:cNvCxnSpPr>
              <a:cxnSpLocks/>
              <a:stCxn id="17" idx="6"/>
              <a:endCxn id="32" idx="2"/>
            </p:cNvCxnSpPr>
            <p:nvPr/>
          </p:nvCxnSpPr>
          <p:spPr>
            <a:xfrm flipV="1">
              <a:off x="4824008" y="1893569"/>
              <a:ext cx="1153392" cy="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37" name="Gerade Verbindung mit Pfeil 36">
              <a:extLst>
                <a:ext uri="{FF2B5EF4-FFF2-40B4-BE49-F238E27FC236}">
                  <a16:creationId xmlns:a16="http://schemas.microsoft.com/office/drawing/2014/main" id="{81683DD6-C6FA-6B22-954C-971137817BDA}"/>
                </a:ext>
              </a:extLst>
            </p:cNvPr>
            <p:cNvCxnSpPr>
              <a:cxnSpLocks/>
              <a:stCxn id="17" idx="6"/>
              <a:endCxn id="33" idx="2"/>
            </p:cNvCxnSpPr>
            <p:nvPr/>
          </p:nvCxnSpPr>
          <p:spPr>
            <a:xfrm>
              <a:off x="4824008" y="1893570"/>
              <a:ext cx="1153392" cy="49737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38" name="Gerade Verbindung mit Pfeil 37">
              <a:extLst>
                <a:ext uri="{FF2B5EF4-FFF2-40B4-BE49-F238E27FC236}">
                  <a16:creationId xmlns:a16="http://schemas.microsoft.com/office/drawing/2014/main" id="{9F26112D-7CA9-43BB-335E-A92C8AE2157C}"/>
                </a:ext>
              </a:extLst>
            </p:cNvPr>
            <p:cNvCxnSpPr>
              <a:cxnSpLocks/>
              <a:stCxn id="17" idx="6"/>
              <a:endCxn id="30" idx="2"/>
            </p:cNvCxnSpPr>
            <p:nvPr/>
          </p:nvCxnSpPr>
          <p:spPr>
            <a:xfrm>
              <a:off x="4824008" y="1893570"/>
              <a:ext cx="1153392" cy="130286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39" name="Gerade Verbindung mit Pfeil 38">
              <a:extLst>
                <a:ext uri="{FF2B5EF4-FFF2-40B4-BE49-F238E27FC236}">
                  <a16:creationId xmlns:a16="http://schemas.microsoft.com/office/drawing/2014/main" id="{969EB657-9830-EA33-8A43-EC9963431194}"/>
                </a:ext>
              </a:extLst>
            </p:cNvPr>
            <p:cNvCxnSpPr>
              <a:cxnSpLocks/>
              <a:stCxn id="17" idx="6"/>
              <a:endCxn id="31" idx="2"/>
            </p:cNvCxnSpPr>
            <p:nvPr/>
          </p:nvCxnSpPr>
          <p:spPr>
            <a:xfrm>
              <a:off x="4824008" y="1893570"/>
              <a:ext cx="1153392" cy="180024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40" name="Gerade Verbindung mit Pfeil 39">
              <a:extLst>
                <a:ext uri="{FF2B5EF4-FFF2-40B4-BE49-F238E27FC236}">
                  <a16:creationId xmlns:a16="http://schemas.microsoft.com/office/drawing/2014/main" id="{63E1949B-030E-751A-871D-4B69A08C4612}"/>
                </a:ext>
              </a:extLst>
            </p:cNvPr>
            <p:cNvCxnSpPr>
              <a:cxnSpLocks/>
              <a:stCxn id="18" idx="6"/>
              <a:endCxn id="32" idx="2"/>
            </p:cNvCxnSpPr>
            <p:nvPr/>
          </p:nvCxnSpPr>
          <p:spPr>
            <a:xfrm flipV="1">
              <a:off x="4824008" y="1893569"/>
              <a:ext cx="1153392" cy="49737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8770E19F-6ECD-2711-EC50-FD4ADFCC909D}"/>
                </a:ext>
              </a:extLst>
            </p:cNvPr>
            <p:cNvCxnSpPr>
              <a:cxnSpLocks/>
              <a:stCxn id="18" idx="6"/>
              <a:endCxn id="33" idx="2"/>
            </p:cNvCxnSpPr>
            <p:nvPr/>
          </p:nvCxnSpPr>
          <p:spPr>
            <a:xfrm flipV="1">
              <a:off x="4824008" y="2390940"/>
              <a:ext cx="1153392" cy="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42" name="Gerade Verbindung mit Pfeil 41">
              <a:extLst>
                <a:ext uri="{FF2B5EF4-FFF2-40B4-BE49-F238E27FC236}">
                  <a16:creationId xmlns:a16="http://schemas.microsoft.com/office/drawing/2014/main" id="{4E819BAE-7D57-3469-0520-96E367DE0C0A}"/>
                </a:ext>
              </a:extLst>
            </p:cNvPr>
            <p:cNvCxnSpPr>
              <a:cxnSpLocks/>
              <a:stCxn id="18" idx="6"/>
              <a:endCxn id="30" idx="2"/>
            </p:cNvCxnSpPr>
            <p:nvPr/>
          </p:nvCxnSpPr>
          <p:spPr>
            <a:xfrm>
              <a:off x="4824008" y="2390941"/>
              <a:ext cx="1153392" cy="805498"/>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55" name="Gerade Verbindung mit Pfeil 54">
              <a:extLst>
                <a:ext uri="{FF2B5EF4-FFF2-40B4-BE49-F238E27FC236}">
                  <a16:creationId xmlns:a16="http://schemas.microsoft.com/office/drawing/2014/main" id="{FD76EBF5-078C-8727-E363-B152123FEEDB}"/>
                </a:ext>
              </a:extLst>
            </p:cNvPr>
            <p:cNvCxnSpPr>
              <a:cxnSpLocks/>
              <a:stCxn id="18" idx="6"/>
              <a:endCxn id="31" idx="2"/>
            </p:cNvCxnSpPr>
            <p:nvPr/>
          </p:nvCxnSpPr>
          <p:spPr>
            <a:xfrm>
              <a:off x="4824008" y="2390941"/>
              <a:ext cx="1153392" cy="130286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58" name="Gerade Verbindung mit Pfeil 57">
              <a:extLst>
                <a:ext uri="{FF2B5EF4-FFF2-40B4-BE49-F238E27FC236}">
                  <a16:creationId xmlns:a16="http://schemas.microsoft.com/office/drawing/2014/main" id="{8D851A77-4B13-0BD6-3355-28AE9A930585}"/>
                </a:ext>
              </a:extLst>
            </p:cNvPr>
            <p:cNvCxnSpPr>
              <a:cxnSpLocks/>
              <a:stCxn id="22" idx="6"/>
              <a:endCxn id="31" idx="2"/>
            </p:cNvCxnSpPr>
            <p:nvPr/>
          </p:nvCxnSpPr>
          <p:spPr>
            <a:xfrm>
              <a:off x="4824008" y="3196440"/>
              <a:ext cx="1153392" cy="49737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59" name="Gerade Verbindung mit Pfeil 58">
              <a:extLst>
                <a:ext uri="{FF2B5EF4-FFF2-40B4-BE49-F238E27FC236}">
                  <a16:creationId xmlns:a16="http://schemas.microsoft.com/office/drawing/2014/main" id="{0EF71446-5EDD-8F30-A457-032BF9351B21}"/>
                </a:ext>
              </a:extLst>
            </p:cNvPr>
            <p:cNvCxnSpPr>
              <a:cxnSpLocks/>
              <a:stCxn id="22" idx="6"/>
              <a:endCxn id="30" idx="2"/>
            </p:cNvCxnSpPr>
            <p:nvPr/>
          </p:nvCxnSpPr>
          <p:spPr>
            <a:xfrm flipV="1">
              <a:off x="4824008" y="3196439"/>
              <a:ext cx="1153392" cy="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60" name="Gerade Verbindung mit Pfeil 59">
              <a:extLst>
                <a:ext uri="{FF2B5EF4-FFF2-40B4-BE49-F238E27FC236}">
                  <a16:creationId xmlns:a16="http://schemas.microsoft.com/office/drawing/2014/main" id="{B8D2809F-CB11-370E-801A-934943AEAE3A}"/>
                </a:ext>
              </a:extLst>
            </p:cNvPr>
            <p:cNvCxnSpPr>
              <a:cxnSpLocks/>
              <a:stCxn id="22" idx="6"/>
              <a:endCxn id="33" idx="2"/>
            </p:cNvCxnSpPr>
            <p:nvPr/>
          </p:nvCxnSpPr>
          <p:spPr>
            <a:xfrm flipV="1">
              <a:off x="4824008" y="2390940"/>
              <a:ext cx="1153392" cy="80550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61" name="Gerade Verbindung mit Pfeil 60">
              <a:extLst>
                <a:ext uri="{FF2B5EF4-FFF2-40B4-BE49-F238E27FC236}">
                  <a16:creationId xmlns:a16="http://schemas.microsoft.com/office/drawing/2014/main" id="{AFA73B13-5017-AD10-BD47-11A5E698295A}"/>
                </a:ext>
              </a:extLst>
            </p:cNvPr>
            <p:cNvCxnSpPr>
              <a:cxnSpLocks/>
              <a:stCxn id="22" idx="6"/>
              <a:endCxn id="32" idx="2"/>
            </p:cNvCxnSpPr>
            <p:nvPr/>
          </p:nvCxnSpPr>
          <p:spPr>
            <a:xfrm flipV="1">
              <a:off x="4824008" y="1893569"/>
              <a:ext cx="1153392" cy="130287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70" name="Gerade Verbindung mit Pfeil 69">
              <a:extLst>
                <a:ext uri="{FF2B5EF4-FFF2-40B4-BE49-F238E27FC236}">
                  <a16:creationId xmlns:a16="http://schemas.microsoft.com/office/drawing/2014/main" id="{CD94DD29-CAF4-074D-48DF-1D52C2720BF2}"/>
                </a:ext>
              </a:extLst>
            </p:cNvPr>
            <p:cNvCxnSpPr>
              <a:cxnSpLocks/>
              <a:stCxn id="23" idx="6"/>
              <a:endCxn id="31" idx="2"/>
            </p:cNvCxnSpPr>
            <p:nvPr/>
          </p:nvCxnSpPr>
          <p:spPr>
            <a:xfrm flipV="1">
              <a:off x="4824008" y="3693810"/>
              <a:ext cx="1153392" cy="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71" name="Gerade Verbindung mit Pfeil 70">
              <a:extLst>
                <a:ext uri="{FF2B5EF4-FFF2-40B4-BE49-F238E27FC236}">
                  <a16:creationId xmlns:a16="http://schemas.microsoft.com/office/drawing/2014/main" id="{BF6FF44E-570E-0CF3-544A-B07E0DF472FF}"/>
                </a:ext>
              </a:extLst>
            </p:cNvPr>
            <p:cNvCxnSpPr>
              <a:cxnSpLocks/>
              <a:stCxn id="23" idx="6"/>
              <a:endCxn id="30" idx="2"/>
            </p:cNvCxnSpPr>
            <p:nvPr/>
          </p:nvCxnSpPr>
          <p:spPr>
            <a:xfrm flipV="1">
              <a:off x="4824008" y="3196439"/>
              <a:ext cx="1153392" cy="49737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72" name="Gerade Verbindung mit Pfeil 71">
              <a:extLst>
                <a:ext uri="{FF2B5EF4-FFF2-40B4-BE49-F238E27FC236}">
                  <a16:creationId xmlns:a16="http://schemas.microsoft.com/office/drawing/2014/main" id="{27ACD071-1995-BFD8-0C56-9A758265A9D1}"/>
                </a:ext>
              </a:extLst>
            </p:cNvPr>
            <p:cNvCxnSpPr>
              <a:cxnSpLocks/>
              <a:stCxn id="23" idx="6"/>
              <a:endCxn id="33" idx="2"/>
            </p:cNvCxnSpPr>
            <p:nvPr/>
          </p:nvCxnSpPr>
          <p:spPr>
            <a:xfrm flipV="1">
              <a:off x="4824008" y="2390940"/>
              <a:ext cx="1153392" cy="130287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73" name="Gerade Verbindung mit Pfeil 72">
              <a:extLst>
                <a:ext uri="{FF2B5EF4-FFF2-40B4-BE49-F238E27FC236}">
                  <a16:creationId xmlns:a16="http://schemas.microsoft.com/office/drawing/2014/main" id="{D2AB17B7-8D39-785E-C3A3-8B5CDCA421C9}"/>
                </a:ext>
              </a:extLst>
            </p:cNvPr>
            <p:cNvCxnSpPr>
              <a:cxnSpLocks/>
              <a:stCxn id="23" idx="6"/>
              <a:endCxn id="32" idx="2"/>
            </p:cNvCxnSpPr>
            <p:nvPr/>
          </p:nvCxnSpPr>
          <p:spPr>
            <a:xfrm flipV="1">
              <a:off x="4824008" y="1893569"/>
              <a:ext cx="1153392" cy="180024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grpSp>
          <p:nvGrpSpPr>
            <p:cNvPr id="151" name="Gruppieren 150">
              <a:extLst>
                <a:ext uri="{FF2B5EF4-FFF2-40B4-BE49-F238E27FC236}">
                  <a16:creationId xmlns:a16="http://schemas.microsoft.com/office/drawing/2014/main" id="{524EE250-E1F7-337A-230E-AC17BB4D380D}"/>
                </a:ext>
              </a:extLst>
            </p:cNvPr>
            <p:cNvGrpSpPr/>
            <p:nvPr/>
          </p:nvGrpSpPr>
          <p:grpSpPr>
            <a:xfrm>
              <a:off x="4464008" y="1212918"/>
              <a:ext cx="360000" cy="3158263"/>
              <a:chOff x="4716016" y="990978"/>
              <a:chExt cx="360000" cy="3158263"/>
            </a:xfrm>
          </p:grpSpPr>
          <p:grpSp>
            <p:nvGrpSpPr>
              <p:cNvPr id="20" name="Gruppieren 19">
                <a:extLst>
                  <a:ext uri="{FF2B5EF4-FFF2-40B4-BE49-F238E27FC236}">
                    <a16:creationId xmlns:a16="http://schemas.microsoft.com/office/drawing/2014/main" id="{F5B957A2-3B36-8212-0350-E976ABE67294}"/>
                  </a:ext>
                </a:extLst>
              </p:cNvPr>
              <p:cNvGrpSpPr/>
              <p:nvPr/>
            </p:nvGrpSpPr>
            <p:grpSpPr>
              <a:xfrm>
                <a:off x="4716016" y="1491630"/>
                <a:ext cx="360000" cy="857371"/>
                <a:chOff x="4716016" y="1491630"/>
                <a:chExt cx="360000" cy="857371"/>
              </a:xfrm>
            </p:grpSpPr>
            <p:sp>
              <p:nvSpPr>
                <p:cNvPr id="17" name="Ellipse 16">
                  <a:extLst>
                    <a:ext uri="{FF2B5EF4-FFF2-40B4-BE49-F238E27FC236}">
                      <a16:creationId xmlns:a16="http://schemas.microsoft.com/office/drawing/2014/main" id="{2452B64B-34B1-87AD-ECE1-5697AD4B7C2C}"/>
                    </a:ext>
                  </a:extLst>
                </p:cNvPr>
                <p:cNvSpPr/>
                <p:nvPr/>
              </p:nvSpPr>
              <p:spPr>
                <a:xfrm>
                  <a:off x="4716016" y="1491630"/>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8" name="Ellipse 17">
                  <a:extLst>
                    <a:ext uri="{FF2B5EF4-FFF2-40B4-BE49-F238E27FC236}">
                      <a16:creationId xmlns:a16="http://schemas.microsoft.com/office/drawing/2014/main" id="{EBCC9C29-A2EE-316B-FFE6-7A86E9CC8B44}"/>
                    </a:ext>
                  </a:extLst>
                </p:cNvPr>
                <p:cNvSpPr/>
                <p:nvPr/>
              </p:nvSpPr>
              <p:spPr>
                <a:xfrm>
                  <a:off x="4716016" y="1989001"/>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21" name="Gruppieren 20">
                <a:extLst>
                  <a:ext uri="{FF2B5EF4-FFF2-40B4-BE49-F238E27FC236}">
                    <a16:creationId xmlns:a16="http://schemas.microsoft.com/office/drawing/2014/main" id="{31E9A5E0-ACFE-3491-3AFB-330A41D33D35}"/>
                  </a:ext>
                </a:extLst>
              </p:cNvPr>
              <p:cNvGrpSpPr/>
              <p:nvPr/>
            </p:nvGrpSpPr>
            <p:grpSpPr>
              <a:xfrm>
                <a:off x="4716016" y="2794500"/>
                <a:ext cx="360000" cy="857371"/>
                <a:chOff x="4716016" y="1491630"/>
                <a:chExt cx="360000" cy="857371"/>
              </a:xfrm>
            </p:grpSpPr>
            <p:sp>
              <p:nvSpPr>
                <p:cNvPr id="22" name="Ellipse 21">
                  <a:extLst>
                    <a:ext uri="{FF2B5EF4-FFF2-40B4-BE49-F238E27FC236}">
                      <a16:creationId xmlns:a16="http://schemas.microsoft.com/office/drawing/2014/main" id="{0195D450-A07E-DE74-2B51-B5DC85521810}"/>
                    </a:ext>
                  </a:extLst>
                </p:cNvPr>
                <p:cNvSpPr/>
                <p:nvPr/>
              </p:nvSpPr>
              <p:spPr>
                <a:xfrm>
                  <a:off x="4716016" y="1491630"/>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3" name="Ellipse 22">
                  <a:extLst>
                    <a:ext uri="{FF2B5EF4-FFF2-40B4-BE49-F238E27FC236}">
                      <a16:creationId xmlns:a16="http://schemas.microsoft.com/office/drawing/2014/main" id="{972AF805-6AA1-2D45-E1DF-58F208391C2A}"/>
                    </a:ext>
                  </a:extLst>
                </p:cNvPr>
                <p:cNvSpPr/>
                <p:nvPr/>
              </p:nvSpPr>
              <p:spPr>
                <a:xfrm>
                  <a:off x="4716016" y="1989001"/>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mc:AlternateContent xmlns:mc="http://schemas.openxmlformats.org/markup-compatibility/2006" xmlns:a14="http://schemas.microsoft.com/office/drawing/2010/main">
            <mc:Choice Requires="a14">
              <p:sp>
                <p:nvSpPr>
                  <p:cNvPr id="24" name="Textfeld 23">
                    <a:extLst>
                      <a:ext uri="{FF2B5EF4-FFF2-40B4-BE49-F238E27FC236}">
                        <a16:creationId xmlns:a16="http://schemas.microsoft.com/office/drawing/2014/main" id="{0FEF7AE6-928E-0C89-5E84-0B69402B8C78}"/>
                      </a:ext>
                    </a:extLst>
                  </p:cNvPr>
                  <p:cNvSpPr txBox="1"/>
                  <p:nvPr/>
                </p:nvSpPr>
                <p:spPr>
                  <a:xfrm>
                    <a:off x="4833499" y="2444792"/>
                    <a:ext cx="125034" cy="253916"/>
                  </a:xfrm>
                  <a:prstGeom prst="rect">
                    <a:avLst/>
                  </a:prstGeom>
                </p:spPr>
                <p:txBody>
                  <a:bodyPr wrap="none" lIns="0" tIns="0" rIns="0" bIns="0" numCol="2" spcCol="216000" rtlCol="0">
                    <a:spAutoFit/>
                  </a:bodyPr>
                  <a:lstStyle/>
                  <a:p>
                    <a:pPr defTabSz="0">
                      <a:lnSpc>
                        <a:spcPct val="100000"/>
                      </a:lnSpc>
                      <a:spcBef>
                        <a:spcPts val="0"/>
                      </a:spcBef>
                      <a:tabLst>
                        <a:tab pos="180000" algn="l"/>
                      </a:tabLst>
                    </a:pPr>
                    <a14:m>
                      <m:oMathPara xmlns:m="http://schemas.openxmlformats.org/officeDocument/2006/math">
                        <m:oMathParaPr>
                          <m:jc m:val="centerGroup"/>
                        </m:oMathParaPr>
                        <m:oMath xmlns:m="http://schemas.openxmlformats.org/officeDocument/2006/math">
                          <m:r>
                            <a:rPr lang="de-DE" sz="1650" b="0" i="1" smtClean="0">
                              <a:solidFill>
                                <a:schemeClr val="tx1"/>
                              </a:solidFill>
                              <a:latin typeface="Cambria Math" panose="02040503050406030204" pitchFamily="18" charset="0"/>
                            </a:rPr>
                            <m:t>⋮</m:t>
                          </m:r>
                        </m:oMath>
                      </m:oMathPara>
                    </a14:m>
                    <a:endParaRPr lang="de-DE" sz="1650" dirty="0">
                      <a:solidFill>
                        <a:schemeClr val="tx1"/>
                      </a:solidFill>
                    </a:endParaRPr>
                  </a:p>
                </p:txBody>
              </p:sp>
            </mc:Choice>
            <mc:Fallback xmlns="">
              <p:sp>
                <p:nvSpPr>
                  <p:cNvPr id="24" name="Textfeld 23">
                    <a:extLst>
                      <a:ext uri="{FF2B5EF4-FFF2-40B4-BE49-F238E27FC236}">
                        <a16:creationId xmlns:a16="http://schemas.microsoft.com/office/drawing/2014/main" id="{0FEF7AE6-928E-0C89-5E84-0B69402B8C78}"/>
                      </a:ext>
                    </a:extLst>
                  </p:cNvPr>
                  <p:cNvSpPr txBox="1">
                    <a:spLocks noRot="1" noChangeAspect="1" noMove="1" noResize="1" noEditPoints="1" noAdjustHandles="1" noChangeArrowheads="1" noChangeShapeType="1" noTextEdit="1"/>
                  </p:cNvSpPr>
                  <p:nvPr/>
                </p:nvSpPr>
                <p:spPr>
                  <a:xfrm>
                    <a:off x="4833499" y="2444792"/>
                    <a:ext cx="125034" cy="253916"/>
                  </a:xfrm>
                  <a:prstGeom prst="rect">
                    <a:avLst/>
                  </a:prstGeom>
                  <a:blipFill>
                    <a:blip r:embed="rId3"/>
                    <a:stretch>
                      <a:fillRect l="-35000" r="-35000" b="-7143"/>
                    </a:stretch>
                  </a:blipFill>
                </p:spPr>
                <p:txBody>
                  <a:bodyPr/>
                  <a:lstStyle/>
                  <a:p>
                    <a:r>
                      <a:rPr lang="de-DE">
                        <a:noFill/>
                      </a:rPr>
                      <a:t> </a:t>
                    </a:r>
                  </a:p>
                </p:txBody>
              </p:sp>
            </mc:Fallback>
          </mc:AlternateContent>
          <p:sp>
            <p:nvSpPr>
              <p:cNvPr id="82" name="Ellipse 81">
                <a:extLst>
                  <a:ext uri="{FF2B5EF4-FFF2-40B4-BE49-F238E27FC236}">
                    <a16:creationId xmlns:a16="http://schemas.microsoft.com/office/drawing/2014/main" id="{3599C1BE-071F-1E76-0699-6C86D3CAABE4}"/>
                  </a:ext>
                </a:extLst>
              </p:cNvPr>
              <p:cNvSpPr/>
              <p:nvPr/>
            </p:nvSpPr>
            <p:spPr>
              <a:xfrm>
                <a:off x="4716016" y="990978"/>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3" name="Ellipse 82">
                <a:extLst>
                  <a:ext uri="{FF2B5EF4-FFF2-40B4-BE49-F238E27FC236}">
                    <a16:creationId xmlns:a16="http://schemas.microsoft.com/office/drawing/2014/main" id="{FB3B8E74-4CF2-D283-D44C-998EBC555BC0}"/>
                  </a:ext>
                </a:extLst>
              </p:cNvPr>
              <p:cNvSpPr/>
              <p:nvPr/>
            </p:nvSpPr>
            <p:spPr>
              <a:xfrm>
                <a:off x="4716016" y="3789241"/>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cxnSp>
          <p:nvCxnSpPr>
            <p:cNvPr id="85" name="Gerade Verbindung mit Pfeil 84">
              <a:extLst>
                <a:ext uri="{FF2B5EF4-FFF2-40B4-BE49-F238E27FC236}">
                  <a16:creationId xmlns:a16="http://schemas.microsoft.com/office/drawing/2014/main" id="{B51C5BAF-5BAD-BCA1-C02E-BA0DB6EB995D}"/>
                </a:ext>
              </a:extLst>
            </p:cNvPr>
            <p:cNvCxnSpPr>
              <a:cxnSpLocks/>
              <a:stCxn id="17" idx="6"/>
              <a:endCxn id="91" idx="2"/>
            </p:cNvCxnSpPr>
            <p:nvPr/>
          </p:nvCxnSpPr>
          <p:spPr>
            <a:xfrm flipV="1">
              <a:off x="4824008" y="1398581"/>
              <a:ext cx="1150944" cy="49498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86" name="Gerade Verbindung mit Pfeil 85">
              <a:extLst>
                <a:ext uri="{FF2B5EF4-FFF2-40B4-BE49-F238E27FC236}">
                  <a16:creationId xmlns:a16="http://schemas.microsoft.com/office/drawing/2014/main" id="{306F7EAD-B122-81AD-CF5C-4521B473650C}"/>
                </a:ext>
              </a:extLst>
            </p:cNvPr>
            <p:cNvCxnSpPr>
              <a:cxnSpLocks/>
              <a:stCxn id="17" idx="6"/>
              <a:endCxn id="92" idx="2"/>
            </p:cNvCxnSpPr>
            <p:nvPr/>
          </p:nvCxnSpPr>
          <p:spPr>
            <a:xfrm>
              <a:off x="4824008" y="1893570"/>
              <a:ext cx="1150944" cy="229761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87" name="Gerade Verbindung mit Pfeil 86">
              <a:extLst>
                <a:ext uri="{FF2B5EF4-FFF2-40B4-BE49-F238E27FC236}">
                  <a16:creationId xmlns:a16="http://schemas.microsoft.com/office/drawing/2014/main" id="{4CCE7CC6-5EB5-564F-E556-5EB4C7785EDB}"/>
                </a:ext>
              </a:extLst>
            </p:cNvPr>
            <p:cNvCxnSpPr>
              <a:cxnSpLocks/>
              <a:stCxn id="18" idx="6"/>
              <a:endCxn id="91" idx="2"/>
            </p:cNvCxnSpPr>
            <p:nvPr/>
          </p:nvCxnSpPr>
          <p:spPr>
            <a:xfrm flipV="1">
              <a:off x="4824008" y="1398581"/>
              <a:ext cx="1150944" cy="99236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88" name="Gerade Verbindung mit Pfeil 87">
              <a:extLst>
                <a:ext uri="{FF2B5EF4-FFF2-40B4-BE49-F238E27FC236}">
                  <a16:creationId xmlns:a16="http://schemas.microsoft.com/office/drawing/2014/main" id="{A35D4155-93D2-06E7-B0E1-765B8C5EA47F}"/>
                </a:ext>
              </a:extLst>
            </p:cNvPr>
            <p:cNvCxnSpPr>
              <a:cxnSpLocks/>
              <a:stCxn id="18" idx="6"/>
              <a:endCxn id="92" idx="2"/>
            </p:cNvCxnSpPr>
            <p:nvPr/>
          </p:nvCxnSpPr>
          <p:spPr>
            <a:xfrm>
              <a:off x="4824008" y="2390941"/>
              <a:ext cx="1150944" cy="180023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grpSp>
          <p:nvGrpSpPr>
            <p:cNvPr id="150" name="Gruppieren 149">
              <a:extLst>
                <a:ext uri="{FF2B5EF4-FFF2-40B4-BE49-F238E27FC236}">
                  <a16:creationId xmlns:a16="http://schemas.microsoft.com/office/drawing/2014/main" id="{E3364132-4321-C0BF-4F99-4E06982E8C87}"/>
                </a:ext>
              </a:extLst>
            </p:cNvPr>
            <p:cNvGrpSpPr/>
            <p:nvPr/>
          </p:nvGrpSpPr>
          <p:grpSpPr>
            <a:xfrm>
              <a:off x="5974952" y="1218581"/>
              <a:ext cx="362448" cy="3152599"/>
              <a:chOff x="5577664" y="996641"/>
              <a:chExt cx="362448" cy="3152599"/>
            </a:xfrm>
          </p:grpSpPr>
          <p:grpSp>
            <p:nvGrpSpPr>
              <p:cNvPr id="26" name="Gruppieren 25">
                <a:extLst>
                  <a:ext uri="{FF2B5EF4-FFF2-40B4-BE49-F238E27FC236}">
                    <a16:creationId xmlns:a16="http://schemas.microsoft.com/office/drawing/2014/main" id="{45D88FC3-E722-7E77-4406-40CEAE012FC1}"/>
                  </a:ext>
                </a:extLst>
              </p:cNvPr>
              <p:cNvGrpSpPr/>
              <p:nvPr/>
            </p:nvGrpSpPr>
            <p:grpSpPr>
              <a:xfrm>
                <a:off x="5580112" y="1491629"/>
                <a:ext cx="360000" cy="2160241"/>
                <a:chOff x="4716016" y="1491630"/>
                <a:chExt cx="360000" cy="2160241"/>
              </a:xfrm>
            </p:grpSpPr>
            <p:grpSp>
              <p:nvGrpSpPr>
                <p:cNvPr id="27" name="Gruppieren 26">
                  <a:extLst>
                    <a:ext uri="{FF2B5EF4-FFF2-40B4-BE49-F238E27FC236}">
                      <a16:creationId xmlns:a16="http://schemas.microsoft.com/office/drawing/2014/main" id="{521E1B52-B7DE-162C-9609-9BC0B531DCB4}"/>
                    </a:ext>
                  </a:extLst>
                </p:cNvPr>
                <p:cNvGrpSpPr/>
                <p:nvPr/>
              </p:nvGrpSpPr>
              <p:grpSpPr>
                <a:xfrm>
                  <a:off x="4716016" y="1491630"/>
                  <a:ext cx="360000" cy="857371"/>
                  <a:chOff x="4716016" y="1491630"/>
                  <a:chExt cx="360000" cy="857371"/>
                </a:xfrm>
              </p:grpSpPr>
              <p:sp>
                <p:nvSpPr>
                  <p:cNvPr id="32" name="Ellipse 31">
                    <a:extLst>
                      <a:ext uri="{FF2B5EF4-FFF2-40B4-BE49-F238E27FC236}">
                        <a16:creationId xmlns:a16="http://schemas.microsoft.com/office/drawing/2014/main" id="{44D15126-69F9-E65C-8D82-DDDCEDAF86EB}"/>
                      </a:ext>
                    </a:extLst>
                  </p:cNvPr>
                  <p:cNvSpPr/>
                  <p:nvPr/>
                </p:nvSpPr>
                <p:spPr>
                  <a:xfrm>
                    <a:off x="4716016" y="1491630"/>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sp>
                <p:nvSpPr>
                  <p:cNvPr id="33" name="Ellipse 32">
                    <a:extLst>
                      <a:ext uri="{FF2B5EF4-FFF2-40B4-BE49-F238E27FC236}">
                        <a16:creationId xmlns:a16="http://schemas.microsoft.com/office/drawing/2014/main" id="{2AD01BCC-0B61-306E-064B-59EC6A6F04F3}"/>
                      </a:ext>
                    </a:extLst>
                  </p:cNvPr>
                  <p:cNvSpPr/>
                  <p:nvPr/>
                </p:nvSpPr>
                <p:spPr>
                  <a:xfrm>
                    <a:off x="4716016" y="1989001"/>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grpSp>
            <p:grpSp>
              <p:nvGrpSpPr>
                <p:cNvPr id="28" name="Gruppieren 27">
                  <a:extLst>
                    <a:ext uri="{FF2B5EF4-FFF2-40B4-BE49-F238E27FC236}">
                      <a16:creationId xmlns:a16="http://schemas.microsoft.com/office/drawing/2014/main" id="{5D199257-8D88-92AA-48A1-F5407B219605}"/>
                    </a:ext>
                  </a:extLst>
                </p:cNvPr>
                <p:cNvGrpSpPr/>
                <p:nvPr/>
              </p:nvGrpSpPr>
              <p:grpSpPr>
                <a:xfrm>
                  <a:off x="4716016" y="2794500"/>
                  <a:ext cx="360000" cy="857371"/>
                  <a:chOff x="4716016" y="1491630"/>
                  <a:chExt cx="360000" cy="857371"/>
                </a:xfrm>
              </p:grpSpPr>
              <p:sp>
                <p:nvSpPr>
                  <p:cNvPr id="30" name="Ellipse 29">
                    <a:extLst>
                      <a:ext uri="{FF2B5EF4-FFF2-40B4-BE49-F238E27FC236}">
                        <a16:creationId xmlns:a16="http://schemas.microsoft.com/office/drawing/2014/main" id="{6EE3BAF1-93A2-D3DA-31E4-92DFCD40004D}"/>
                      </a:ext>
                    </a:extLst>
                  </p:cNvPr>
                  <p:cNvSpPr/>
                  <p:nvPr/>
                </p:nvSpPr>
                <p:spPr>
                  <a:xfrm>
                    <a:off x="4716016" y="1491630"/>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sp>
                <p:nvSpPr>
                  <p:cNvPr id="31" name="Ellipse 30">
                    <a:extLst>
                      <a:ext uri="{FF2B5EF4-FFF2-40B4-BE49-F238E27FC236}">
                        <a16:creationId xmlns:a16="http://schemas.microsoft.com/office/drawing/2014/main" id="{D68E1A38-735A-9F92-4AFB-D93D35F5E863}"/>
                      </a:ext>
                    </a:extLst>
                  </p:cNvPr>
                  <p:cNvSpPr/>
                  <p:nvPr/>
                </p:nvSpPr>
                <p:spPr>
                  <a:xfrm>
                    <a:off x="4716016" y="1989001"/>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grpSp>
            <mc:AlternateContent xmlns:mc="http://schemas.openxmlformats.org/markup-compatibility/2006" xmlns:a14="http://schemas.microsoft.com/office/drawing/2010/main">
              <mc:Choice Requires="a14">
                <p:sp>
                  <p:nvSpPr>
                    <p:cNvPr id="29" name="Textfeld 28">
                      <a:extLst>
                        <a:ext uri="{FF2B5EF4-FFF2-40B4-BE49-F238E27FC236}">
                          <a16:creationId xmlns:a16="http://schemas.microsoft.com/office/drawing/2014/main" id="{CBFD969B-AABD-E624-7E9D-E175B429B598}"/>
                        </a:ext>
                      </a:extLst>
                    </p:cNvPr>
                    <p:cNvSpPr txBox="1"/>
                    <p:nvPr/>
                  </p:nvSpPr>
                  <p:spPr>
                    <a:xfrm>
                      <a:off x="4833499" y="2444792"/>
                      <a:ext cx="125034" cy="253916"/>
                    </a:xfrm>
                    <a:prstGeom prst="rect">
                      <a:avLst/>
                    </a:prstGeom>
                  </p:spPr>
                  <p:txBody>
                    <a:bodyPr wrap="none" lIns="0" tIns="0" rIns="0" bIns="0" numCol="2" spcCol="216000" rtlCol="0">
                      <a:spAutoFit/>
                    </a:bodyPr>
                    <a:lstStyle/>
                    <a:p>
                      <a:pPr defTabSz="0">
                        <a:lnSpc>
                          <a:spcPct val="100000"/>
                        </a:lnSpc>
                        <a:spcBef>
                          <a:spcPts val="0"/>
                        </a:spcBef>
                        <a:tabLst>
                          <a:tab pos="180000" algn="l"/>
                        </a:tabLst>
                      </a:pPr>
                      <a14:m>
                        <m:oMathPara xmlns:m="http://schemas.openxmlformats.org/officeDocument/2006/math">
                          <m:oMathParaPr>
                            <m:jc m:val="centerGroup"/>
                          </m:oMathParaPr>
                          <m:oMath xmlns:m="http://schemas.openxmlformats.org/officeDocument/2006/math">
                            <m:r>
                              <a:rPr lang="de-DE" sz="1650" b="0" i="1" smtClean="0">
                                <a:solidFill>
                                  <a:schemeClr val="tx1"/>
                                </a:solidFill>
                                <a:latin typeface="Cambria Math" panose="02040503050406030204" pitchFamily="18" charset="0"/>
                              </a:rPr>
                              <m:t>⋮</m:t>
                            </m:r>
                          </m:oMath>
                        </m:oMathPara>
                      </a14:m>
                      <a:endParaRPr lang="de-DE" sz="1650" dirty="0">
                        <a:solidFill>
                          <a:schemeClr val="tx1"/>
                        </a:solidFill>
                      </a:endParaRPr>
                    </a:p>
                  </p:txBody>
                </p:sp>
              </mc:Choice>
              <mc:Fallback xmlns="">
                <p:sp>
                  <p:nvSpPr>
                    <p:cNvPr id="29" name="Textfeld 28">
                      <a:extLst>
                        <a:ext uri="{FF2B5EF4-FFF2-40B4-BE49-F238E27FC236}">
                          <a16:creationId xmlns:a16="http://schemas.microsoft.com/office/drawing/2014/main" id="{CBFD969B-AABD-E624-7E9D-E175B429B598}"/>
                        </a:ext>
                      </a:extLst>
                    </p:cNvPr>
                    <p:cNvSpPr txBox="1">
                      <a:spLocks noRot="1" noChangeAspect="1" noMove="1" noResize="1" noEditPoints="1" noAdjustHandles="1" noChangeArrowheads="1" noChangeShapeType="1" noTextEdit="1"/>
                    </p:cNvSpPr>
                    <p:nvPr/>
                  </p:nvSpPr>
                  <p:spPr>
                    <a:xfrm>
                      <a:off x="4833499" y="2444792"/>
                      <a:ext cx="125034" cy="253916"/>
                    </a:xfrm>
                    <a:prstGeom prst="rect">
                      <a:avLst/>
                    </a:prstGeom>
                    <a:blipFill>
                      <a:blip r:embed="rId4"/>
                      <a:stretch>
                        <a:fillRect l="-35000" r="-35000" b="-7143"/>
                      </a:stretch>
                    </a:blipFill>
                  </p:spPr>
                  <p:txBody>
                    <a:bodyPr/>
                    <a:lstStyle/>
                    <a:p>
                      <a:r>
                        <a:rPr lang="de-DE">
                          <a:noFill/>
                        </a:rPr>
                        <a:t> </a:t>
                      </a:r>
                    </a:p>
                  </p:txBody>
                </p:sp>
              </mc:Fallback>
            </mc:AlternateContent>
          </p:grpSp>
          <p:sp>
            <p:nvSpPr>
              <p:cNvPr id="91" name="Ellipse 90">
                <a:extLst>
                  <a:ext uri="{FF2B5EF4-FFF2-40B4-BE49-F238E27FC236}">
                    <a16:creationId xmlns:a16="http://schemas.microsoft.com/office/drawing/2014/main" id="{FFE1DB85-A682-A68A-CAAA-BDF3903EBF72}"/>
                  </a:ext>
                </a:extLst>
              </p:cNvPr>
              <p:cNvSpPr/>
              <p:nvPr/>
            </p:nvSpPr>
            <p:spPr>
              <a:xfrm>
                <a:off x="5577664" y="996641"/>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sp>
            <p:nvSpPr>
              <p:cNvPr id="92" name="Ellipse 91">
                <a:extLst>
                  <a:ext uri="{FF2B5EF4-FFF2-40B4-BE49-F238E27FC236}">
                    <a16:creationId xmlns:a16="http://schemas.microsoft.com/office/drawing/2014/main" id="{3C22A4D1-DD74-BAC5-31E6-0AA2B15E101B}"/>
                  </a:ext>
                </a:extLst>
              </p:cNvPr>
              <p:cNvSpPr/>
              <p:nvPr/>
            </p:nvSpPr>
            <p:spPr>
              <a:xfrm>
                <a:off x="5577664" y="3789240"/>
                <a:ext cx="360000" cy="360000"/>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de-DE" dirty="0"/>
              </a:p>
            </p:txBody>
          </p:sp>
        </p:grpSp>
        <p:cxnSp>
          <p:nvCxnSpPr>
            <p:cNvPr id="101" name="Gerade Verbindung mit Pfeil 100">
              <a:extLst>
                <a:ext uri="{FF2B5EF4-FFF2-40B4-BE49-F238E27FC236}">
                  <a16:creationId xmlns:a16="http://schemas.microsoft.com/office/drawing/2014/main" id="{4B283AD8-E0E9-4857-E24E-2EF76E43C09B}"/>
                </a:ext>
              </a:extLst>
            </p:cNvPr>
            <p:cNvCxnSpPr>
              <a:cxnSpLocks/>
              <a:stCxn id="23" idx="6"/>
              <a:endCxn id="91" idx="2"/>
            </p:cNvCxnSpPr>
            <p:nvPr/>
          </p:nvCxnSpPr>
          <p:spPr>
            <a:xfrm flipV="1">
              <a:off x="4824008" y="1398581"/>
              <a:ext cx="1150944" cy="229523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2" name="Gerade Verbindung mit Pfeil 101">
              <a:extLst>
                <a:ext uri="{FF2B5EF4-FFF2-40B4-BE49-F238E27FC236}">
                  <a16:creationId xmlns:a16="http://schemas.microsoft.com/office/drawing/2014/main" id="{542234DF-544C-B268-8F7C-9014A9B6F02C}"/>
                </a:ext>
              </a:extLst>
            </p:cNvPr>
            <p:cNvCxnSpPr>
              <a:cxnSpLocks/>
              <a:stCxn id="23" idx="6"/>
              <a:endCxn id="92" idx="2"/>
            </p:cNvCxnSpPr>
            <p:nvPr/>
          </p:nvCxnSpPr>
          <p:spPr>
            <a:xfrm>
              <a:off x="4824008" y="3693811"/>
              <a:ext cx="1150944" cy="49736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3" name="Gerade Verbindung mit Pfeil 102">
              <a:extLst>
                <a:ext uri="{FF2B5EF4-FFF2-40B4-BE49-F238E27FC236}">
                  <a16:creationId xmlns:a16="http://schemas.microsoft.com/office/drawing/2014/main" id="{AF460822-8315-946A-ED71-9D708A1DC770}"/>
                </a:ext>
              </a:extLst>
            </p:cNvPr>
            <p:cNvCxnSpPr>
              <a:cxnSpLocks/>
              <a:stCxn id="82" idx="6"/>
              <a:endCxn id="91" idx="2"/>
            </p:cNvCxnSpPr>
            <p:nvPr/>
          </p:nvCxnSpPr>
          <p:spPr>
            <a:xfrm>
              <a:off x="4824008" y="1392918"/>
              <a:ext cx="1150944" cy="5663"/>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4" name="Gerade Verbindung mit Pfeil 103">
              <a:extLst>
                <a:ext uri="{FF2B5EF4-FFF2-40B4-BE49-F238E27FC236}">
                  <a16:creationId xmlns:a16="http://schemas.microsoft.com/office/drawing/2014/main" id="{4E99619E-014F-25B0-DED8-728F6FD933C3}"/>
                </a:ext>
              </a:extLst>
            </p:cNvPr>
            <p:cNvCxnSpPr>
              <a:cxnSpLocks/>
              <a:stCxn id="82" idx="6"/>
              <a:endCxn id="32" idx="2"/>
            </p:cNvCxnSpPr>
            <p:nvPr/>
          </p:nvCxnSpPr>
          <p:spPr>
            <a:xfrm>
              <a:off x="4824008" y="1392918"/>
              <a:ext cx="1153392" cy="50065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5" name="Gerade Verbindung mit Pfeil 104">
              <a:extLst>
                <a:ext uri="{FF2B5EF4-FFF2-40B4-BE49-F238E27FC236}">
                  <a16:creationId xmlns:a16="http://schemas.microsoft.com/office/drawing/2014/main" id="{9F5BAB70-E87E-3A0E-3296-3BBD4EDC5D1D}"/>
                </a:ext>
              </a:extLst>
            </p:cNvPr>
            <p:cNvCxnSpPr>
              <a:cxnSpLocks/>
              <a:stCxn id="82" idx="6"/>
              <a:endCxn id="33" idx="2"/>
            </p:cNvCxnSpPr>
            <p:nvPr/>
          </p:nvCxnSpPr>
          <p:spPr>
            <a:xfrm>
              <a:off x="4824008" y="1392918"/>
              <a:ext cx="1153392" cy="99802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6" name="Gerade Verbindung mit Pfeil 105">
              <a:extLst>
                <a:ext uri="{FF2B5EF4-FFF2-40B4-BE49-F238E27FC236}">
                  <a16:creationId xmlns:a16="http://schemas.microsoft.com/office/drawing/2014/main" id="{5FA6A3DC-9082-3EF2-A519-58D5575BF2C6}"/>
                </a:ext>
              </a:extLst>
            </p:cNvPr>
            <p:cNvCxnSpPr>
              <a:cxnSpLocks/>
              <a:stCxn id="82" idx="6"/>
              <a:endCxn id="30" idx="2"/>
            </p:cNvCxnSpPr>
            <p:nvPr/>
          </p:nvCxnSpPr>
          <p:spPr>
            <a:xfrm>
              <a:off x="4824008" y="1392918"/>
              <a:ext cx="1153392" cy="180352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Gerade Verbindung mit Pfeil 106">
              <a:extLst>
                <a:ext uri="{FF2B5EF4-FFF2-40B4-BE49-F238E27FC236}">
                  <a16:creationId xmlns:a16="http://schemas.microsoft.com/office/drawing/2014/main" id="{F61DA6CA-53EC-5A84-2075-A53E58BFF84B}"/>
                </a:ext>
              </a:extLst>
            </p:cNvPr>
            <p:cNvCxnSpPr>
              <a:cxnSpLocks/>
              <a:stCxn id="82" idx="6"/>
              <a:endCxn id="31" idx="2"/>
            </p:cNvCxnSpPr>
            <p:nvPr/>
          </p:nvCxnSpPr>
          <p:spPr>
            <a:xfrm>
              <a:off x="4824008" y="1392918"/>
              <a:ext cx="1153392" cy="230089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Gerade Verbindung mit Pfeil 107">
              <a:extLst>
                <a:ext uri="{FF2B5EF4-FFF2-40B4-BE49-F238E27FC236}">
                  <a16:creationId xmlns:a16="http://schemas.microsoft.com/office/drawing/2014/main" id="{4448791E-00B4-0581-6C2B-7E838383B0D7}"/>
                </a:ext>
              </a:extLst>
            </p:cNvPr>
            <p:cNvCxnSpPr>
              <a:cxnSpLocks/>
              <a:stCxn id="82" idx="6"/>
              <a:endCxn id="92" idx="2"/>
            </p:cNvCxnSpPr>
            <p:nvPr/>
          </p:nvCxnSpPr>
          <p:spPr>
            <a:xfrm>
              <a:off x="4824008" y="1392918"/>
              <a:ext cx="1150944" cy="279826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09" name="Gerade Verbindung mit Pfeil 108">
              <a:extLst>
                <a:ext uri="{FF2B5EF4-FFF2-40B4-BE49-F238E27FC236}">
                  <a16:creationId xmlns:a16="http://schemas.microsoft.com/office/drawing/2014/main" id="{293C71C6-E6BB-7172-DD92-898C6A947E3A}"/>
                </a:ext>
              </a:extLst>
            </p:cNvPr>
            <p:cNvCxnSpPr>
              <a:cxnSpLocks/>
              <a:stCxn id="83" idx="6"/>
              <a:endCxn id="92" idx="2"/>
            </p:cNvCxnSpPr>
            <p:nvPr/>
          </p:nvCxnSpPr>
          <p:spPr>
            <a:xfrm flipV="1">
              <a:off x="4824008" y="4191180"/>
              <a:ext cx="1150944" cy="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10" name="Gerade Verbindung mit Pfeil 109">
              <a:extLst>
                <a:ext uri="{FF2B5EF4-FFF2-40B4-BE49-F238E27FC236}">
                  <a16:creationId xmlns:a16="http://schemas.microsoft.com/office/drawing/2014/main" id="{C92E592B-7EFC-4628-0361-D65AE4F4550A}"/>
                </a:ext>
              </a:extLst>
            </p:cNvPr>
            <p:cNvCxnSpPr>
              <a:cxnSpLocks/>
              <a:stCxn id="83" idx="6"/>
              <a:endCxn id="31" idx="2"/>
            </p:cNvCxnSpPr>
            <p:nvPr/>
          </p:nvCxnSpPr>
          <p:spPr>
            <a:xfrm flipV="1">
              <a:off x="4824008" y="3693810"/>
              <a:ext cx="1153392" cy="49737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11" name="Gerade Verbindung mit Pfeil 110">
              <a:extLst>
                <a:ext uri="{FF2B5EF4-FFF2-40B4-BE49-F238E27FC236}">
                  <a16:creationId xmlns:a16="http://schemas.microsoft.com/office/drawing/2014/main" id="{2659B725-CA4C-8600-2926-A85F10083A9C}"/>
                </a:ext>
              </a:extLst>
            </p:cNvPr>
            <p:cNvCxnSpPr>
              <a:cxnSpLocks/>
              <a:stCxn id="83" idx="6"/>
              <a:endCxn id="30" idx="2"/>
            </p:cNvCxnSpPr>
            <p:nvPr/>
          </p:nvCxnSpPr>
          <p:spPr>
            <a:xfrm flipV="1">
              <a:off x="4824008" y="3196439"/>
              <a:ext cx="1153392" cy="99474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a:extLst>
                <a:ext uri="{FF2B5EF4-FFF2-40B4-BE49-F238E27FC236}">
                  <a16:creationId xmlns:a16="http://schemas.microsoft.com/office/drawing/2014/main" id="{05C8813B-4E35-9ED6-9477-31D7578BEF94}"/>
                </a:ext>
              </a:extLst>
            </p:cNvPr>
            <p:cNvCxnSpPr>
              <a:cxnSpLocks/>
              <a:stCxn id="22" idx="6"/>
              <a:endCxn id="92" idx="2"/>
            </p:cNvCxnSpPr>
            <p:nvPr/>
          </p:nvCxnSpPr>
          <p:spPr>
            <a:xfrm>
              <a:off x="4824008" y="3196440"/>
              <a:ext cx="1150944" cy="99474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13" name="Gerade Verbindung mit Pfeil 112">
              <a:extLst>
                <a:ext uri="{FF2B5EF4-FFF2-40B4-BE49-F238E27FC236}">
                  <a16:creationId xmlns:a16="http://schemas.microsoft.com/office/drawing/2014/main" id="{53F7686A-FEB2-CA72-64A2-A193F872EF45}"/>
                </a:ext>
              </a:extLst>
            </p:cNvPr>
            <p:cNvCxnSpPr>
              <a:cxnSpLocks/>
              <a:stCxn id="22" idx="6"/>
              <a:endCxn id="91" idx="2"/>
            </p:cNvCxnSpPr>
            <p:nvPr/>
          </p:nvCxnSpPr>
          <p:spPr>
            <a:xfrm flipV="1">
              <a:off x="4824008" y="1398581"/>
              <a:ext cx="1150944" cy="179785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4" name="Gerade Verbindung mit Pfeil 133">
              <a:extLst>
                <a:ext uri="{FF2B5EF4-FFF2-40B4-BE49-F238E27FC236}">
                  <a16:creationId xmlns:a16="http://schemas.microsoft.com/office/drawing/2014/main" id="{B2FBBC13-E65D-8A1D-21AF-B7E6EC3330FD}"/>
                </a:ext>
              </a:extLst>
            </p:cNvPr>
            <p:cNvCxnSpPr>
              <a:cxnSpLocks/>
              <a:stCxn id="83" idx="6"/>
              <a:endCxn id="33" idx="2"/>
            </p:cNvCxnSpPr>
            <p:nvPr/>
          </p:nvCxnSpPr>
          <p:spPr>
            <a:xfrm flipV="1">
              <a:off x="4824008" y="2390940"/>
              <a:ext cx="1153392" cy="180024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5" name="Gerade Verbindung mit Pfeil 134">
              <a:extLst>
                <a:ext uri="{FF2B5EF4-FFF2-40B4-BE49-F238E27FC236}">
                  <a16:creationId xmlns:a16="http://schemas.microsoft.com/office/drawing/2014/main" id="{AE097809-85B0-1DA9-D3F6-85691F2AABBE}"/>
                </a:ext>
              </a:extLst>
            </p:cNvPr>
            <p:cNvCxnSpPr>
              <a:cxnSpLocks/>
              <a:stCxn id="83" idx="6"/>
              <a:endCxn id="32" idx="2"/>
            </p:cNvCxnSpPr>
            <p:nvPr/>
          </p:nvCxnSpPr>
          <p:spPr>
            <a:xfrm flipV="1">
              <a:off x="4824008" y="1893569"/>
              <a:ext cx="1153392" cy="229761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6" name="Gerade Verbindung mit Pfeil 135">
              <a:extLst>
                <a:ext uri="{FF2B5EF4-FFF2-40B4-BE49-F238E27FC236}">
                  <a16:creationId xmlns:a16="http://schemas.microsoft.com/office/drawing/2014/main" id="{86E7ADEA-C461-2B69-D5E3-3D4585E4A43D}"/>
                </a:ext>
              </a:extLst>
            </p:cNvPr>
            <p:cNvCxnSpPr>
              <a:cxnSpLocks/>
              <a:stCxn id="83" idx="6"/>
              <a:endCxn id="91" idx="2"/>
            </p:cNvCxnSpPr>
            <p:nvPr/>
          </p:nvCxnSpPr>
          <p:spPr>
            <a:xfrm flipV="1">
              <a:off x="4824008" y="1398581"/>
              <a:ext cx="1150944" cy="279260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grpSp>
          <p:nvGrpSpPr>
            <p:cNvPr id="164" name="Gruppieren 163">
              <a:extLst>
                <a:ext uri="{FF2B5EF4-FFF2-40B4-BE49-F238E27FC236}">
                  <a16:creationId xmlns:a16="http://schemas.microsoft.com/office/drawing/2014/main" id="{4B5451EF-77E1-57D0-2ACD-FE07120AD0DD}"/>
                </a:ext>
              </a:extLst>
            </p:cNvPr>
            <p:cNvGrpSpPr/>
            <p:nvPr/>
          </p:nvGrpSpPr>
          <p:grpSpPr>
            <a:xfrm>
              <a:off x="7488000" y="1369813"/>
              <a:ext cx="364896" cy="2844471"/>
              <a:chOff x="6533694" y="1283898"/>
              <a:chExt cx="364896" cy="2844471"/>
            </a:xfrm>
          </p:grpSpPr>
          <p:grpSp>
            <p:nvGrpSpPr>
              <p:cNvPr id="157" name="Gruppieren 156">
                <a:extLst>
                  <a:ext uri="{FF2B5EF4-FFF2-40B4-BE49-F238E27FC236}">
                    <a16:creationId xmlns:a16="http://schemas.microsoft.com/office/drawing/2014/main" id="{01FCF460-7235-04C5-28C7-FB1EE161EF56}"/>
                  </a:ext>
                </a:extLst>
              </p:cNvPr>
              <p:cNvGrpSpPr/>
              <p:nvPr/>
            </p:nvGrpSpPr>
            <p:grpSpPr>
              <a:xfrm>
                <a:off x="6538590" y="2773628"/>
                <a:ext cx="360000" cy="857371"/>
                <a:chOff x="4716016" y="1491630"/>
                <a:chExt cx="360000" cy="857371"/>
              </a:xfrm>
            </p:grpSpPr>
            <p:sp>
              <p:nvSpPr>
                <p:cNvPr id="159" name="Ellipse 158">
                  <a:extLst>
                    <a:ext uri="{FF2B5EF4-FFF2-40B4-BE49-F238E27FC236}">
                      <a16:creationId xmlns:a16="http://schemas.microsoft.com/office/drawing/2014/main" id="{439FA6AC-6DC2-E94A-1E87-C7E09907FDAA}"/>
                    </a:ext>
                  </a:extLst>
                </p:cNvPr>
                <p:cNvSpPr/>
                <p:nvPr/>
              </p:nvSpPr>
              <p:spPr>
                <a:xfrm>
                  <a:off x="4716016" y="1491630"/>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60" name="Ellipse 159">
                  <a:extLst>
                    <a:ext uri="{FF2B5EF4-FFF2-40B4-BE49-F238E27FC236}">
                      <a16:creationId xmlns:a16="http://schemas.microsoft.com/office/drawing/2014/main" id="{8DBAB756-1AF5-855A-0EFB-B523AF6438A9}"/>
                    </a:ext>
                  </a:extLst>
                </p:cNvPr>
                <p:cNvSpPr/>
                <p:nvPr/>
              </p:nvSpPr>
              <p:spPr>
                <a:xfrm>
                  <a:off x="4716016" y="1989001"/>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163" name="Gruppieren 162">
                <a:extLst>
                  <a:ext uri="{FF2B5EF4-FFF2-40B4-BE49-F238E27FC236}">
                    <a16:creationId xmlns:a16="http://schemas.microsoft.com/office/drawing/2014/main" id="{F927BCE9-0990-637F-C519-8E53FFC1691B}"/>
                  </a:ext>
                </a:extLst>
              </p:cNvPr>
              <p:cNvGrpSpPr/>
              <p:nvPr/>
            </p:nvGrpSpPr>
            <p:grpSpPr>
              <a:xfrm>
                <a:off x="6533694" y="1283898"/>
                <a:ext cx="362448" cy="1352359"/>
                <a:chOff x="6536142" y="975770"/>
                <a:chExt cx="362448" cy="1352359"/>
              </a:xfrm>
            </p:grpSpPr>
            <p:grpSp>
              <p:nvGrpSpPr>
                <p:cNvPr id="156" name="Gruppieren 155">
                  <a:extLst>
                    <a:ext uri="{FF2B5EF4-FFF2-40B4-BE49-F238E27FC236}">
                      <a16:creationId xmlns:a16="http://schemas.microsoft.com/office/drawing/2014/main" id="{F536D0B7-3C5E-A773-BF49-CDF492817AD4}"/>
                    </a:ext>
                  </a:extLst>
                </p:cNvPr>
                <p:cNvGrpSpPr/>
                <p:nvPr/>
              </p:nvGrpSpPr>
              <p:grpSpPr>
                <a:xfrm>
                  <a:off x="6538590" y="1470758"/>
                  <a:ext cx="360000" cy="857371"/>
                  <a:chOff x="4716016" y="1491630"/>
                  <a:chExt cx="360000" cy="857371"/>
                </a:xfrm>
              </p:grpSpPr>
              <p:sp>
                <p:nvSpPr>
                  <p:cNvPr id="161" name="Ellipse 160">
                    <a:extLst>
                      <a:ext uri="{FF2B5EF4-FFF2-40B4-BE49-F238E27FC236}">
                        <a16:creationId xmlns:a16="http://schemas.microsoft.com/office/drawing/2014/main" id="{8E9C71D5-EEF2-773E-2EF4-CC1FC94F9CED}"/>
                      </a:ext>
                    </a:extLst>
                  </p:cNvPr>
                  <p:cNvSpPr/>
                  <p:nvPr/>
                </p:nvSpPr>
                <p:spPr>
                  <a:xfrm>
                    <a:off x="4716016" y="1491630"/>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62" name="Ellipse 161">
                    <a:extLst>
                      <a:ext uri="{FF2B5EF4-FFF2-40B4-BE49-F238E27FC236}">
                        <a16:creationId xmlns:a16="http://schemas.microsoft.com/office/drawing/2014/main" id="{F5EAB550-F891-FDAD-C254-8325A22BCDE1}"/>
                      </a:ext>
                    </a:extLst>
                  </p:cNvPr>
                  <p:cNvSpPr/>
                  <p:nvPr/>
                </p:nvSpPr>
                <p:spPr>
                  <a:xfrm>
                    <a:off x="4716016" y="1989001"/>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sp>
              <p:nvSpPr>
                <p:cNvPr id="154" name="Ellipse 153">
                  <a:extLst>
                    <a:ext uri="{FF2B5EF4-FFF2-40B4-BE49-F238E27FC236}">
                      <a16:creationId xmlns:a16="http://schemas.microsoft.com/office/drawing/2014/main" id="{5BD39595-81D0-C961-A278-AFB7EE2AF7F8}"/>
                    </a:ext>
                  </a:extLst>
                </p:cNvPr>
                <p:cNvSpPr/>
                <p:nvPr/>
              </p:nvSpPr>
              <p:spPr>
                <a:xfrm>
                  <a:off x="6536142" y="975770"/>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sp>
            <p:nvSpPr>
              <p:cNvPr id="155" name="Ellipse 154">
                <a:extLst>
                  <a:ext uri="{FF2B5EF4-FFF2-40B4-BE49-F238E27FC236}">
                    <a16:creationId xmlns:a16="http://schemas.microsoft.com/office/drawing/2014/main" id="{68764FD3-032B-9347-43DE-BF5F3C31D456}"/>
                  </a:ext>
                </a:extLst>
              </p:cNvPr>
              <p:cNvSpPr/>
              <p:nvPr/>
            </p:nvSpPr>
            <p:spPr>
              <a:xfrm>
                <a:off x="6536142" y="3768369"/>
                <a:ext cx="360000" cy="36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cxnSp>
          <p:nvCxnSpPr>
            <p:cNvPr id="165" name="Gerade Verbindung mit Pfeil 164">
              <a:extLst>
                <a:ext uri="{FF2B5EF4-FFF2-40B4-BE49-F238E27FC236}">
                  <a16:creationId xmlns:a16="http://schemas.microsoft.com/office/drawing/2014/main" id="{A1E5E94B-BA20-D993-0BB1-7EBFB6180672}"/>
                </a:ext>
              </a:extLst>
            </p:cNvPr>
            <p:cNvCxnSpPr>
              <a:cxnSpLocks/>
              <a:stCxn id="91" idx="6"/>
              <a:endCxn id="154" idx="2"/>
            </p:cNvCxnSpPr>
            <p:nvPr/>
          </p:nvCxnSpPr>
          <p:spPr>
            <a:xfrm>
              <a:off x="6334952" y="1398581"/>
              <a:ext cx="1153048" cy="15123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66" name="Gerade Verbindung mit Pfeil 165">
              <a:extLst>
                <a:ext uri="{FF2B5EF4-FFF2-40B4-BE49-F238E27FC236}">
                  <a16:creationId xmlns:a16="http://schemas.microsoft.com/office/drawing/2014/main" id="{38DAAD69-43C0-FA4C-C8DA-CE35A98BFD99}"/>
                </a:ext>
              </a:extLst>
            </p:cNvPr>
            <p:cNvCxnSpPr>
              <a:cxnSpLocks/>
              <a:stCxn id="91" idx="6"/>
              <a:endCxn id="161" idx="2"/>
            </p:cNvCxnSpPr>
            <p:nvPr/>
          </p:nvCxnSpPr>
          <p:spPr>
            <a:xfrm>
              <a:off x="6334952" y="1398581"/>
              <a:ext cx="1155496" cy="646220"/>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67" name="Gerade Verbindung mit Pfeil 166">
              <a:extLst>
                <a:ext uri="{FF2B5EF4-FFF2-40B4-BE49-F238E27FC236}">
                  <a16:creationId xmlns:a16="http://schemas.microsoft.com/office/drawing/2014/main" id="{C6322E7E-594B-E700-AEC3-DD8C5082D485}"/>
                </a:ext>
              </a:extLst>
            </p:cNvPr>
            <p:cNvCxnSpPr>
              <a:cxnSpLocks/>
              <a:stCxn id="91" idx="6"/>
              <a:endCxn id="162" idx="2"/>
            </p:cNvCxnSpPr>
            <p:nvPr/>
          </p:nvCxnSpPr>
          <p:spPr>
            <a:xfrm>
              <a:off x="6334952" y="1398581"/>
              <a:ext cx="1155496" cy="1143591"/>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68" name="Gerade Verbindung mit Pfeil 167">
              <a:extLst>
                <a:ext uri="{FF2B5EF4-FFF2-40B4-BE49-F238E27FC236}">
                  <a16:creationId xmlns:a16="http://schemas.microsoft.com/office/drawing/2014/main" id="{B1E7F783-2C91-9281-4BF6-56F2A38AEE38}"/>
                </a:ext>
              </a:extLst>
            </p:cNvPr>
            <p:cNvCxnSpPr>
              <a:cxnSpLocks/>
              <a:stCxn id="91" idx="6"/>
              <a:endCxn id="159" idx="2"/>
            </p:cNvCxnSpPr>
            <p:nvPr/>
          </p:nvCxnSpPr>
          <p:spPr>
            <a:xfrm>
              <a:off x="6334952" y="1398581"/>
              <a:ext cx="1157944" cy="164096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69" name="Gerade Verbindung mit Pfeil 168">
              <a:extLst>
                <a:ext uri="{FF2B5EF4-FFF2-40B4-BE49-F238E27FC236}">
                  <a16:creationId xmlns:a16="http://schemas.microsoft.com/office/drawing/2014/main" id="{1D823E23-C0AA-F835-3330-7CBE386C2822}"/>
                </a:ext>
              </a:extLst>
            </p:cNvPr>
            <p:cNvCxnSpPr>
              <a:cxnSpLocks/>
              <a:stCxn id="91" idx="6"/>
              <a:endCxn id="160" idx="2"/>
            </p:cNvCxnSpPr>
            <p:nvPr/>
          </p:nvCxnSpPr>
          <p:spPr>
            <a:xfrm>
              <a:off x="6334952" y="1398581"/>
              <a:ext cx="1157944" cy="2138333"/>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70" name="Gerade Verbindung mit Pfeil 169">
              <a:extLst>
                <a:ext uri="{FF2B5EF4-FFF2-40B4-BE49-F238E27FC236}">
                  <a16:creationId xmlns:a16="http://schemas.microsoft.com/office/drawing/2014/main" id="{CDE93736-6725-D439-7B3A-DD1D58518CCA}"/>
                </a:ext>
              </a:extLst>
            </p:cNvPr>
            <p:cNvCxnSpPr>
              <a:cxnSpLocks/>
              <a:stCxn id="91" idx="6"/>
              <a:endCxn id="155" idx="2"/>
            </p:cNvCxnSpPr>
            <p:nvPr/>
          </p:nvCxnSpPr>
          <p:spPr>
            <a:xfrm>
              <a:off x="6334952" y="1398581"/>
              <a:ext cx="1155496" cy="2635703"/>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71" name="Gerade Verbindung mit Pfeil 170">
              <a:extLst>
                <a:ext uri="{FF2B5EF4-FFF2-40B4-BE49-F238E27FC236}">
                  <a16:creationId xmlns:a16="http://schemas.microsoft.com/office/drawing/2014/main" id="{83574F98-61FA-E58E-4996-A623AA2AC3B1}"/>
                </a:ext>
              </a:extLst>
            </p:cNvPr>
            <p:cNvCxnSpPr>
              <a:cxnSpLocks/>
              <a:stCxn id="32" idx="6"/>
              <a:endCxn id="154" idx="2"/>
            </p:cNvCxnSpPr>
            <p:nvPr/>
          </p:nvCxnSpPr>
          <p:spPr>
            <a:xfrm flipV="1">
              <a:off x="6337400" y="1549813"/>
              <a:ext cx="1150600" cy="34375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72" name="Gerade Verbindung mit Pfeil 171">
              <a:extLst>
                <a:ext uri="{FF2B5EF4-FFF2-40B4-BE49-F238E27FC236}">
                  <a16:creationId xmlns:a16="http://schemas.microsoft.com/office/drawing/2014/main" id="{D1D19B95-AB78-747B-BF05-847DB853A8C4}"/>
                </a:ext>
              </a:extLst>
            </p:cNvPr>
            <p:cNvCxnSpPr>
              <a:cxnSpLocks/>
              <a:stCxn id="32" idx="6"/>
              <a:endCxn id="162" idx="2"/>
            </p:cNvCxnSpPr>
            <p:nvPr/>
          </p:nvCxnSpPr>
          <p:spPr>
            <a:xfrm>
              <a:off x="6337400" y="1893569"/>
              <a:ext cx="1153048" cy="648603"/>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73" name="Gerade Verbindung mit Pfeil 172">
              <a:extLst>
                <a:ext uri="{FF2B5EF4-FFF2-40B4-BE49-F238E27FC236}">
                  <a16:creationId xmlns:a16="http://schemas.microsoft.com/office/drawing/2014/main" id="{411BAB97-5EF2-98CD-40B5-84EA432BD25B}"/>
                </a:ext>
              </a:extLst>
            </p:cNvPr>
            <p:cNvCxnSpPr>
              <a:cxnSpLocks/>
              <a:stCxn id="32" idx="6"/>
              <a:endCxn id="159" idx="2"/>
            </p:cNvCxnSpPr>
            <p:nvPr/>
          </p:nvCxnSpPr>
          <p:spPr>
            <a:xfrm>
              <a:off x="6337400" y="1893569"/>
              <a:ext cx="1155496" cy="1145974"/>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74" name="Gerade Verbindung mit Pfeil 173">
              <a:extLst>
                <a:ext uri="{FF2B5EF4-FFF2-40B4-BE49-F238E27FC236}">
                  <a16:creationId xmlns:a16="http://schemas.microsoft.com/office/drawing/2014/main" id="{2DCA2DD1-6931-5C96-3793-DDD458B067EE}"/>
                </a:ext>
              </a:extLst>
            </p:cNvPr>
            <p:cNvCxnSpPr>
              <a:cxnSpLocks/>
              <a:stCxn id="32" idx="6"/>
              <a:endCxn id="160" idx="2"/>
            </p:cNvCxnSpPr>
            <p:nvPr/>
          </p:nvCxnSpPr>
          <p:spPr>
            <a:xfrm>
              <a:off x="6337400" y="1893569"/>
              <a:ext cx="1155496" cy="1643345"/>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89" name="Gerade Verbindung mit Pfeil 188">
              <a:extLst>
                <a:ext uri="{FF2B5EF4-FFF2-40B4-BE49-F238E27FC236}">
                  <a16:creationId xmlns:a16="http://schemas.microsoft.com/office/drawing/2014/main" id="{3A4F4277-1F55-710B-E20F-673AC2F5A30D}"/>
                </a:ext>
              </a:extLst>
            </p:cNvPr>
            <p:cNvCxnSpPr>
              <a:cxnSpLocks/>
              <a:stCxn id="32" idx="6"/>
              <a:endCxn id="155" idx="2"/>
            </p:cNvCxnSpPr>
            <p:nvPr/>
          </p:nvCxnSpPr>
          <p:spPr>
            <a:xfrm>
              <a:off x="6337400" y="1893569"/>
              <a:ext cx="1153048" cy="2140715"/>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90" name="Gerade Verbindung mit Pfeil 189">
              <a:extLst>
                <a:ext uri="{FF2B5EF4-FFF2-40B4-BE49-F238E27FC236}">
                  <a16:creationId xmlns:a16="http://schemas.microsoft.com/office/drawing/2014/main" id="{A333A592-6D52-826E-2070-5B3F1CCB4920}"/>
                </a:ext>
              </a:extLst>
            </p:cNvPr>
            <p:cNvCxnSpPr>
              <a:cxnSpLocks/>
              <a:stCxn id="32" idx="6"/>
              <a:endCxn id="161" idx="2"/>
            </p:cNvCxnSpPr>
            <p:nvPr/>
          </p:nvCxnSpPr>
          <p:spPr>
            <a:xfrm>
              <a:off x="6337400" y="1893569"/>
              <a:ext cx="1153048" cy="15123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1" name="Gerade Verbindung mit Pfeil 200">
              <a:extLst>
                <a:ext uri="{FF2B5EF4-FFF2-40B4-BE49-F238E27FC236}">
                  <a16:creationId xmlns:a16="http://schemas.microsoft.com/office/drawing/2014/main" id="{4E2CD138-F06E-C908-50FF-E7F13F57B465}"/>
                </a:ext>
              </a:extLst>
            </p:cNvPr>
            <p:cNvCxnSpPr>
              <a:cxnSpLocks/>
              <a:stCxn id="33" idx="6"/>
              <a:endCxn id="161" idx="2"/>
            </p:cNvCxnSpPr>
            <p:nvPr/>
          </p:nvCxnSpPr>
          <p:spPr>
            <a:xfrm flipV="1">
              <a:off x="6337400" y="2044801"/>
              <a:ext cx="1153048" cy="34613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2" name="Gerade Verbindung mit Pfeil 201">
              <a:extLst>
                <a:ext uri="{FF2B5EF4-FFF2-40B4-BE49-F238E27FC236}">
                  <a16:creationId xmlns:a16="http://schemas.microsoft.com/office/drawing/2014/main" id="{31A4F961-7DB3-8240-F9A1-47B8EA64BC30}"/>
                </a:ext>
              </a:extLst>
            </p:cNvPr>
            <p:cNvCxnSpPr>
              <a:cxnSpLocks/>
              <a:stCxn id="33" idx="6"/>
              <a:endCxn id="162" idx="2"/>
            </p:cNvCxnSpPr>
            <p:nvPr/>
          </p:nvCxnSpPr>
          <p:spPr>
            <a:xfrm>
              <a:off x="6337400" y="2390940"/>
              <a:ext cx="1153048" cy="151232"/>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3" name="Gerade Verbindung mit Pfeil 202">
              <a:extLst>
                <a:ext uri="{FF2B5EF4-FFF2-40B4-BE49-F238E27FC236}">
                  <a16:creationId xmlns:a16="http://schemas.microsoft.com/office/drawing/2014/main" id="{68D46B6C-261F-F38A-9FF5-BFB4812EB51C}"/>
                </a:ext>
              </a:extLst>
            </p:cNvPr>
            <p:cNvCxnSpPr>
              <a:cxnSpLocks/>
              <a:stCxn id="33" idx="6"/>
              <a:endCxn id="159" idx="2"/>
            </p:cNvCxnSpPr>
            <p:nvPr/>
          </p:nvCxnSpPr>
          <p:spPr>
            <a:xfrm>
              <a:off x="6337400" y="2390940"/>
              <a:ext cx="1155496" cy="648603"/>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4" name="Gerade Verbindung mit Pfeil 203">
              <a:extLst>
                <a:ext uri="{FF2B5EF4-FFF2-40B4-BE49-F238E27FC236}">
                  <a16:creationId xmlns:a16="http://schemas.microsoft.com/office/drawing/2014/main" id="{A3F9B925-D983-B9F3-B6EB-839A1CBC6CDD}"/>
                </a:ext>
              </a:extLst>
            </p:cNvPr>
            <p:cNvCxnSpPr>
              <a:cxnSpLocks/>
              <a:stCxn id="33" idx="6"/>
              <a:endCxn id="160" idx="2"/>
            </p:cNvCxnSpPr>
            <p:nvPr/>
          </p:nvCxnSpPr>
          <p:spPr>
            <a:xfrm>
              <a:off x="6337400" y="2390940"/>
              <a:ext cx="1155496" cy="1145974"/>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5" name="Gerade Verbindung mit Pfeil 204">
              <a:extLst>
                <a:ext uri="{FF2B5EF4-FFF2-40B4-BE49-F238E27FC236}">
                  <a16:creationId xmlns:a16="http://schemas.microsoft.com/office/drawing/2014/main" id="{93A12B8F-C2DB-72AB-EC69-6B940321F8CC}"/>
                </a:ext>
              </a:extLst>
            </p:cNvPr>
            <p:cNvCxnSpPr>
              <a:cxnSpLocks/>
              <a:stCxn id="33" idx="6"/>
              <a:endCxn id="155" idx="2"/>
            </p:cNvCxnSpPr>
            <p:nvPr/>
          </p:nvCxnSpPr>
          <p:spPr>
            <a:xfrm>
              <a:off x="6337400" y="2390940"/>
              <a:ext cx="1153048" cy="1643344"/>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6" name="Gerade Verbindung mit Pfeil 205">
              <a:extLst>
                <a:ext uri="{FF2B5EF4-FFF2-40B4-BE49-F238E27FC236}">
                  <a16:creationId xmlns:a16="http://schemas.microsoft.com/office/drawing/2014/main" id="{55B771EF-0B5C-F401-6764-F415BEDB13FD}"/>
                </a:ext>
              </a:extLst>
            </p:cNvPr>
            <p:cNvCxnSpPr>
              <a:cxnSpLocks/>
              <a:stCxn id="30" idx="6"/>
              <a:endCxn id="154" idx="2"/>
            </p:cNvCxnSpPr>
            <p:nvPr/>
          </p:nvCxnSpPr>
          <p:spPr>
            <a:xfrm flipV="1">
              <a:off x="6337400" y="1549813"/>
              <a:ext cx="1150600" cy="164662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7" name="Gerade Verbindung mit Pfeil 206">
              <a:extLst>
                <a:ext uri="{FF2B5EF4-FFF2-40B4-BE49-F238E27FC236}">
                  <a16:creationId xmlns:a16="http://schemas.microsoft.com/office/drawing/2014/main" id="{C90B985F-F0B5-856F-FE22-33130A44F9CE}"/>
                </a:ext>
              </a:extLst>
            </p:cNvPr>
            <p:cNvCxnSpPr>
              <a:cxnSpLocks/>
              <a:stCxn id="31" idx="6"/>
              <a:endCxn id="155" idx="2"/>
            </p:cNvCxnSpPr>
            <p:nvPr/>
          </p:nvCxnSpPr>
          <p:spPr>
            <a:xfrm>
              <a:off x="6337400" y="3693810"/>
              <a:ext cx="1153048" cy="340474"/>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08" name="Gerade Verbindung mit Pfeil 207">
              <a:extLst>
                <a:ext uri="{FF2B5EF4-FFF2-40B4-BE49-F238E27FC236}">
                  <a16:creationId xmlns:a16="http://schemas.microsoft.com/office/drawing/2014/main" id="{E4B4019A-3F5A-4203-C48E-AA45F4881ECC}"/>
                </a:ext>
              </a:extLst>
            </p:cNvPr>
            <p:cNvCxnSpPr>
              <a:cxnSpLocks/>
              <a:stCxn id="33" idx="6"/>
              <a:endCxn id="154" idx="2"/>
            </p:cNvCxnSpPr>
            <p:nvPr/>
          </p:nvCxnSpPr>
          <p:spPr>
            <a:xfrm flipV="1">
              <a:off x="6337400" y="1549813"/>
              <a:ext cx="1150600" cy="84112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4" name="Gerade Verbindung mit Pfeil 223">
              <a:extLst>
                <a:ext uri="{FF2B5EF4-FFF2-40B4-BE49-F238E27FC236}">
                  <a16:creationId xmlns:a16="http://schemas.microsoft.com/office/drawing/2014/main" id="{7FA6EEFA-DF0D-E393-5862-6081D16A89C6}"/>
                </a:ext>
              </a:extLst>
            </p:cNvPr>
            <p:cNvCxnSpPr>
              <a:cxnSpLocks/>
              <a:stCxn id="31" idx="6"/>
              <a:endCxn id="160" idx="2"/>
            </p:cNvCxnSpPr>
            <p:nvPr/>
          </p:nvCxnSpPr>
          <p:spPr>
            <a:xfrm flipV="1">
              <a:off x="6337400" y="3536914"/>
              <a:ext cx="1155496" cy="15689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5" name="Gerade Verbindung mit Pfeil 224">
              <a:extLst>
                <a:ext uri="{FF2B5EF4-FFF2-40B4-BE49-F238E27FC236}">
                  <a16:creationId xmlns:a16="http://schemas.microsoft.com/office/drawing/2014/main" id="{455EED05-EA26-D085-3860-EFB9F7C5A786}"/>
                </a:ext>
              </a:extLst>
            </p:cNvPr>
            <p:cNvCxnSpPr>
              <a:cxnSpLocks/>
              <a:stCxn id="31" idx="6"/>
              <a:endCxn id="159" idx="2"/>
            </p:cNvCxnSpPr>
            <p:nvPr/>
          </p:nvCxnSpPr>
          <p:spPr>
            <a:xfrm flipV="1">
              <a:off x="6337400" y="3039543"/>
              <a:ext cx="1155496" cy="65426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6" name="Gerade Verbindung mit Pfeil 225">
              <a:extLst>
                <a:ext uri="{FF2B5EF4-FFF2-40B4-BE49-F238E27FC236}">
                  <a16:creationId xmlns:a16="http://schemas.microsoft.com/office/drawing/2014/main" id="{3C71458B-89B5-FDF8-32AF-B8C367072C85}"/>
                </a:ext>
              </a:extLst>
            </p:cNvPr>
            <p:cNvCxnSpPr>
              <a:cxnSpLocks/>
              <a:stCxn id="31" idx="6"/>
              <a:endCxn id="162" idx="2"/>
            </p:cNvCxnSpPr>
            <p:nvPr/>
          </p:nvCxnSpPr>
          <p:spPr>
            <a:xfrm flipV="1">
              <a:off x="6337400" y="2542172"/>
              <a:ext cx="1153048" cy="1151638"/>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7" name="Gerade Verbindung mit Pfeil 226">
              <a:extLst>
                <a:ext uri="{FF2B5EF4-FFF2-40B4-BE49-F238E27FC236}">
                  <a16:creationId xmlns:a16="http://schemas.microsoft.com/office/drawing/2014/main" id="{FEA9AAD7-FF6F-31DF-1F46-9CBA4E1F9AC7}"/>
                </a:ext>
              </a:extLst>
            </p:cNvPr>
            <p:cNvCxnSpPr>
              <a:cxnSpLocks/>
              <a:stCxn id="31" idx="6"/>
              <a:endCxn id="161" idx="2"/>
            </p:cNvCxnSpPr>
            <p:nvPr/>
          </p:nvCxnSpPr>
          <p:spPr>
            <a:xfrm flipV="1">
              <a:off x="6337400" y="2044801"/>
              <a:ext cx="1153048" cy="164900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8" name="Gerade Verbindung mit Pfeil 227">
              <a:extLst>
                <a:ext uri="{FF2B5EF4-FFF2-40B4-BE49-F238E27FC236}">
                  <a16:creationId xmlns:a16="http://schemas.microsoft.com/office/drawing/2014/main" id="{78C4F5EE-2909-35DA-817C-3548C36425DB}"/>
                </a:ext>
              </a:extLst>
            </p:cNvPr>
            <p:cNvCxnSpPr>
              <a:cxnSpLocks/>
              <a:stCxn id="31" idx="6"/>
              <a:endCxn id="154" idx="2"/>
            </p:cNvCxnSpPr>
            <p:nvPr/>
          </p:nvCxnSpPr>
          <p:spPr>
            <a:xfrm flipV="1">
              <a:off x="6337400" y="1549813"/>
              <a:ext cx="1150600" cy="214399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29" name="Gerade Verbindung mit Pfeil 228">
              <a:extLst>
                <a:ext uri="{FF2B5EF4-FFF2-40B4-BE49-F238E27FC236}">
                  <a16:creationId xmlns:a16="http://schemas.microsoft.com/office/drawing/2014/main" id="{6AEFD9F8-0FD0-CA13-7B75-1DDC4A55F5CE}"/>
                </a:ext>
              </a:extLst>
            </p:cNvPr>
            <p:cNvCxnSpPr>
              <a:cxnSpLocks/>
              <a:stCxn id="30" idx="6"/>
              <a:endCxn id="155" idx="2"/>
            </p:cNvCxnSpPr>
            <p:nvPr/>
          </p:nvCxnSpPr>
          <p:spPr>
            <a:xfrm>
              <a:off x="6337400" y="3196439"/>
              <a:ext cx="1153048" cy="837845"/>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30" name="Gerade Verbindung mit Pfeil 229">
              <a:extLst>
                <a:ext uri="{FF2B5EF4-FFF2-40B4-BE49-F238E27FC236}">
                  <a16:creationId xmlns:a16="http://schemas.microsoft.com/office/drawing/2014/main" id="{E962704F-5FA9-FB9F-3038-BC73AC463652}"/>
                </a:ext>
              </a:extLst>
            </p:cNvPr>
            <p:cNvCxnSpPr>
              <a:cxnSpLocks/>
              <a:stCxn id="30" idx="6"/>
              <a:endCxn id="160" idx="2"/>
            </p:cNvCxnSpPr>
            <p:nvPr/>
          </p:nvCxnSpPr>
          <p:spPr>
            <a:xfrm>
              <a:off x="6337400" y="3196439"/>
              <a:ext cx="1155496" cy="340475"/>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31" name="Gerade Verbindung mit Pfeil 230">
              <a:extLst>
                <a:ext uri="{FF2B5EF4-FFF2-40B4-BE49-F238E27FC236}">
                  <a16:creationId xmlns:a16="http://schemas.microsoft.com/office/drawing/2014/main" id="{17100122-8622-A67B-5CFF-41E808B878B8}"/>
                </a:ext>
              </a:extLst>
            </p:cNvPr>
            <p:cNvCxnSpPr>
              <a:cxnSpLocks/>
              <a:stCxn id="30" idx="6"/>
              <a:endCxn id="159" idx="2"/>
            </p:cNvCxnSpPr>
            <p:nvPr/>
          </p:nvCxnSpPr>
          <p:spPr>
            <a:xfrm flipV="1">
              <a:off x="6337400" y="3039543"/>
              <a:ext cx="1155496" cy="15689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32" name="Gerade Verbindung mit Pfeil 231">
              <a:extLst>
                <a:ext uri="{FF2B5EF4-FFF2-40B4-BE49-F238E27FC236}">
                  <a16:creationId xmlns:a16="http://schemas.microsoft.com/office/drawing/2014/main" id="{FC8675EE-C1C5-F9DC-CE36-B2F157820769}"/>
                </a:ext>
              </a:extLst>
            </p:cNvPr>
            <p:cNvCxnSpPr>
              <a:cxnSpLocks/>
              <a:stCxn id="30" idx="6"/>
              <a:endCxn id="162" idx="2"/>
            </p:cNvCxnSpPr>
            <p:nvPr/>
          </p:nvCxnSpPr>
          <p:spPr>
            <a:xfrm flipV="1">
              <a:off x="6337400" y="2542172"/>
              <a:ext cx="1153048" cy="65426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33" name="Gerade Verbindung mit Pfeil 232">
              <a:extLst>
                <a:ext uri="{FF2B5EF4-FFF2-40B4-BE49-F238E27FC236}">
                  <a16:creationId xmlns:a16="http://schemas.microsoft.com/office/drawing/2014/main" id="{8F8CE953-64DC-C110-E240-5138F6B2DAD1}"/>
                </a:ext>
              </a:extLst>
            </p:cNvPr>
            <p:cNvCxnSpPr>
              <a:cxnSpLocks/>
              <a:stCxn id="30" idx="6"/>
              <a:endCxn id="161" idx="2"/>
            </p:cNvCxnSpPr>
            <p:nvPr/>
          </p:nvCxnSpPr>
          <p:spPr>
            <a:xfrm flipV="1">
              <a:off x="6337400" y="2044801"/>
              <a:ext cx="1153048" cy="1151638"/>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59" name="Gerade Verbindung mit Pfeil 258">
              <a:extLst>
                <a:ext uri="{FF2B5EF4-FFF2-40B4-BE49-F238E27FC236}">
                  <a16:creationId xmlns:a16="http://schemas.microsoft.com/office/drawing/2014/main" id="{E1588F80-5C83-A995-2C46-B561F6DB07EB}"/>
                </a:ext>
              </a:extLst>
            </p:cNvPr>
            <p:cNvCxnSpPr>
              <a:cxnSpLocks/>
              <a:stCxn id="92" idx="6"/>
              <a:endCxn id="161" idx="2"/>
            </p:cNvCxnSpPr>
            <p:nvPr/>
          </p:nvCxnSpPr>
          <p:spPr>
            <a:xfrm flipV="1">
              <a:off x="6334952" y="2044801"/>
              <a:ext cx="1155496" cy="2146379"/>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60" name="Gerade Verbindung mit Pfeil 259">
              <a:extLst>
                <a:ext uri="{FF2B5EF4-FFF2-40B4-BE49-F238E27FC236}">
                  <a16:creationId xmlns:a16="http://schemas.microsoft.com/office/drawing/2014/main" id="{28C1A5C4-2EDC-8DEB-6F46-D212ACBF2648}"/>
                </a:ext>
              </a:extLst>
            </p:cNvPr>
            <p:cNvCxnSpPr>
              <a:cxnSpLocks/>
              <a:stCxn id="92" idx="6"/>
              <a:endCxn id="159" idx="2"/>
            </p:cNvCxnSpPr>
            <p:nvPr/>
          </p:nvCxnSpPr>
          <p:spPr>
            <a:xfrm flipV="1">
              <a:off x="6334952" y="3039543"/>
              <a:ext cx="1157944" cy="115163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61" name="Gerade Verbindung mit Pfeil 260">
              <a:extLst>
                <a:ext uri="{FF2B5EF4-FFF2-40B4-BE49-F238E27FC236}">
                  <a16:creationId xmlns:a16="http://schemas.microsoft.com/office/drawing/2014/main" id="{73A896A9-E032-EA2A-0A6D-6B88A4F017CA}"/>
                </a:ext>
              </a:extLst>
            </p:cNvPr>
            <p:cNvCxnSpPr>
              <a:cxnSpLocks/>
              <a:stCxn id="92" idx="6"/>
              <a:endCxn id="162" idx="2"/>
            </p:cNvCxnSpPr>
            <p:nvPr/>
          </p:nvCxnSpPr>
          <p:spPr>
            <a:xfrm flipV="1">
              <a:off x="6334952" y="2542172"/>
              <a:ext cx="1155496" cy="1649008"/>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62" name="Gerade Verbindung mit Pfeil 261">
              <a:extLst>
                <a:ext uri="{FF2B5EF4-FFF2-40B4-BE49-F238E27FC236}">
                  <a16:creationId xmlns:a16="http://schemas.microsoft.com/office/drawing/2014/main" id="{9FAC4F4F-B5D6-E6B0-D920-751073F7DBCD}"/>
                </a:ext>
              </a:extLst>
            </p:cNvPr>
            <p:cNvCxnSpPr>
              <a:cxnSpLocks/>
              <a:stCxn id="92" idx="6"/>
              <a:endCxn id="155" idx="2"/>
            </p:cNvCxnSpPr>
            <p:nvPr/>
          </p:nvCxnSpPr>
          <p:spPr>
            <a:xfrm flipV="1">
              <a:off x="6334952" y="4034284"/>
              <a:ext cx="1155496" cy="15689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63" name="Gerade Verbindung mit Pfeil 262">
              <a:extLst>
                <a:ext uri="{FF2B5EF4-FFF2-40B4-BE49-F238E27FC236}">
                  <a16:creationId xmlns:a16="http://schemas.microsoft.com/office/drawing/2014/main" id="{77EAE746-4B45-9A6E-F977-4F9CD99DB5D0}"/>
                </a:ext>
              </a:extLst>
            </p:cNvPr>
            <p:cNvCxnSpPr>
              <a:cxnSpLocks/>
              <a:stCxn id="92" idx="6"/>
              <a:endCxn id="160" idx="2"/>
            </p:cNvCxnSpPr>
            <p:nvPr/>
          </p:nvCxnSpPr>
          <p:spPr>
            <a:xfrm flipV="1">
              <a:off x="6334952" y="3536914"/>
              <a:ext cx="1157944" cy="654266"/>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264" name="Gerade Verbindung mit Pfeil 263">
              <a:extLst>
                <a:ext uri="{FF2B5EF4-FFF2-40B4-BE49-F238E27FC236}">
                  <a16:creationId xmlns:a16="http://schemas.microsoft.com/office/drawing/2014/main" id="{CAB3F8E6-10F6-13D5-1423-19EFE91258F6}"/>
                </a:ext>
              </a:extLst>
            </p:cNvPr>
            <p:cNvCxnSpPr>
              <a:cxnSpLocks/>
              <a:stCxn id="92" idx="6"/>
              <a:endCxn id="154" idx="2"/>
            </p:cNvCxnSpPr>
            <p:nvPr/>
          </p:nvCxnSpPr>
          <p:spPr>
            <a:xfrm flipV="1">
              <a:off x="6334952" y="1549813"/>
              <a:ext cx="1153048" cy="2641367"/>
            </a:xfrm>
            <a:prstGeom prst="straightConnector1">
              <a:avLst/>
            </a:prstGeom>
            <a:ln w="6350">
              <a:solidFill>
                <a:schemeClr val="accent5"/>
              </a:solidFill>
              <a:tailEnd type="triangle" w="sm" len="med"/>
            </a:ln>
          </p:spPr>
          <p:style>
            <a:lnRef idx="1">
              <a:schemeClr val="accent1"/>
            </a:lnRef>
            <a:fillRef idx="0">
              <a:schemeClr val="accent1"/>
            </a:fillRef>
            <a:effectRef idx="0">
              <a:schemeClr val="accent1"/>
            </a:effectRef>
            <a:fontRef idx="minor">
              <a:schemeClr val="tx1"/>
            </a:fontRef>
          </p:style>
        </p:cxnSp>
        <p:sp>
          <p:nvSpPr>
            <p:cNvPr id="279" name="Textfeld 278">
              <a:extLst>
                <a:ext uri="{FF2B5EF4-FFF2-40B4-BE49-F238E27FC236}">
                  <a16:creationId xmlns:a16="http://schemas.microsoft.com/office/drawing/2014/main" id="{713A2B1B-5118-A80A-AD02-114469443138}"/>
                </a:ext>
              </a:extLst>
            </p:cNvPr>
            <p:cNvSpPr txBox="1"/>
            <p:nvPr/>
          </p:nvSpPr>
          <p:spPr>
            <a:xfrm>
              <a:off x="5724128" y="979718"/>
              <a:ext cx="864096" cy="161583"/>
            </a:xfrm>
            <a:prstGeom prst="rect">
              <a:avLst/>
            </a:prstGeom>
          </p:spPr>
          <p:txBody>
            <a:bodyPr wrap="square" tIns="0" bIns="0" numCol="1" spcCol="216000" rtlCol="0" anchor="ctr">
              <a:spAutoFit/>
            </a:bodyPr>
            <a:lstStyle/>
            <a:p>
              <a:pPr algn="ctr" defTabSz="0">
                <a:lnSpc>
                  <a:spcPct val="100000"/>
                </a:lnSpc>
                <a:spcBef>
                  <a:spcPts val="0"/>
                </a:spcBef>
                <a:tabLst>
                  <a:tab pos="180000" algn="l"/>
                </a:tabLst>
              </a:pPr>
              <a:r>
                <a:rPr lang="de-DE" sz="1050" dirty="0">
                  <a:solidFill>
                    <a:schemeClr val="tx1"/>
                  </a:solidFill>
                </a:rPr>
                <a:t>64 </a:t>
              </a:r>
              <a:r>
                <a:rPr lang="de-DE" sz="1050" dirty="0" err="1">
                  <a:solidFill>
                    <a:schemeClr val="tx1"/>
                  </a:solidFill>
                </a:rPr>
                <a:t>neurons</a:t>
              </a:r>
              <a:endParaRPr lang="de-DE" sz="1050" dirty="0">
                <a:solidFill>
                  <a:schemeClr val="tx1"/>
                </a:solidFill>
              </a:endParaRPr>
            </a:p>
          </p:txBody>
        </p:sp>
        <p:sp>
          <p:nvSpPr>
            <p:cNvPr id="280" name="Textfeld 279">
              <a:extLst>
                <a:ext uri="{FF2B5EF4-FFF2-40B4-BE49-F238E27FC236}">
                  <a16:creationId xmlns:a16="http://schemas.microsoft.com/office/drawing/2014/main" id="{36EE5C45-44D2-2BC3-70BC-E36EA729E01D}"/>
                </a:ext>
              </a:extLst>
            </p:cNvPr>
            <p:cNvSpPr txBox="1"/>
            <p:nvPr/>
          </p:nvSpPr>
          <p:spPr>
            <a:xfrm>
              <a:off x="4211960" y="979718"/>
              <a:ext cx="864096" cy="161583"/>
            </a:xfrm>
            <a:prstGeom prst="rect">
              <a:avLst/>
            </a:prstGeom>
          </p:spPr>
          <p:txBody>
            <a:bodyPr wrap="square" tIns="0" bIns="0" numCol="1" spcCol="216000" rtlCol="0" anchor="ctr">
              <a:spAutoFit/>
            </a:bodyPr>
            <a:lstStyle/>
            <a:p>
              <a:pPr algn="ctr" defTabSz="0">
                <a:lnSpc>
                  <a:spcPct val="100000"/>
                </a:lnSpc>
                <a:spcBef>
                  <a:spcPts val="0"/>
                </a:spcBef>
                <a:tabLst>
                  <a:tab pos="180000" algn="l"/>
                </a:tabLst>
              </a:pPr>
              <a:r>
                <a:rPr lang="de-DE" sz="1050" dirty="0">
                  <a:solidFill>
                    <a:schemeClr val="tx1"/>
                  </a:solidFill>
                </a:rPr>
                <a:t>65 </a:t>
              </a:r>
              <a:r>
                <a:rPr lang="de-DE" sz="1050" dirty="0" err="1">
                  <a:solidFill>
                    <a:schemeClr val="tx1"/>
                  </a:solidFill>
                </a:rPr>
                <a:t>neurons</a:t>
              </a:r>
              <a:endParaRPr lang="de-DE" sz="1050" dirty="0">
                <a:solidFill>
                  <a:schemeClr val="tx1"/>
                </a:solidFill>
              </a:endParaRPr>
            </a:p>
          </p:txBody>
        </p:sp>
        <p:sp>
          <p:nvSpPr>
            <p:cNvPr id="281" name="Textfeld 280">
              <a:extLst>
                <a:ext uri="{FF2B5EF4-FFF2-40B4-BE49-F238E27FC236}">
                  <a16:creationId xmlns:a16="http://schemas.microsoft.com/office/drawing/2014/main" id="{EAE1A758-7469-D8CF-96A2-72159D4A5D45}"/>
                </a:ext>
              </a:extLst>
            </p:cNvPr>
            <p:cNvSpPr txBox="1"/>
            <p:nvPr/>
          </p:nvSpPr>
          <p:spPr>
            <a:xfrm>
              <a:off x="7236296" y="979718"/>
              <a:ext cx="864096" cy="161583"/>
            </a:xfrm>
            <a:prstGeom prst="rect">
              <a:avLst/>
            </a:prstGeom>
          </p:spPr>
          <p:txBody>
            <a:bodyPr wrap="square" tIns="0" bIns="0" numCol="1" spcCol="216000" rtlCol="0" anchor="ctr">
              <a:spAutoFit/>
            </a:bodyPr>
            <a:lstStyle/>
            <a:p>
              <a:pPr algn="ctr" defTabSz="0">
                <a:lnSpc>
                  <a:spcPct val="100000"/>
                </a:lnSpc>
                <a:spcBef>
                  <a:spcPts val="0"/>
                </a:spcBef>
                <a:tabLst>
                  <a:tab pos="180000" algn="l"/>
                </a:tabLst>
              </a:pPr>
              <a:r>
                <a:rPr lang="de-DE" sz="1050" dirty="0">
                  <a:solidFill>
                    <a:schemeClr val="tx1"/>
                  </a:solidFill>
                </a:rPr>
                <a:t>6 </a:t>
              </a:r>
              <a:r>
                <a:rPr lang="de-DE" sz="1050" dirty="0" err="1">
                  <a:solidFill>
                    <a:schemeClr val="tx1"/>
                  </a:solidFill>
                </a:rPr>
                <a:t>neurons</a:t>
              </a:r>
              <a:endParaRPr lang="de-DE" sz="1050" dirty="0">
                <a:solidFill>
                  <a:schemeClr val="tx1"/>
                </a:solidFill>
              </a:endParaRPr>
            </a:p>
          </p:txBody>
        </p:sp>
      </p:grpSp>
      <p:sp>
        <p:nvSpPr>
          <p:cNvPr id="285" name="Inhaltsplatzhalter 8">
            <a:extLst>
              <a:ext uri="{FF2B5EF4-FFF2-40B4-BE49-F238E27FC236}">
                <a16:creationId xmlns:a16="http://schemas.microsoft.com/office/drawing/2014/main" id="{D43FF902-1196-C160-09BC-B7B45B50202A}"/>
              </a:ext>
            </a:extLst>
          </p:cNvPr>
          <p:cNvSpPr>
            <a:spLocks noGrp="1"/>
          </p:cNvSpPr>
          <p:nvPr>
            <p:ph sz="quarter" idx="12"/>
          </p:nvPr>
        </p:nvSpPr>
        <p:spPr>
          <a:xfrm>
            <a:off x="8805067" y="4180655"/>
            <a:ext cx="176212" cy="382588"/>
          </a:xfrm>
        </p:spPr>
        <p:txBody>
          <a:bodyPr/>
          <a:lstStyle/>
          <a:p>
            <a:endParaRPr lang="de-DE" dirty="0"/>
          </a:p>
        </p:txBody>
      </p:sp>
    </p:spTree>
    <p:extLst>
      <p:ext uri="{BB962C8B-B14F-4D97-AF65-F5344CB8AC3E}">
        <p14:creationId xmlns:p14="http://schemas.microsoft.com/office/powerpoint/2010/main" val="3637810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690C7-BDF3-6B66-590F-0175A6BF919B}"/>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273818AA-612F-5A00-EEC2-384440703E10}"/>
              </a:ext>
            </a:extLst>
          </p:cNvPr>
          <p:cNvSpPr>
            <a:spLocks noGrp="1"/>
          </p:cNvSpPr>
          <p:nvPr>
            <p:ph type="ftr" sz="quarter" idx="16"/>
          </p:nvPr>
        </p:nvSpPr>
        <p:spPr/>
        <p:txBody>
          <a:bodyPr/>
          <a:lstStyle/>
          <a:p>
            <a:r>
              <a:rPr lang="en-US" dirty="0"/>
              <a:t>Paul Jollet, Group G2 | NARX Model</a:t>
            </a:r>
            <a:endParaRPr lang="de-DE" dirty="0"/>
          </a:p>
        </p:txBody>
      </p:sp>
      <p:sp>
        <p:nvSpPr>
          <p:cNvPr id="3" name="Datumsplatzhalter 2">
            <a:extLst>
              <a:ext uri="{FF2B5EF4-FFF2-40B4-BE49-F238E27FC236}">
                <a16:creationId xmlns:a16="http://schemas.microsoft.com/office/drawing/2014/main" id="{72B6326A-B350-9875-88EE-620A8F31D823}"/>
              </a:ext>
            </a:extLst>
          </p:cNvPr>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a:extLst>
              <a:ext uri="{FF2B5EF4-FFF2-40B4-BE49-F238E27FC236}">
                <a16:creationId xmlns:a16="http://schemas.microsoft.com/office/drawing/2014/main" id="{7C0AF310-4322-BDD7-6FCB-F50AEAD8C86C}"/>
              </a:ext>
            </a:extLst>
          </p:cNvPr>
          <p:cNvSpPr>
            <a:spLocks noGrp="1"/>
          </p:cNvSpPr>
          <p:nvPr>
            <p:ph type="sldNum" sz="quarter" idx="10"/>
          </p:nvPr>
        </p:nvSpPr>
        <p:spPr/>
        <p:txBody>
          <a:bodyPr/>
          <a:lstStyle/>
          <a:p>
            <a:fld id="{63CECEBB-547B-4598-95D8-3FB4D608B5D5}" type="slidenum">
              <a:rPr lang="de-DE" smtClean="0"/>
              <a:pPr/>
              <a:t>5</a:t>
            </a:fld>
            <a:endParaRPr lang="de-DE" dirty="0"/>
          </a:p>
        </p:txBody>
      </p:sp>
      <p:sp>
        <p:nvSpPr>
          <p:cNvPr id="5" name="Textplatzhalter 4">
            <a:extLst>
              <a:ext uri="{FF2B5EF4-FFF2-40B4-BE49-F238E27FC236}">
                <a16:creationId xmlns:a16="http://schemas.microsoft.com/office/drawing/2014/main" id="{7DBE5048-BD03-5CE7-8760-D250F860722B}"/>
              </a:ext>
            </a:extLst>
          </p:cNvPr>
          <p:cNvSpPr>
            <a:spLocks noGrp="1"/>
          </p:cNvSpPr>
          <p:nvPr>
            <p:ph type="body" sz="quarter" idx="14"/>
          </p:nvPr>
        </p:nvSpPr>
        <p:spPr/>
        <p:txBody>
          <a:bodyPr/>
          <a:lstStyle/>
          <a:p>
            <a:r>
              <a:rPr lang="en-US" sz="2200" dirty="0"/>
              <a:t>NARX Model Performance – test data</a:t>
            </a:r>
          </a:p>
        </p:txBody>
      </p:sp>
      <p:pic>
        <p:nvPicPr>
          <p:cNvPr id="10" name="Inhaltsplatzhalter 9">
            <a:extLst>
              <a:ext uri="{FF2B5EF4-FFF2-40B4-BE49-F238E27FC236}">
                <a16:creationId xmlns:a16="http://schemas.microsoft.com/office/drawing/2014/main" id="{B1E86731-A382-DBA7-C2A1-4C8C1707C0CC}"/>
              </a:ext>
            </a:extLst>
          </p:cNvPr>
          <p:cNvPicPr>
            <a:picLocks noGrp="1" noChangeAspect="1"/>
          </p:cNvPicPr>
          <p:nvPr>
            <p:ph sz="quarter" idx="12"/>
          </p:nvPr>
        </p:nvPicPr>
        <p:blipFill>
          <a:blip r:embed="rId2">
            <a:extLst>
              <a:ext uri="{96DAC541-7B7A-43D3-8B79-37D633B846F1}">
                <asvg:svgBlip xmlns:asvg="http://schemas.microsoft.com/office/drawing/2016/SVG/main" r:embed="rId3"/>
              </a:ext>
            </a:extLst>
          </a:blip>
          <a:stretch>
            <a:fillRect/>
          </a:stretch>
        </p:blipFill>
        <p:spPr>
          <a:xfrm>
            <a:off x="8804275" y="4321622"/>
            <a:ext cx="176213" cy="99119"/>
          </a:xfrm>
        </p:spPr>
      </p:pic>
      <p:pic>
        <p:nvPicPr>
          <p:cNvPr id="7" name="Grafik 6" descr="Ein Bild, das Text, Reihe, Zahl, Schrift enthält.&#10;&#10;KI-generierte Inhalte können fehlerhaft sein.">
            <a:extLst>
              <a:ext uri="{FF2B5EF4-FFF2-40B4-BE49-F238E27FC236}">
                <a16:creationId xmlns:a16="http://schemas.microsoft.com/office/drawing/2014/main" id="{8C6AC03F-4B04-DDE4-E4EB-B94077FE8E1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42398" y="811350"/>
            <a:ext cx="6259200" cy="3520800"/>
          </a:xfrm>
          <a:prstGeom prst="rect">
            <a:avLst/>
          </a:prstGeom>
        </p:spPr>
      </p:pic>
    </p:spTree>
    <p:extLst>
      <p:ext uri="{BB962C8B-B14F-4D97-AF65-F5344CB8AC3E}">
        <p14:creationId xmlns:p14="http://schemas.microsoft.com/office/powerpoint/2010/main" val="1441120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7635AE0C-92DF-4FFB-7620-346AE0905889}"/>
              </a:ext>
            </a:extLst>
          </p:cNvPr>
          <p:cNvSpPr>
            <a:spLocks noGrp="1"/>
          </p:cNvSpPr>
          <p:nvPr>
            <p:ph type="ftr" sz="quarter" idx="16"/>
          </p:nvPr>
        </p:nvSpPr>
        <p:spPr/>
        <p:txBody>
          <a:bodyPr/>
          <a:lstStyle/>
          <a:p>
            <a:r>
              <a:rPr lang="en-US" dirty="0"/>
              <a:t>Elisabeth Bünz, Group G2| CQR</a:t>
            </a:r>
            <a:endParaRPr lang="de-DE" dirty="0"/>
          </a:p>
        </p:txBody>
      </p:sp>
      <p:sp>
        <p:nvSpPr>
          <p:cNvPr id="3" name="Datumsplatzhalter 2">
            <a:extLst>
              <a:ext uri="{FF2B5EF4-FFF2-40B4-BE49-F238E27FC236}">
                <a16:creationId xmlns:a16="http://schemas.microsoft.com/office/drawing/2014/main" id="{7C921474-651D-6F04-B2AE-612E90EA34EF}"/>
              </a:ext>
            </a:extLst>
          </p:cNvPr>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a:extLst>
              <a:ext uri="{FF2B5EF4-FFF2-40B4-BE49-F238E27FC236}">
                <a16:creationId xmlns:a16="http://schemas.microsoft.com/office/drawing/2014/main" id="{91898ED5-A9F9-5CEC-95DB-E1ABE4724B4D}"/>
              </a:ext>
            </a:extLst>
          </p:cNvPr>
          <p:cNvSpPr>
            <a:spLocks noGrp="1"/>
          </p:cNvSpPr>
          <p:nvPr>
            <p:ph type="sldNum" sz="quarter" idx="10"/>
          </p:nvPr>
        </p:nvSpPr>
        <p:spPr/>
        <p:txBody>
          <a:bodyPr/>
          <a:lstStyle/>
          <a:p>
            <a:fld id="{63CECEBB-547B-4598-95D8-3FB4D608B5D5}" type="slidenum">
              <a:rPr lang="de-DE" smtClean="0"/>
              <a:pPr/>
              <a:t>6</a:t>
            </a:fld>
            <a:endParaRPr lang="de-DE" dirty="0"/>
          </a:p>
        </p:txBody>
      </p:sp>
      <p:sp>
        <p:nvSpPr>
          <p:cNvPr id="5" name="Textplatzhalter 4">
            <a:extLst>
              <a:ext uri="{FF2B5EF4-FFF2-40B4-BE49-F238E27FC236}">
                <a16:creationId xmlns:a16="http://schemas.microsoft.com/office/drawing/2014/main" id="{815B0934-C79E-48B3-DEE1-6A9E9D24B3F6}"/>
              </a:ext>
            </a:extLst>
          </p:cNvPr>
          <p:cNvSpPr>
            <a:spLocks noGrp="1"/>
          </p:cNvSpPr>
          <p:nvPr>
            <p:ph type="body" sz="quarter" idx="14"/>
          </p:nvPr>
        </p:nvSpPr>
        <p:spPr/>
        <p:txBody>
          <a:bodyPr/>
          <a:lstStyle/>
          <a:p>
            <a:r>
              <a:rPr lang="de-DE" dirty="0" err="1"/>
              <a:t>Conformalized</a:t>
            </a:r>
            <a:r>
              <a:rPr lang="de-DE" dirty="0"/>
              <a:t> Quantile Regression (CQR)</a:t>
            </a:r>
          </a:p>
        </p:txBody>
      </p:sp>
      <p:sp>
        <p:nvSpPr>
          <p:cNvPr id="6" name="Inhaltsplatzhalter 5">
            <a:extLst>
              <a:ext uri="{FF2B5EF4-FFF2-40B4-BE49-F238E27FC236}">
                <a16:creationId xmlns:a16="http://schemas.microsoft.com/office/drawing/2014/main" id="{A4658046-BBF5-C876-727D-6E36A69C93F9}"/>
              </a:ext>
            </a:extLst>
          </p:cNvPr>
          <p:cNvSpPr>
            <a:spLocks noGrp="1"/>
          </p:cNvSpPr>
          <p:nvPr>
            <p:ph sz="quarter" idx="11"/>
          </p:nvPr>
        </p:nvSpPr>
        <p:spPr>
          <a:xfrm>
            <a:off x="250825" y="1058863"/>
            <a:ext cx="8642348" cy="2665412"/>
          </a:xfrm>
        </p:spPr>
        <p:txBody>
          <a:bodyPr numCol="1"/>
          <a:lstStyle/>
          <a:p>
            <a:r>
              <a:rPr lang="en-US" dirty="0"/>
              <a:t>Standard neural networks predict a single value – but no uncertainty</a:t>
            </a:r>
            <a:br>
              <a:rPr lang="en-US" dirty="0"/>
            </a:br>
            <a:r>
              <a:rPr lang="en-US" dirty="0"/>
              <a:t>→ </a:t>
            </a:r>
            <a:r>
              <a:rPr lang="en-US" sz="1400" dirty="0"/>
              <a:t>CQR adds confidence intervals around predictions</a:t>
            </a:r>
          </a:p>
          <a:p>
            <a:pPr marL="0" indent="0">
              <a:buNone/>
            </a:pPr>
            <a:endParaRPr lang="en-US" dirty="0"/>
          </a:p>
          <a:p>
            <a:r>
              <a:rPr lang="en-US" dirty="0"/>
              <a:t>CQR estimates 80% prediction intervals using quantile regression</a:t>
            </a:r>
            <a:br>
              <a:rPr lang="en-US" dirty="0"/>
            </a:br>
            <a:r>
              <a:rPr lang="en-US" dirty="0"/>
              <a:t>→ </a:t>
            </a:r>
            <a:r>
              <a:rPr lang="en-US" sz="1400" dirty="0"/>
              <a:t>Two models are trained to predict the 0.1 and 0.9 error quantiles</a:t>
            </a:r>
          </a:p>
          <a:p>
            <a:endParaRPr lang="en-US" dirty="0"/>
          </a:p>
          <a:p>
            <a:r>
              <a:rPr lang="en-US" dirty="0"/>
              <a:t>Pinball loss is used to train these quantile regressors</a:t>
            </a:r>
          </a:p>
          <a:p>
            <a:pPr marL="0" indent="0">
              <a:buNone/>
            </a:pPr>
            <a:r>
              <a:rPr lang="en-US" dirty="0"/>
              <a:t>	→ </a:t>
            </a:r>
            <a:r>
              <a:rPr lang="en-US" sz="1400" dirty="0"/>
              <a:t>Allows asymmetric treatment of over- and under-predictions</a:t>
            </a:r>
          </a:p>
          <a:p>
            <a:pPr marL="0" indent="0">
              <a:buNone/>
            </a:pPr>
            <a:endParaRPr lang="en-US" dirty="0"/>
          </a:p>
          <a:p>
            <a:r>
              <a:rPr lang="en-US" dirty="0"/>
              <a:t>A calibration step adjusts intervals using value Q</a:t>
            </a:r>
          </a:p>
          <a:p>
            <a:pPr marL="0" indent="0">
              <a:buNone/>
            </a:pPr>
            <a:r>
              <a:rPr lang="en-US" dirty="0"/>
              <a:t>	→ </a:t>
            </a:r>
            <a:r>
              <a:rPr lang="en-US" sz="1400" dirty="0"/>
              <a:t>Ensures actual coverage matches the desired 80% </a:t>
            </a:r>
            <a:endParaRPr lang="en-US" dirty="0"/>
          </a:p>
        </p:txBody>
      </p:sp>
    </p:spTree>
    <p:extLst>
      <p:ext uri="{BB962C8B-B14F-4D97-AF65-F5344CB8AC3E}">
        <p14:creationId xmlns:p14="http://schemas.microsoft.com/office/powerpoint/2010/main" val="1144193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E7024CF6-E73C-E29A-F2A5-38BD4640D0F5}"/>
              </a:ext>
            </a:extLst>
          </p:cNvPr>
          <p:cNvSpPr>
            <a:spLocks noGrp="1"/>
          </p:cNvSpPr>
          <p:nvPr>
            <p:ph type="ftr" sz="quarter" idx="16"/>
          </p:nvPr>
        </p:nvSpPr>
        <p:spPr/>
        <p:txBody>
          <a:bodyPr/>
          <a:lstStyle/>
          <a:p>
            <a:r>
              <a:rPr lang="en-US" dirty="0"/>
              <a:t>Elisabeth Bünz, Group G2 | CQR</a:t>
            </a:r>
            <a:endParaRPr lang="de-DE" dirty="0"/>
          </a:p>
        </p:txBody>
      </p:sp>
      <p:sp>
        <p:nvSpPr>
          <p:cNvPr id="3" name="Datumsplatzhalter 2">
            <a:extLst>
              <a:ext uri="{FF2B5EF4-FFF2-40B4-BE49-F238E27FC236}">
                <a16:creationId xmlns:a16="http://schemas.microsoft.com/office/drawing/2014/main" id="{F3A5C9B8-46A5-F680-7E4C-98D73AB0EEB4}"/>
              </a:ext>
            </a:extLst>
          </p:cNvPr>
          <p:cNvSpPr>
            <a:spLocks noGrp="1"/>
          </p:cNvSpPr>
          <p:nvPr>
            <p:ph type="dt" sz="half" idx="15"/>
          </p:nvPr>
        </p:nvSpPr>
        <p:spPr/>
        <p:txBody>
          <a:bodyPr/>
          <a:lstStyle/>
          <a:p>
            <a:fld id="{1DFA528A-3D65-425D-A5D2-51494FEA8986}" type="datetime1">
              <a:rPr lang="en-US" smtClean="0"/>
              <a:t>7/9/2025</a:t>
            </a:fld>
            <a:endParaRPr lang="de-DE" dirty="0"/>
          </a:p>
        </p:txBody>
      </p:sp>
      <p:sp>
        <p:nvSpPr>
          <p:cNvPr id="4" name="Foliennummernplatzhalter 3">
            <a:extLst>
              <a:ext uri="{FF2B5EF4-FFF2-40B4-BE49-F238E27FC236}">
                <a16:creationId xmlns:a16="http://schemas.microsoft.com/office/drawing/2014/main" id="{8319BFBE-8DD8-2529-5159-02589B350672}"/>
              </a:ext>
            </a:extLst>
          </p:cNvPr>
          <p:cNvSpPr>
            <a:spLocks noGrp="1"/>
          </p:cNvSpPr>
          <p:nvPr>
            <p:ph type="sldNum" sz="quarter" idx="10"/>
          </p:nvPr>
        </p:nvSpPr>
        <p:spPr/>
        <p:txBody>
          <a:bodyPr/>
          <a:lstStyle/>
          <a:p>
            <a:fld id="{63CECEBB-547B-4598-95D8-3FB4D608B5D5}" type="slidenum">
              <a:rPr lang="de-DE" smtClean="0"/>
              <a:pPr/>
              <a:t>7</a:t>
            </a:fld>
            <a:endParaRPr lang="de-DE" dirty="0"/>
          </a:p>
        </p:txBody>
      </p:sp>
      <p:sp>
        <p:nvSpPr>
          <p:cNvPr id="5" name="Textplatzhalter 4">
            <a:extLst>
              <a:ext uri="{FF2B5EF4-FFF2-40B4-BE49-F238E27FC236}">
                <a16:creationId xmlns:a16="http://schemas.microsoft.com/office/drawing/2014/main" id="{6B744328-9896-B91E-415F-F08B6AE7F68C}"/>
              </a:ext>
            </a:extLst>
          </p:cNvPr>
          <p:cNvSpPr>
            <a:spLocks noGrp="1"/>
          </p:cNvSpPr>
          <p:nvPr>
            <p:ph type="body" sz="quarter" idx="14"/>
          </p:nvPr>
        </p:nvSpPr>
        <p:spPr/>
        <p:txBody>
          <a:bodyPr/>
          <a:lstStyle/>
          <a:p>
            <a:r>
              <a:rPr lang="de-DE" dirty="0"/>
              <a:t>CQR-Setup</a:t>
            </a:r>
          </a:p>
        </p:txBody>
      </p:sp>
      <p:sp>
        <p:nvSpPr>
          <p:cNvPr id="6" name="Inhaltsplatzhalter 5">
            <a:extLst>
              <a:ext uri="{FF2B5EF4-FFF2-40B4-BE49-F238E27FC236}">
                <a16:creationId xmlns:a16="http://schemas.microsoft.com/office/drawing/2014/main" id="{D49432F5-B98F-6886-97E7-A9ED5FA848D5}"/>
              </a:ext>
            </a:extLst>
          </p:cNvPr>
          <p:cNvSpPr>
            <a:spLocks noGrp="1"/>
          </p:cNvSpPr>
          <p:nvPr>
            <p:ph sz="quarter" idx="11"/>
          </p:nvPr>
        </p:nvSpPr>
        <p:spPr/>
        <p:txBody>
          <a:bodyPr/>
          <a:lstStyle/>
          <a:p>
            <a:pPr marL="0" lvl="3" indent="0">
              <a:buNone/>
            </a:pPr>
            <a:endParaRPr lang="en-US" dirty="0"/>
          </a:p>
          <a:p>
            <a:pPr lvl="3"/>
            <a:r>
              <a:rPr lang="en-US" dirty="0"/>
              <a:t>We set alpha = 0.2 to construct 80% prediction intervals</a:t>
            </a:r>
          </a:p>
          <a:p>
            <a:pPr marL="0" lvl="3" indent="0">
              <a:buNone/>
            </a:pPr>
            <a:endParaRPr lang="en-US" dirty="0"/>
          </a:p>
          <a:p>
            <a:pPr lvl="3"/>
            <a:r>
              <a:rPr lang="en-US" dirty="0"/>
              <a:t>The same hyperparameters as in the NARX model are reused</a:t>
            </a:r>
            <a:br>
              <a:rPr lang="en-US" dirty="0"/>
            </a:br>
            <a:r>
              <a:rPr lang="en-US" dirty="0"/>
              <a:t>→ </a:t>
            </a:r>
            <a:r>
              <a:rPr lang="en-US" sz="1400" dirty="0"/>
              <a:t>Hyperparameter tuning via Bayesian Optimization is possible</a:t>
            </a:r>
            <a:endParaRPr lang="de-DE" dirty="0"/>
          </a:p>
        </p:txBody>
      </p:sp>
      <p:sp>
        <p:nvSpPr>
          <p:cNvPr id="7" name="Inhaltsplatzhalter 6">
            <a:extLst>
              <a:ext uri="{FF2B5EF4-FFF2-40B4-BE49-F238E27FC236}">
                <a16:creationId xmlns:a16="http://schemas.microsoft.com/office/drawing/2014/main" id="{9347F069-CA1D-1061-A2B4-9BED34A96490}"/>
              </a:ext>
            </a:extLst>
          </p:cNvPr>
          <p:cNvSpPr>
            <a:spLocks noGrp="1"/>
          </p:cNvSpPr>
          <p:nvPr>
            <p:ph sz="quarter" idx="12"/>
          </p:nvPr>
        </p:nvSpPr>
        <p:spPr/>
        <p:txBody>
          <a:bodyPr/>
          <a:lstStyle/>
          <a:p>
            <a:endParaRPr lang="de-DE"/>
          </a:p>
        </p:txBody>
      </p:sp>
      <p:sp>
        <p:nvSpPr>
          <p:cNvPr id="8" name="Titel 7">
            <a:extLst>
              <a:ext uri="{FF2B5EF4-FFF2-40B4-BE49-F238E27FC236}">
                <a16:creationId xmlns:a16="http://schemas.microsoft.com/office/drawing/2014/main" id="{ECC7F29D-4FD6-4EF7-8C12-8919913CBFFB}"/>
              </a:ext>
            </a:extLst>
          </p:cNvPr>
          <p:cNvSpPr>
            <a:spLocks noGrp="1"/>
          </p:cNvSpPr>
          <p:nvPr>
            <p:ph type="title"/>
          </p:nvPr>
        </p:nvSpPr>
        <p:spPr/>
        <p:txBody>
          <a:bodyPr/>
          <a:lstStyle/>
          <a:p>
            <a:endParaRPr lang="de-DE" dirty="0"/>
          </a:p>
        </p:txBody>
      </p:sp>
    </p:spTree>
    <p:extLst>
      <p:ext uri="{BB962C8B-B14F-4D97-AF65-F5344CB8AC3E}">
        <p14:creationId xmlns:p14="http://schemas.microsoft.com/office/powerpoint/2010/main" val="23347658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EA24A-84B7-0156-2FDD-BC3F6A2BC087}"/>
            </a:ext>
          </a:extLst>
        </p:cNvPr>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C855A881-4443-6D43-F3D8-2DAA5988DF7C}"/>
              </a:ext>
            </a:extLst>
          </p:cNvPr>
          <p:cNvSpPr>
            <a:spLocks noGrp="1"/>
          </p:cNvSpPr>
          <p:nvPr>
            <p:ph type="ftr" sz="quarter" idx="16"/>
          </p:nvPr>
        </p:nvSpPr>
        <p:spPr>
          <a:xfrm>
            <a:off x="3377086" y="4658618"/>
            <a:ext cx="4034902" cy="274637"/>
          </a:xfrm>
        </p:spPr>
        <p:txBody>
          <a:bodyPr anchor="t">
            <a:normAutofit/>
          </a:bodyPr>
          <a:lstStyle/>
          <a:p>
            <a:pPr>
              <a:spcAft>
                <a:spcPts val="600"/>
              </a:spcAft>
            </a:pPr>
            <a:r>
              <a:rPr lang="en-US" dirty="0"/>
              <a:t>Elisabeth Bünz, Group G2 | CQR</a:t>
            </a:r>
            <a:endParaRPr lang="de-DE" dirty="0"/>
          </a:p>
        </p:txBody>
      </p:sp>
      <p:sp>
        <p:nvSpPr>
          <p:cNvPr id="3" name="Datumsplatzhalter 2">
            <a:extLst>
              <a:ext uri="{FF2B5EF4-FFF2-40B4-BE49-F238E27FC236}">
                <a16:creationId xmlns:a16="http://schemas.microsoft.com/office/drawing/2014/main" id="{2C8E6433-630C-93BB-E31B-DFDFB054B7DE}"/>
              </a:ext>
            </a:extLst>
          </p:cNvPr>
          <p:cNvSpPr>
            <a:spLocks noGrp="1"/>
          </p:cNvSpPr>
          <p:nvPr>
            <p:ph type="dt" sz="half" idx="15"/>
          </p:nvPr>
        </p:nvSpPr>
        <p:spPr>
          <a:xfrm>
            <a:off x="7554515" y="4656026"/>
            <a:ext cx="905272" cy="274637"/>
          </a:xfrm>
        </p:spPr>
        <p:txBody>
          <a:bodyPr wrap="none" anchor="t">
            <a:normAutofit/>
          </a:bodyPr>
          <a:lstStyle/>
          <a:p>
            <a:pPr>
              <a:spcAft>
                <a:spcPts val="600"/>
              </a:spcAft>
            </a:pPr>
            <a:fld id="{1DFA528A-3D65-425D-A5D2-51494FEA8986}" type="datetime1">
              <a:rPr lang="en-US" smtClean="0"/>
              <a:pPr>
                <a:spcAft>
                  <a:spcPts val="600"/>
                </a:spcAft>
              </a:pPr>
              <a:t>7/9/2025</a:t>
            </a:fld>
            <a:endParaRPr lang="de-DE"/>
          </a:p>
        </p:txBody>
      </p:sp>
      <p:sp>
        <p:nvSpPr>
          <p:cNvPr id="4" name="Foliennummernplatzhalter 3">
            <a:extLst>
              <a:ext uri="{FF2B5EF4-FFF2-40B4-BE49-F238E27FC236}">
                <a16:creationId xmlns:a16="http://schemas.microsoft.com/office/drawing/2014/main" id="{84867FDE-6A41-B8AD-AAAB-D59D222F56D5}"/>
              </a:ext>
            </a:extLst>
          </p:cNvPr>
          <p:cNvSpPr>
            <a:spLocks noGrp="1"/>
          </p:cNvSpPr>
          <p:nvPr>
            <p:ph type="sldNum" sz="quarter" idx="10"/>
          </p:nvPr>
        </p:nvSpPr>
        <p:spPr>
          <a:xfrm>
            <a:off x="8505371" y="4633878"/>
            <a:ext cx="387803" cy="209938"/>
          </a:xfrm>
        </p:spPr>
        <p:txBody>
          <a:bodyPr anchor="ctr">
            <a:normAutofit/>
          </a:bodyPr>
          <a:lstStyle/>
          <a:p>
            <a:pPr>
              <a:lnSpc>
                <a:spcPct val="90000"/>
              </a:lnSpc>
              <a:spcAft>
                <a:spcPts val="600"/>
              </a:spcAft>
            </a:pPr>
            <a:fld id="{63CECEBB-547B-4598-95D8-3FB4D608B5D5}" type="slidenum">
              <a:rPr lang="de-DE" sz="800" smtClean="0"/>
              <a:pPr>
                <a:lnSpc>
                  <a:spcPct val="90000"/>
                </a:lnSpc>
                <a:spcAft>
                  <a:spcPts val="600"/>
                </a:spcAft>
              </a:pPr>
              <a:t>8</a:t>
            </a:fld>
            <a:endParaRPr lang="de-DE" sz="800"/>
          </a:p>
        </p:txBody>
      </p:sp>
      <p:sp>
        <p:nvSpPr>
          <p:cNvPr id="5" name="Textplatzhalter 4">
            <a:extLst>
              <a:ext uri="{FF2B5EF4-FFF2-40B4-BE49-F238E27FC236}">
                <a16:creationId xmlns:a16="http://schemas.microsoft.com/office/drawing/2014/main" id="{215BAA35-C5EE-56A6-38EE-D75D3976E90B}"/>
              </a:ext>
            </a:extLst>
          </p:cNvPr>
          <p:cNvSpPr>
            <a:spLocks noGrp="1"/>
          </p:cNvSpPr>
          <p:nvPr>
            <p:ph type="body" sz="quarter" idx="14"/>
          </p:nvPr>
        </p:nvSpPr>
        <p:spPr>
          <a:xfrm>
            <a:off x="250825" y="464468"/>
            <a:ext cx="8642350" cy="444374"/>
          </a:xfrm>
        </p:spPr>
        <p:txBody>
          <a:bodyPr>
            <a:normAutofit/>
          </a:bodyPr>
          <a:lstStyle/>
          <a:p>
            <a:pPr>
              <a:spcAft>
                <a:spcPts val="600"/>
              </a:spcAft>
            </a:pPr>
            <a:r>
              <a:rPr lang="de-DE" dirty="0"/>
              <a:t>CQR Performance </a:t>
            </a:r>
            <a:r>
              <a:rPr lang="de-DE" dirty="0" err="1"/>
              <a:t>Results</a:t>
            </a:r>
            <a:r>
              <a:rPr lang="de-DE" dirty="0"/>
              <a:t> on Test Data</a:t>
            </a:r>
          </a:p>
        </p:txBody>
      </p:sp>
      <p:graphicFrame>
        <p:nvGraphicFramePr>
          <p:cNvPr id="9" name="Inhaltsplatzhalter 8">
            <a:extLst>
              <a:ext uri="{FF2B5EF4-FFF2-40B4-BE49-F238E27FC236}">
                <a16:creationId xmlns:a16="http://schemas.microsoft.com/office/drawing/2014/main" id="{71A32EB5-9142-05F9-BC64-F88B59CF1F60}"/>
              </a:ext>
            </a:extLst>
          </p:cNvPr>
          <p:cNvGraphicFramePr>
            <a:graphicFrameLocks noGrp="1"/>
          </p:cNvGraphicFramePr>
          <p:nvPr>
            <p:ph sz="quarter" idx="11"/>
          </p:nvPr>
        </p:nvGraphicFramePr>
        <p:xfrm>
          <a:off x="4886411" y="1476987"/>
          <a:ext cx="3812861" cy="1872206"/>
        </p:xfrm>
        <a:graphic>
          <a:graphicData uri="http://schemas.openxmlformats.org/drawingml/2006/table">
            <a:tbl>
              <a:tblPr firstRow="1">
                <a:tableStyleId>{5DA37D80-6434-44D0-A028-1B22A696006F}</a:tableStyleId>
              </a:tblPr>
              <a:tblGrid>
                <a:gridCol w="1440160">
                  <a:extLst>
                    <a:ext uri="{9D8B030D-6E8A-4147-A177-3AD203B41FA5}">
                      <a16:colId xmlns:a16="http://schemas.microsoft.com/office/drawing/2014/main" val="4043874715"/>
                    </a:ext>
                  </a:extLst>
                </a:gridCol>
                <a:gridCol w="1008112">
                  <a:extLst>
                    <a:ext uri="{9D8B030D-6E8A-4147-A177-3AD203B41FA5}">
                      <a16:colId xmlns:a16="http://schemas.microsoft.com/office/drawing/2014/main" val="2060110097"/>
                    </a:ext>
                  </a:extLst>
                </a:gridCol>
                <a:gridCol w="1364589">
                  <a:extLst>
                    <a:ext uri="{9D8B030D-6E8A-4147-A177-3AD203B41FA5}">
                      <a16:colId xmlns:a16="http://schemas.microsoft.com/office/drawing/2014/main" val="3771928895"/>
                    </a:ext>
                  </a:extLst>
                </a:gridCol>
              </a:tblGrid>
              <a:tr h="267458">
                <a:tc>
                  <a:txBody>
                    <a:bodyPr/>
                    <a:lstStyle/>
                    <a:p>
                      <a:pPr algn="l" fontAlgn="ctr">
                        <a:buNone/>
                      </a:pPr>
                      <a:r>
                        <a:rPr lang="de-DE" sz="1100" b="1" u="none" strike="noStrike" dirty="0">
                          <a:solidFill>
                            <a:schemeClr val="bg1"/>
                          </a:solidFill>
                          <a:effectLst/>
                        </a:rPr>
                        <a:t>Target Variable</a:t>
                      </a:r>
                      <a:endParaRPr lang="de-DE" sz="1100" b="0" i="0" u="none" strike="noStrike" dirty="0">
                        <a:solidFill>
                          <a:schemeClr val="bg1"/>
                        </a:solidFill>
                        <a:effectLst/>
                        <a:latin typeface="Arial" panose="020B0604020202020204" pitchFamily="34" charset="0"/>
                      </a:endParaRPr>
                    </a:p>
                  </a:txBody>
                  <a:tcPr marL="86539" marR="86539" marT="43270" marB="43270" anchor="ctr">
                    <a:solidFill>
                      <a:schemeClr val="accent2"/>
                    </a:solidFill>
                  </a:tcPr>
                </a:tc>
                <a:tc>
                  <a:txBody>
                    <a:bodyPr/>
                    <a:lstStyle/>
                    <a:p>
                      <a:pPr algn="l" fontAlgn="ctr">
                        <a:buNone/>
                      </a:pPr>
                      <a:r>
                        <a:rPr lang="de-DE" sz="1100" b="1" u="none" strike="noStrike" dirty="0">
                          <a:solidFill>
                            <a:schemeClr val="bg1"/>
                          </a:solidFill>
                          <a:effectLst/>
                        </a:rPr>
                        <a:t>Coverage</a:t>
                      </a:r>
                      <a:endParaRPr lang="de-DE" sz="1100" b="0" i="0" u="none" strike="noStrike" dirty="0">
                        <a:solidFill>
                          <a:schemeClr val="bg1"/>
                        </a:solidFill>
                        <a:effectLst/>
                        <a:latin typeface="Arial" panose="020B0604020202020204" pitchFamily="34" charset="0"/>
                      </a:endParaRPr>
                    </a:p>
                  </a:txBody>
                  <a:tcPr marL="86539" marR="86539" marT="43270" marB="43270" anchor="ctr">
                    <a:solidFill>
                      <a:schemeClr val="accent2"/>
                    </a:solidFill>
                  </a:tcPr>
                </a:tc>
                <a:tc>
                  <a:txBody>
                    <a:bodyPr/>
                    <a:lstStyle/>
                    <a:p>
                      <a:pPr algn="l" fontAlgn="ctr">
                        <a:buNone/>
                      </a:pPr>
                      <a:r>
                        <a:rPr lang="de-DE" sz="1100" b="1" u="none" strike="noStrike" dirty="0" err="1">
                          <a:solidFill>
                            <a:schemeClr val="bg1"/>
                          </a:solidFill>
                          <a:effectLst/>
                        </a:rPr>
                        <a:t>Interval</a:t>
                      </a:r>
                      <a:r>
                        <a:rPr lang="de-DE" sz="1100" b="1" u="none" strike="noStrike" dirty="0">
                          <a:solidFill>
                            <a:schemeClr val="bg1"/>
                          </a:solidFill>
                          <a:effectLst/>
                        </a:rPr>
                        <a:t> Width</a:t>
                      </a:r>
                      <a:endParaRPr lang="de-DE" sz="1100" b="0" i="0" u="none" strike="noStrike" dirty="0">
                        <a:solidFill>
                          <a:schemeClr val="bg1"/>
                        </a:solidFill>
                        <a:effectLst/>
                        <a:latin typeface="Arial" panose="020B0604020202020204" pitchFamily="34" charset="0"/>
                      </a:endParaRPr>
                    </a:p>
                  </a:txBody>
                  <a:tcPr marL="86539" marR="86539" marT="43270" marB="43270" anchor="ctr">
                    <a:solidFill>
                      <a:schemeClr val="accent2"/>
                    </a:solidFill>
                  </a:tcPr>
                </a:tc>
                <a:extLst>
                  <a:ext uri="{0D108BD9-81ED-4DB2-BD59-A6C34878D82A}">
                    <a16:rowId xmlns:a16="http://schemas.microsoft.com/office/drawing/2014/main" val="894506247"/>
                  </a:ext>
                </a:extLst>
              </a:tr>
              <a:tr h="267458">
                <a:tc>
                  <a:txBody>
                    <a:bodyPr/>
                    <a:lstStyle/>
                    <a:p>
                      <a:pPr algn="l" fontAlgn="ctr">
                        <a:buNone/>
                      </a:pPr>
                      <a:r>
                        <a:rPr lang="de-DE" sz="1100" b="0" u="none" strike="noStrike" dirty="0">
                          <a:effectLst/>
                        </a:rPr>
                        <a:t>T_PM</a:t>
                      </a:r>
                      <a:endParaRPr lang="de-DE" sz="1100" b="0" i="0" u="none" strike="noStrike" dirty="0">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a:effectLst/>
                        </a:rPr>
                        <a:t>0.443</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0.133</a:t>
                      </a:r>
                      <a:endParaRPr lang="de-DE" sz="1100" b="0" i="0" u="none" strike="noStrike" dirty="0">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3905906183"/>
                  </a:ext>
                </a:extLst>
              </a:tr>
              <a:tr h="267458">
                <a:tc>
                  <a:txBody>
                    <a:bodyPr/>
                    <a:lstStyle/>
                    <a:p>
                      <a:pPr algn="l" fontAlgn="ctr">
                        <a:buNone/>
                      </a:pPr>
                      <a:r>
                        <a:rPr lang="de-DE" sz="1100" b="0" u="none" strike="noStrike" dirty="0">
                          <a:effectLst/>
                        </a:rPr>
                        <a:t>T_TM</a:t>
                      </a:r>
                      <a:endParaRPr lang="de-DE" sz="1100" b="0" i="0" u="none" strike="noStrike" dirty="0">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0.512</a:t>
                      </a:r>
                      <a:endParaRPr lang="de-DE" sz="1100" b="0" i="0" u="none" strike="noStrike" dirty="0">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a:effectLst/>
                        </a:rPr>
                        <a:t>0.134</a:t>
                      </a:r>
                      <a:endParaRPr lang="de-DE" sz="1100" b="0" i="0" u="none" strike="noStrike">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2443565038"/>
                  </a:ext>
                </a:extLst>
              </a:tr>
              <a:tr h="267458">
                <a:tc>
                  <a:txBody>
                    <a:bodyPr/>
                    <a:lstStyle/>
                    <a:p>
                      <a:pPr algn="l" fontAlgn="ctr">
                        <a:buNone/>
                      </a:pPr>
                      <a:r>
                        <a:rPr lang="de-DE" sz="1100" b="0" u="none" strike="noStrike">
                          <a:effectLst/>
                        </a:rPr>
                        <a:t>c</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0.818</a:t>
                      </a:r>
                      <a:endParaRPr lang="de-DE" sz="1100" b="0" i="0" u="none" strike="noStrike" dirty="0">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0.001</a:t>
                      </a:r>
                      <a:endParaRPr lang="de-DE" sz="1100" b="0" i="0" u="none" strike="noStrike" dirty="0">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1920200703"/>
                  </a:ext>
                </a:extLst>
              </a:tr>
              <a:tr h="267458">
                <a:tc>
                  <a:txBody>
                    <a:bodyPr/>
                    <a:lstStyle/>
                    <a:p>
                      <a:pPr algn="l" fontAlgn="ctr">
                        <a:buNone/>
                      </a:pPr>
                      <a:r>
                        <a:rPr lang="de-DE" sz="1100" b="0" u="none" strike="noStrike">
                          <a:effectLst/>
                        </a:rPr>
                        <a:t>d10</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a:effectLst/>
                        </a:rPr>
                        <a:t>0.772</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0.001</a:t>
                      </a:r>
                      <a:endParaRPr lang="de-DE" sz="1100" b="0" i="0" u="none" strike="noStrike" dirty="0">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1953081510"/>
                  </a:ext>
                </a:extLst>
              </a:tr>
              <a:tr h="267458">
                <a:tc>
                  <a:txBody>
                    <a:bodyPr/>
                    <a:lstStyle/>
                    <a:p>
                      <a:pPr algn="l" fontAlgn="ctr">
                        <a:buNone/>
                      </a:pPr>
                      <a:r>
                        <a:rPr lang="de-DE" sz="1100" b="0" u="none" strike="noStrike">
                          <a:effectLst/>
                        </a:rPr>
                        <a:t>d50</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a:effectLst/>
                        </a:rPr>
                        <a:t>0.973</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0.002</a:t>
                      </a:r>
                      <a:endParaRPr lang="de-DE" sz="1100" b="0" i="0" u="none" strike="noStrike" dirty="0">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676888600"/>
                  </a:ext>
                </a:extLst>
              </a:tr>
              <a:tr h="267458">
                <a:tc>
                  <a:txBody>
                    <a:bodyPr/>
                    <a:lstStyle/>
                    <a:p>
                      <a:pPr algn="l" fontAlgn="ctr">
                        <a:buNone/>
                      </a:pPr>
                      <a:r>
                        <a:rPr lang="de-DE" sz="1100" b="0" u="none" strike="noStrike">
                          <a:effectLst/>
                        </a:rPr>
                        <a:t>d90</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a:effectLst/>
                        </a:rPr>
                        <a:t>0.763</a:t>
                      </a:r>
                      <a:endParaRPr lang="de-DE" sz="1100" b="0" i="0" u="none" strike="noStrike">
                        <a:effectLst/>
                        <a:latin typeface="Arial" panose="020B0604020202020204" pitchFamily="34" charset="0"/>
                      </a:endParaRPr>
                    </a:p>
                  </a:txBody>
                  <a:tcPr marL="86539" marR="86539" marT="43270" marB="43270" anchor="ctr"/>
                </a:tc>
                <a:tc>
                  <a:txBody>
                    <a:bodyPr/>
                    <a:lstStyle/>
                    <a:p>
                      <a:pPr algn="l" fontAlgn="ctr">
                        <a:buNone/>
                      </a:pPr>
                      <a:r>
                        <a:rPr lang="de-DE" sz="1100" b="0" u="none" strike="noStrike" dirty="0">
                          <a:effectLst/>
                        </a:rPr>
                        <a:t>0.001</a:t>
                      </a:r>
                      <a:endParaRPr lang="de-DE" sz="1100" b="0" i="0" u="none" strike="noStrike" dirty="0">
                        <a:effectLst/>
                        <a:latin typeface="Arial" panose="020B0604020202020204" pitchFamily="34" charset="0"/>
                      </a:endParaRPr>
                    </a:p>
                  </a:txBody>
                  <a:tcPr marL="86539" marR="86539" marT="43270" marB="43270" anchor="ctr"/>
                </a:tc>
                <a:extLst>
                  <a:ext uri="{0D108BD9-81ED-4DB2-BD59-A6C34878D82A}">
                    <a16:rowId xmlns:a16="http://schemas.microsoft.com/office/drawing/2014/main" val="320911226"/>
                  </a:ext>
                </a:extLst>
              </a:tr>
            </a:tbl>
          </a:graphicData>
        </a:graphic>
      </p:graphicFrame>
      <p:sp>
        <p:nvSpPr>
          <p:cNvPr id="14" name="Inhaltsplatzhalter 5">
            <a:extLst>
              <a:ext uri="{FF2B5EF4-FFF2-40B4-BE49-F238E27FC236}">
                <a16:creationId xmlns:a16="http://schemas.microsoft.com/office/drawing/2014/main" id="{FFAC79C4-0C61-8163-A8C6-0C08213DAF4D}"/>
              </a:ext>
            </a:extLst>
          </p:cNvPr>
          <p:cNvSpPr txBox="1">
            <a:spLocks/>
          </p:cNvSpPr>
          <p:nvPr/>
        </p:nvSpPr>
        <p:spPr>
          <a:xfrm>
            <a:off x="250825" y="1142408"/>
            <a:ext cx="8642348" cy="2858684"/>
          </a:xfrm>
          <a:prstGeom prst="rect">
            <a:avLst/>
          </a:prstGeom>
        </p:spPr>
        <p:txBody>
          <a:bodyPr vert="horz" lIns="0" tIns="0" rIns="0" bIns="0" numCol="2" spcCol="180000" rtlCol="0">
            <a:noAutofit/>
          </a:bodyPr>
          <a:lstStyle>
            <a:lvl1pPr marL="180000" indent="-180000" algn="l" defTabSz="0" rtl="0" eaLnBrk="1" latinLnBrk="0" hangingPunct="1">
              <a:lnSpc>
                <a:spcPct val="100000"/>
              </a:lnSpc>
              <a:spcBef>
                <a:spcPts val="0"/>
              </a:spcBef>
              <a:buClr>
                <a:schemeClr val="accent1"/>
              </a:buClr>
              <a:buFont typeface="Arial" panose="020B0604020202020204" pitchFamily="34" charset="0"/>
              <a:buChar char="•"/>
              <a:tabLst>
                <a:tab pos="180000" algn="l"/>
              </a:tabLst>
              <a:defRPr sz="1650" kern="1200" baseline="0">
                <a:solidFill>
                  <a:schemeClr val="tx1"/>
                </a:solidFill>
                <a:latin typeface="Arial" panose="020B0604020202020204" pitchFamily="34" charset="0"/>
                <a:ea typeface="+mn-ea"/>
                <a:cs typeface="Arial" panose="020B0604020202020204" pitchFamily="34" charset="0"/>
              </a:defRPr>
            </a:lvl1pPr>
            <a:lvl2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2pPr>
            <a:lvl3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3pPr>
            <a:lvl4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baseline="0">
                <a:solidFill>
                  <a:schemeClr val="tx1"/>
                </a:solidFill>
                <a:latin typeface="Arial" panose="020B0604020202020204" pitchFamily="34" charset="0"/>
                <a:ea typeface="+mn-ea"/>
                <a:cs typeface="Arial" panose="020B0604020202020204" pitchFamily="34" charset="0"/>
              </a:defRPr>
            </a:lvl4pPr>
            <a:lvl5pPr marL="180000" indent="-180000" algn="l" defTabSz="914400" rtl="0" eaLnBrk="1" latinLnBrk="0" hangingPunct="1">
              <a:lnSpc>
                <a:spcPct val="100000"/>
              </a:lnSpc>
              <a:spcBef>
                <a:spcPts val="0"/>
              </a:spcBef>
              <a:buClr>
                <a:schemeClr val="accent1"/>
              </a:buClr>
              <a:buFont typeface="Arial" panose="020B0604020202020204" pitchFamily="34" charset="0"/>
              <a:buChar char="•"/>
              <a:defRPr sz="165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dirty="0"/>
              <a:t>Very good performance for concentration and particle sizes (e.g. d50 with 97.3% coverage and very 	narrow intervals)</a:t>
            </a:r>
          </a:p>
          <a:p>
            <a:pPr marL="0" indent="0">
              <a:buNone/>
            </a:pPr>
            <a:endParaRPr lang="en-US" dirty="0"/>
          </a:p>
          <a:p>
            <a:r>
              <a:rPr lang="en-US" dirty="0"/>
              <a:t>Lower coverage for temperature variables (T_PM, T_TM) due to high noise and fluctuations in the measurement data</a:t>
            </a:r>
          </a:p>
          <a:p>
            <a:pPr marL="0" indent="0">
              <a:buNone/>
            </a:pPr>
            <a:endParaRPr lang="en-US" dirty="0"/>
          </a:p>
          <a:p>
            <a:r>
              <a:rPr lang="en-US" dirty="0"/>
              <a:t>Overall: CQR reliably captures uncertainty for stable output variables and delivers tight, informative prediction intervals</a:t>
            </a:r>
          </a:p>
        </p:txBody>
      </p:sp>
    </p:spTree>
    <p:extLst>
      <p:ext uri="{BB962C8B-B14F-4D97-AF65-F5344CB8AC3E}">
        <p14:creationId xmlns:p14="http://schemas.microsoft.com/office/powerpoint/2010/main" val="3366423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F20C967B-CD8B-161E-5CDE-DCB9BC108F29}"/>
              </a:ext>
            </a:extLst>
          </p:cNvPr>
          <p:cNvSpPr>
            <a:spLocks noGrp="1"/>
          </p:cNvSpPr>
          <p:nvPr>
            <p:ph type="ftr" sz="quarter" idx="16"/>
          </p:nvPr>
        </p:nvSpPr>
        <p:spPr/>
        <p:txBody>
          <a:bodyPr/>
          <a:lstStyle/>
          <a:p>
            <a:r>
              <a:rPr lang="en-US" dirty="0"/>
              <a:t>Elisabeth Bünz, Group G2 | CQR</a:t>
            </a:r>
            <a:endParaRPr lang="de-DE" dirty="0"/>
          </a:p>
        </p:txBody>
      </p:sp>
      <p:sp>
        <p:nvSpPr>
          <p:cNvPr id="3" name="Datumsplatzhalter 2">
            <a:extLst>
              <a:ext uri="{FF2B5EF4-FFF2-40B4-BE49-F238E27FC236}">
                <a16:creationId xmlns:a16="http://schemas.microsoft.com/office/drawing/2014/main" id="{AEC551C8-23D8-487A-1B46-CE5F92629187}"/>
              </a:ext>
            </a:extLst>
          </p:cNvPr>
          <p:cNvSpPr>
            <a:spLocks noGrp="1"/>
          </p:cNvSpPr>
          <p:nvPr>
            <p:ph type="dt" sz="half" idx="15"/>
          </p:nvPr>
        </p:nvSpPr>
        <p:spPr/>
        <p:txBody>
          <a:bodyPr/>
          <a:lstStyle/>
          <a:p>
            <a:fld id="{5E871DD7-F014-4238-ABB8-38A075B5760E}" type="datetime1">
              <a:rPr lang="en-US" smtClean="0"/>
              <a:t>7/9/2025</a:t>
            </a:fld>
            <a:endParaRPr lang="de-DE" dirty="0"/>
          </a:p>
        </p:txBody>
      </p:sp>
      <p:sp>
        <p:nvSpPr>
          <p:cNvPr id="4" name="Foliennummernplatzhalter 3">
            <a:extLst>
              <a:ext uri="{FF2B5EF4-FFF2-40B4-BE49-F238E27FC236}">
                <a16:creationId xmlns:a16="http://schemas.microsoft.com/office/drawing/2014/main" id="{1746D69D-C1A5-9A26-8B60-6ADBD85AF71D}"/>
              </a:ext>
            </a:extLst>
          </p:cNvPr>
          <p:cNvSpPr>
            <a:spLocks noGrp="1"/>
          </p:cNvSpPr>
          <p:nvPr>
            <p:ph type="sldNum" sz="quarter" idx="10"/>
          </p:nvPr>
        </p:nvSpPr>
        <p:spPr/>
        <p:txBody>
          <a:bodyPr/>
          <a:lstStyle/>
          <a:p>
            <a:fld id="{63CECEBB-547B-4598-95D8-3FB4D608B5D5}" type="slidenum">
              <a:rPr lang="de-DE" smtClean="0"/>
              <a:pPr/>
              <a:t>9</a:t>
            </a:fld>
            <a:endParaRPr lang="de-DE" dirty="0"/>
          </a:p>
        </p:txBody>
      </p:sp>
      <p:sp>
        <p:nvSpPr>
          <p:cNvPr id="5" name="Textplatzhalter 4">
            <a:extLst>
              <a:ext uri="{FF2B5EF4-FFF2-40B4-BE49-F238E27FC236}">
                <a16:creationId xmlns:a16="http://schemas.microsoft.com/office/drawing/2014/main" id="{D84BD1E9-3316-B011-AC56-22CD411BE704}"/>
              </a:ext>
            </a:extLst>
          </p:cNvPr>
          <p:cNvSpPr>
            <a:spLocks noGrp="1"/>
          </p:cNvSpPr>
          <p:nvPr>
            <p:ph type="body" sz="quarter" idx="14"/>
          </p:nvPr>
        </p:nvSpPr>
        <p:spPr/>
        <p:txBody>
          <a:bodyPr/>
          <a:lstStyle/>
          <a:p>
            <a:r>
              <a:rPr lang="de-DE" dirty="0"/>
              <a:t>CQR Performance </a:t>
            </a:r>
            <a:r>
              <a:rPr lang="de-DE" dirty="0" err="1"/>
              <a:t>Results</a:t>
            </a:r>
            <a:r>
              <a:rPr lang="de-DE" dirty="0"/>
              <a:t> on Test Data</a:t>
            </a:r>
          </a:p>
        </p:txBody>
      </p:sp>
      <p:pic>
        <p:nvPicPr>
          <p:cNvPr id="18" name="Grafik 17">
            <a:extLst>
              <a:ext uri="{FF2B5EF4-FFF2-40B4-BE49-F238E27FC236}">
                <a16:creationId xmlns:a16="http://schemas.microsoft.com/office/drawing/2014/main" id="{3AA87371-C962-BA31-7BC6-F392EF2B414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512" y="1059582"/>
            <a:ext cx="4275715" cy="1425238"/>
          </a:xfrm>
          <a:prstGeom prst="rect">
            <a:avLst/>
          </a:prstGeom>
        </p:spPr>
      </p:pic>
      <p:pic>
        <p:nvPicPr>
          <p:cNvPr id="20" name="Grafik 19">
            <a:extLst>
              <a:ext uri="{FF2B5EF4-FFF2-40B4-BE49-F238E27FC236}">
                <a16:creationId xmlns:a16="http://schemas.microsoft.com/office/drawing/2014/main" id="{F738F3C2-2180-BD7D-7FBA-0E91A06B77B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27566" y="1059582"/>
            <a:ext cx="4275715" cy="1425238"/>
          </a:xfrm>
          <a:prstGeom prst="rect">
            <a:avLst/>
          </a:prstGeom>
        </p:spPr>
      </p:pic>
      <p:pic>
        <p:nvPicPr>
          <p:cNvPr id="24" name="Grafik 23">
            <a:extLst>
              <a:ext uri="{FF2B5EF4-FFF2-40B4-BE49-F238E27FC236}">
                <a16:creationId xmlns:a16="http://schemas.microsoft.com/office/drawing/2014/main" id="{C65E1A9B-1DC3-C1FB-1838-2C1F2D5F946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50825" y="2571750"/>
            <a:ext cx="4275714" cy="1425238"/>
          </a:xfrm>
          <a:prstGeom prst="rect">
            <a:avLst/>
          </a:prstGeom>
        </p:spPr>
      </p:pic>
      <p:pic>
        <p:nvPicPr>
          <p:cNvPr id="26" name="Grafik 25">
            <a:extLst>
              <a:ext uri="{FF2B5EF4-FFF2-40B4-BE49-F238E27FC236}">
                <a16:creationId xmlns:a16="http://schemas.microsoft.com/office/drawing/2014/main" id="{37AAB933-8815-0441-4464-4564ECCE6C3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727566" y="2571750"/>
            <a:ext cx="4275714" cy="1425238"/>
          </a:xfrm>
          <a:prstGeom prst="rect">
            <a:avLst/>
          </a:prstGeom>
        </p:spPr>
      </p:pic>
    </p:spTree>
    <p:extLst>
      <p:ext uri="{BB962C8B-B14F-4D97-AF65-F5344CB8AC3E}">
        <p14:creationId xmlns:p14="http://schemas.microsoft.com/office/powerpoint/2010/main" val="2475409476"/>
      </p:ext>
    </p:extLst>
  </p:cSld>
  <p:clrMapOvr>
    <a:masterClrMapping/>
  </p:clrMapOvr>
</p:sld>
</file>

<file path=ppt/theme/theme1.xml><?xml version="1.0" encoding="utf-8"?>
<a:theme xmlns:a="http://schemas.openxmlformats.org/drawingml/2006/main" name="Slide Master">
  <a:themeElements>
    <a:clrScheme name="TU Farben für Grafik und Diagramme, ab 2022">
      <a:dk1>
        <a:srgbClr val="000000"/>
      </a:dk1>
      <a:lt1>
        <a:srgbClr val="FFFFFF"/>
      </a:lt1>
      <a:dk2>
        <a:srgbClr val="FFFFFF"/>
      </a:dk2>
      <a:lt2>
        <a:srgbClr val="000000"/>
      </a:lt2>
      <a:accent1>
        <a:srgbClr val="84B819"/>
      </a:accent1>
      <a:accent2>
        <a:srgbClr val="639A00"/>
      </a:accent2>
      <a:accent3>
        <a:srgbClr val="4C4C4C"/>
      </a:accent3>
      <a:accent4>
        <a:srgbClr val="7F7F7F"/>
      </a:accent4>
      <a:accent5>
        <a:srgbClr val="B2B2B2"/>
      </a:accent5>
      <a:accent6>
        <a:srgbClr val="F28300"/>
      </a:accent6>
      <a:hlink>
        <a:srgbClr val="84B819"/>
      </a:hlink>
      <a:folHlink>
        <a:srgbClr val="84B819"/>
      </a:folHlink>
    </a:clrScheme>
    <a:fontScheme name="TU Dortmund,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w="12700">
          <a:solidFill>
            <a:srgbClr val="344C05"/>
          </a:solidFill>
        </a:ln>
      </a:spPr>
      <a:bodyPr/>
      <a:lstStyle/>
      <a:style>
        <a:lnRef idx="1">
          <a:schemeClr val="accent1"/>
        </a:lnRef>
        <a:fillRef idx="0">
          <a:schemeClr val="accent1"/>
        </a:fillRef>
        <a:effectRef idx="0">
          <a:schemeClr val="accent1"/>
        </a:effectRef>
        <a:fontRef idx="minor">
          <a:schemeClr val="tx1"/>
        </a:fontRef>
      </a:style>
    </a:lnDef>
    <a:txDef>
      <a:spPr/>
      <a:bodyPr tIns="0" bIns="0" numCol="2" spcCol="216000"/>
      <a:lstStyle>
        <a:defPPr marL="180000" indent="-180000" defTabSz="0">
          <a:lnSpc>
            <a:spcPct val="100000"/>
          </a:lnSpc>
          <a:spcBef>
            <a:spcPts val="0"/>
          </a:spcBef>
          <a:buFont typeface="Arial" panose="020B0604020202020204" pitchFamily="34" charset="0"/>
          <a:buChar char="•"/>
          <a:tabLst>
            <a:tab pos="180000" algn="l"/>
          </a:tabLst>
          <a:defRPr sz="1650" dirty="0" smtClean="0">
            <a:solidFill>
              <a:schemeClr val="tx1"/>
            </a:solidFill>
          </a:defRPr>
        </a:defPPr>
      </a:lstStyle>
    </a:txDef>
  </a:objectDefaults>
  <a:extraClrSchemeLst/>
  <a:extLst>
    <a:ext uri="{05A4C25C-085E-4340-85A3-A5531E510DB2}">
      <thm15:themeFamily xmlns:thm15="http://schemas.microsoft.com/office/thememl/2012/main" name="TUDortmund_templates_EN.potx" id="{D262C767-851F-47D1-A5C8-87AE5B9FEC7F}" vid="{9471DAE9-1FE9-46BB-8A3E-D30D76F79E61}"/>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MLME_project_final_presentation_G2</Template>
  <TotalTime>0</TotalTime>
  <Words>1049</Words>
  <Application>Microsoft Office PowerPoint</Application>
  <PresentationFormat>Bildschirmpräsentation (16:9)</PresentationFormat>
  <Paragraphs>151</Paragraphs>
  <Slides>9</Slides>
  <Notes>4</Notes>
  <HiddenSlides>1</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9</vt:i4>
      </vt:variant>
    </vt:vector>
  </HeadingPairs>
  <TitlesOfParts>
    <vt:vector size="14" baseType="lpstr">
      <vt:lpstr>Arial</vt:lpstr>
      <vt:lpstr>Calibri</vt:lpstr>
      <vt:lpstr>Cambria Math</vt:lpstr>
      <vt:lpstr>Wingdings</vt:lpstr>
      <vt:lpstr>Slide Master</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Paul Jollet</dc:creator>
  <cp:lastModifiedBy>Paul Jollet</cp:lastModifiedBy>
  <cp:revision>23</cp:revision>
  <dcterms:created xsi:type="dcterms:W3CDTF">2025-07-04T20:36:46Z</dcterms:created>
  <dcterms:modified xsi:type="dcterms:W3CDTF">2025-07-08T22:17:11Z</dcterms:modified>
</cp:coreProperties>
</file>